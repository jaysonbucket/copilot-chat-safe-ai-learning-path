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6" r:id="rId4"/>
  </p:sldMasterIdLst>
  <p:notesMasterIdLst>
    <p:notesMasterId r:id="rId54"/>
  </p:notesMasterIdLst>
  <p:handoutMasterIdLst>
    <p:handoutMasterId r:id="rId55"/>
  </p:handoutMasterIdLst>
  <p:sldIdLst>
    <p:sldId id="256" r:id="rId5"/>
    <p:sldId id="277" r:id="rId6"/>
    <p:sldId id="261" r:id="rId7"/>
    <p:sldId id="295" r:id="rId8"/>
    <p:sldId id="300" r:id="rId9"/>
    <p:sldId id="307" r:id="rId10"/>
    <p:sldId id="308" r:id="rId11"/>
    <p:sldId id="309" r:id="rId12"/>
    <p:sldId id="319" r:id="rId13"/>
    <p:sldId id="310" r:id="rId14"/>
    <p:sldId id="311" r:id="rId15"/>
    <p:sldId id="312" r:id="rId16"/>
    <p:sldId id="314" r:id="rId17"/>
    <p:sldId id="313" r:id="rId18"/>
    <p:sldId id="315" r:id="rId19"/>
    <p:sldId id="316" r:id="rId20"/>
    <p:sldId id="320" r:id="rId21"/>
    <p:sldId id="318" r:id="rId22"/>
    <p:sldId id="296" r:id="rId23"/>
    <p:sldId id="329" r:id="rId24"/>
    <p:sldId id="327" r:id="rId25"/>
    <p:sldId id="335" r:id="rId26"/>
    <p:sldId id="336" r:id="rId27"/>
    <p:sldId id="333" r:id="rId28"/>
    <p:sldId id="337" r:id="rId29"/>
    <p:sldId id="351" r:id="rId30"/>
    <p:sldId id="353" r:id="rId31"/>
    <p:sldId id="352" r:id="rId32"/>
    <p:sldId id="321" r:id="rId33"/>
    <p:sldId id="297" r:id="rId34"/>
    <p:sldId id="334" r:id="rId35"/>
    <p:sldId id="355" r:id="rId36"/>
    <p:sldId id="331" r:id="rId37"/>
    <p:sldId id="354" r:id="rId38"/>
    <p:sldId id="350" r:id="rId39"/>
    <p:sldId id="356" r:id="rId40"/>
    <p:sldId id="323" r:id="rId41"/>
    <p:sldId id="298" r:id="rId42"/>
    <p:sldId id="344" r:id="rId43"/>
    <p:sldId id="345" r:id="rId44"/>
    <p:sldId id="349" r:id="rId45"/>
    <p:sldId id="348" r:id="rId46"/>
    <p:sldId id="346" r:id="rId47"/>
    <p:sldId id="358" r:id="rId48"/>
    <p:sldId id="359" r:id="rId49"/>
    <p:sldId id="360" r:id="rId50"/>
    <p:sldId id="347" r:id="rId51"/>
    <p:sldId id="325" r:id="rId52"/>
    <p:sldId id="299" r:id="rId53"/>
  </p:sldIdLst>
  <p:sldSz cx="12192000" cy="6858000"/>
  <p:notesSz cx="6858000" cy="9144000"/>
  <p:custDataLst>
    <p:tags r:id="rId56"/>
  </p:custDataLst>
  <p:defaultTextStyle>
    <a:defPPr rtl="0">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0" userDrawn="1">
          <p15:clr>
            <a:srgbClr val="A4A3A4"/>
          </p15:clr>
        </p15:guide>
        <p15:guide id="2" pos="384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5" name="Author" initials="A" lastIdx="0"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6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698B6F-EF73-4187-A294-EFA9224A5AC5}" v="401" dt="2025-11-24T18:40:22.47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2" d="100"/>
          <a:sy n="92" d="100"/>
        </p:scale>
        <p:origin x="420" y="284"/>
      </p:cViewPr>
      <p:guideLst>
        <p:guide orient="horz" pos="33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handoutMaster" Target="handoutMasters/handoutMaster1.xml"/><Relationship Id="rId63"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tableStyles" Target="tableStyle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ags" Target="tags/tag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notesMaster" Target="notesMasters/notesMaster1.xml"/><Relationship Id="rId62"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commentAuthors" Target="commentAuthor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de-DE"/>
          </a:p>
        </p:txBody>
      </p:sp>
      <p:sp>
        <p:nvSpPr>
          <p:cNvPr id="3" name="Datumsplatzhalter 2">
            <a:extLst>
              <a:ext uri="{FF2B5EF4-FFF2-40B4-BE49-F238E27FC236}">
                <a16:creationId xmlns:a16="http://schemas.microsoft.com/office/drawing/2014/main"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45A4BAD4-14F2-4D4A-BAC1-A644C6A8B8B8}" type="datetime1">
              <a:rPr lang="de-DE" smtClean="0"/>
              <a:t>24.11.2025</a:t>
            </a:fld>
            <a:endParaRPr lang="de-DE"/>
          </a:p>
        </p:txBody>
      </p:sp>
      <p:sp>
        <p:nvSpPr>
          <p:cNvPr id="4" name="Fußzeilenplatzhalter 3">
            <a:extLst>
              <a:ext uri="{FF2B5EF4-FFF2-40B4-BE49-F238E27FC236}">
                <a16:creationId xmlns:a16="http://schemas.microsoft.com/office/drawing/2014/main"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de-DE"/>
          </a:p>
        </p:txBody>
      </p:sp>
      <p:sp>
        <p:nvSpPr>
          <p:cNvPr id="5" name="Foliennummernplatzhalter 4">
            <a:extLst>
              <a:ext uri="{FF2B5EF4-FFF2-40B4-BE49-F238E27FC236}">
                <a16:creationId xmlns:a16="http://schemas.microsoft.com/office/drawing/2014/main"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4BF9A36D-7FAC-478F-9944-F324014F6FD1}" type="slidenum">
              <a:rPr lang="de-DE" smtClean="0"/>
              <a:t>‹Nr.›</a:t>
            </a:fld>
            <a:endParaRPr lang="de-DE"/>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de-DE" noProof="0"/>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0F6048-6F8A-4683-A7AB-9FF3D1DE1A65}" type="datetime1">
              <a:rPr lang="de-DE" smtClean="0"/>
              <a:pPr/>
              <a:t>24.11.2025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de-DE" noProof="0"/>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de-DE" noProof="0"/>
              <a:t>Textmasterformat durch Klicken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de-DE" noProof="0"/>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D4B9A9E5-4F7F-4A7D-9DE1-899232329269}" type="slidenum">
              <a:rPr lang="de-DE" noProof="0" smtClean="0"/>
              <a:t>‹Nr.›</a:t>
            </a:fld>
            <a:endParaRPr lang="de-DE" noProof="0"/>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learn.microsoft.com/en-us/training/modules/use-ai-everyday-tasks/2-what-is-ai"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blogs.microsoft.com/on-the-issues/2024/03/28/data-protection-responsible-ai-azure-copilot/"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support.microsoft.com/en-us/topic/get-started-with-create-in-microsoft-365-copilot-6e0c616d-69fb-42f2-a4cb-c59e006ec4f5" TargetMode="External"/><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3" Type="http://schemas.openxmlformats.org/officeDocument/2006/relationships/hyperlink" Target="https://learn.microsoft.com/en-us/microsoft-365-copilot/extensibility/agent-template-prompt-coach" TargetMode="External"/><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3" Type="http://schemas.openxmlformats.org/officeDocument/2006/relationships/hyperlink" Target="https://adoption.microsoft.com/en-us/scenario-library/" TargetMode="External"/><Relationship Id="rId7" Type="http://schemas.openxmlformats.org/officeDocument/2006/relationships/hyperlink" Target="https://support.microsoft.com/en-us/office/frequently-asked-questions-about-microsoft-365-copilot-chat-500fc65e-9973-4e42-9cf4-bdefb0eb04ce" TargetMode="External"/><Relationship Id="rId2" Type="http://schemas.openxmlformats.org/officeDocument/2006/relationships/slide" Target="../slides/slide29.xml"/><Relationship Id="rId1" Type="http://schemas.openxmlformats.org/officeDocument/2006/relationships/notesMaster" Target="../notesMasters/notesMaster1.xml"/><Relationship Id="rId6" Type="http://schemas.openxmlformats.org/officeDocument/2006/relationships/hyperlink" Target="https://learn.microsoft.com/en-us/training/modules/use-ai-everyday-tasks/3-explore-prompting" TargetMode="External"/><Relationship Id="rId5" Type="http://schemas.openxmlformats.org/officeDocument/2006/relationships/hyperlink" Target="https://support.microsoft.com/en-US/microsoft-365-copilot?ocid=redirect" TargetMode="External"/><Relationship Id="rId4" Type="http://schemas.openxmlformats.org/officeDocument/2006/relationships/hyperlink" Target="https://www.microsoft.com/en-us/microsoft-365-copilot/learn-copilot-chat-today#weekly-challenges" TargetMode="Externa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3" Type="http://schemas.openxmlformats.org/officeDocument/2006/relationships/hyperlink" Target="https://support.microsoft.com/en-us/topic/get-started-with-create-in-microsoft-365-copilot-6e0c616d-69fb-42f2-a4cb-c59e006ec4f5" TargetMode="External"/><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3" Type="http://schemas.openxmlformats.org/officeDocument/2006/relationships/hyperlink" Target="https://techcommunity.microsoft.com/category/microsoft365copilot/blog/microsoft365copilotblog" TargetMode="External"/><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Welcome to Safe AI on </a:t>
            </a:r>
            <a:r>
              <a:rPr lang="de-DE" err="1"/>
              <a:t>every</a:t>
            </a:r>
            <a:r>
              <a:rPr lang="de-DE"/>
              <a:t> </a:t>
            </a:r>
            <a:r>
              <a:rPr lang="de-DE" err="1"/>
              <a:t>desk</a:t>
            </a:r>
            <a:r>
              <a:rPr lang="de-DE"/>
              <a:t> </a:t>
            </a:r>
            <a:r>
              <a:rPr lang="de-DE" err="1"/>
              <a:t>with</a:t>
            </a:r>
            <a:r>
              <a:rPr lang="de-DE"/>
              <a:t> Microsoft 365 Copilot Chat. Great </a:t>
            </a:r>
            <a:r>
              <a:rPr lang="de-DE" err="1"/>
              <a:t>you</a:t>
            </a:r>
            <a:r>
              <a:rPr lang="de-DE"/>
              <a:t> </a:t>
            </a:r>
            <a:r>
              <a:rPr lang="de-DE" err="1"/>
              <a:t>are</a:t>
            </a:r>
            <a:r>
              <a:rPr lang="de-DE"/>
              <a:t> </a:t>
            </a:r>
            <a:r>
              <a:rPr lang="de-DE" err="1"/>
              <a:t>here</a:t>
            </a:r>
            <a:r>
              <a:rPr lang="de-DE"/>
              <a:t>! This </a:t>
            </a:r>
            <a:r>
              <a:rPr lang="de-DE" err="1"/>
              <a:t>Learningpath</a:t>
            </a:r>
            <a:r>
              <a:rPr lang="de-DE"/>
              <a:t> </a:t>
            </a:r>
            <a:r>
              <a:rPr lang="de-DE" err="1"/>
              <a:t>equips</a:t>
            </a:r>
            <a:r>
              <a:rPr lang="de-DE"/>
              <a:t> </a:t>
            </a:r>
            <a:r>
              <a:rPr lang="de-DE" err="1"/>
              <a:t>you</a:t>
            </a:r>
            <a:r>
              <a:rPr lang="de-DE"/>
              <a:t> </a:t>
            </a:r>
            <a:r>
              <a:rPr lang="de-DE" err="1"/>
              <a:t>with</a:t>
            </a:r>
            <a:r>
              <a:rPr lang="de-DE"/>
              <a:t> </a:t>
            </a:r>
            <a:r>
              <a:rPr lang="de-DE" err="1"/>
              <a:t>everything</a:t>
            </a:r>
            <a:r>
              <a:rPr lang="de-DE"/>
              <a:t> </a:t>
            </a:r>
            <a:r>
              <a:rPr lang="de-DE" err="1"/>
              <a:t>you</a:t>
            </a:r>
            <a:r>
              <a:rPr lang="de-DE"/>
              <a:t> </a:t>
            </a:r>
            <a:r>
              <a:rPr lang="de-DE" err="1"/>
              <a:t>need</a:t>
            </a:r>
            <a:r>
              <a:rPr lang="de-DE"/>
              <a:t> to superpower </a:t>
            </a:r>
            <a:r>
              <a:rPr lang="de-DE" err="1"/>
              <a:t>your</a:t>
            </a:r>
            <a:r>
              <a:rPr lang="de-DE"/>
              <a:t> </a:t>
            </a:r>
            <a:r>
              <a:rPr lang="de-DE" err="1"/>
              <a:t>workday</a:t>
            </a:r>
            <a:r>
              <a:rPr lang="de-DE"/>
              <a:t> </a:t>
            </a:r>
            <a:r>
              <a:rPr lang="de-DE" err="1"/>
              <a:t>with</a:t>
            </a:r>
            <a:r>
              <a:rPr lang="de-DE"/>
              <a:t> generative AI. </a:t>
            </a:r>
          </a:p>
          <a:p>
            <a:r>
              <a:rPr lang="de-DE"/>
              <a:t>Click </a:t>
            </a:r>
            <a:r>
              <a:rPr lang="de-DE" err="1"/>
              <a:t>next</a:t>
            </a:r>
            <a:r>
              <a:rPr lang="de-DE"/>
              <a:t> to </a:t>
            </a:r>
            <a:r>
              <a:rPr lang="de-DE" err="1"/>
              <a:t>begin</a:t>
            </a:r>
            <a:r>
              <a:rPr lang="de-DE"/>
              <a:t>.</a:t>
            </a:r>
          </a:p>
        </p:txBody>
      </p:sp>
      <p:sp>
        <p:nvSpPr>
          <p:cNvPr id="4" name="Foliennummernplatzhalter 3"/>
          <p:cNvSpPr>
            <a:spLocks noGrp="1"/>
          </p:cNvSpPr>
          <p:nvPr>
            <p:ph type="sldNum" sz="quarter" idx="5"/>
          </p:nvPr>
        </p:nvSpPr>
        <p:spPr/>
        <p:txBody>
          <a:bodyPr/>
          <a:lstStyle/>
          <a:p>
            <a:pPr rtl="0"/>
            <a:fld id="{D4B9A9E5-4F7F-4A7D-9DE1-899232329269}" type="slidenum">
              <a:rPr lang="de-DE" smtClean="0"/>
              <a:t>1</a:t>
            </a:fld>
            <a:endParaRPr lang="de-DE"/>
          </a:p>
        </p:txBody>
      </p:sp>
    </p:spTree>
    <p:extLst>
      <p:ext uri="{BB962C8B-B14F-4D97-AF65-F5344CB8AC3E}">
        <p14:creationId xmlns:p14="http://schemas.microsoft.com/office/powerpoint/2010/main" val="12081409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pPr rtl="0"/>
            <a:fld id="{D4B9A9E5-4F7F-4A7D-9DE1-899232329269}" type="slidenum">
              <a:rPr lang="de-DE" smtClean="0"/>
              <a:t>2</a:t>
            </a:fld>
            <a:endParaRPr lang="de-DE"/>
          </a:p>
        </p:txBody>
      </p:sp>
    </p:spTree>
    <p:extLst>
      <p:ext uri="{BB962C8B-B14F-4D97-AF65-F5344CB8AC3E}">
        <p14:creationId xmlns:p14="http://schemas.microsoft.com/office/powerpoint/2010/main" val="18991791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sz="1200" b="0" kern="1200">
                <a:solidFill>
                  <a:schemeClr val="tx1"/>
                </a:solidFill>
                <a:effectLst/>
                <a:latin typeface="+mn-lt"/>
                <a:ea typeface="+mn-ea"/>
                <a:cs typeface="+mn-cs"/>
              </a:rPr>
              <a:t>The course is set up in 4 modules, building on each other.</a:t>
            </a:r>
          </a:p>
          <a:p>
            <a:r>
              <a:rPr lang="en-US" sz="1200" b="0" kern="1200">
                <a:solidFill>
                  <a:schemeClr val="tx1"/>
                </a:solidFill>
                <a:effectLst/>
                <a:latin typeface="+mn-lt"/>
                <a:ea typeface="+mn-ea"/>
                <a:cs typeface="+mn-cs"/>
              </a:rPr>
              <a:t>Explore: Introduction to generative AI, responsible AI principles and first steps with Microsoft 365 Copilot Chat as well as prompting and best </a:t>
            </a:r>
            <a:r>
              <a:rPr lang="en-US" sz="1200" b="0" kern="1200" err="1">
                <a:solidFill>
                  <a:schemeClr val="tx1"/>
                </a:solidFill>
                <a:effectLst/>
                <a:latin typeface="+mn-lt"/>
                <a:ea typeface="+mn-ea"/>
                <a:cs typeface="+mn-cs"/>
              </a:rPr>
              <a:t>practises</a:t>
            </a:r>
            <a:r>
              <a:rPr lang="en-US" sz="1200" b="0" kern="1200">
                <a:solidFill>
                  <a:schemeClr val="tx1"/>
                </a:solidFill>
                <a:effectLst/>
                <a:latin typeface="+mn-lt"/>
                <a:ea typeface="+mn-ea"/>
                <a:cs typeface="+mn-cs"/>
              </a:rPr>
              <a:t>.</a:t>
            </a:r>
          </a:p>
          <a:p>
            <a:r>
              <a:rPr lang="en-US" sz="1200" b="0" kern="1200" err="1">
                <a:solidFill>
                  <a:schemeClr val="tx1"/>
                </a:solidFill>
                <a:effectLst/>
                <a:latin typeface="+mn-lt"/>
                <a:ea typeface="+mn-ea"/>
                <a:cs typeface="+mn-cs"/>
              </a:rPr>
              <a:t>Endavour</a:t>
            </a:r>
            <a:r>
              <a:rPr lang="en-US" sz="1200" b="0" kern="1200">
                <a:solidFill>
                  <a:schemeClr val="tx1"/>
                </a:solidFill>
                <a:effectLst/>
                <a:latin typeface="+mn-lt"/>
                <a:ea typeface="+mn-ea"/>
                <a:cs typeface="+mn-cs"/>
              </a:rPr>
              <a:t>: AI within your daily business. We will dive deeper into the possibilities and functionality and how it can ease your day to day work.</a:t>
            </a:r>
          </a:p>
          <a:p>
            <a:r>
              <a:rPr lang="en-US" sz="1200" b="0" kern="1200">
                <a:solidFill>
                  <a:schemeClr val="tx1"/>
                </a:solidFill>
                <a:effectLst/>
                <a:latin typeface="+mn-lt"/>
                <a:ea typeface="+mn-ea"/>
                <a:cs typeface="+mn-cs"/>
              </a:rPr>
              <a:t>Enrich: We will focus on advanced usage scenarios, not only for yourself, but also for collaboration within the team and beyond.</a:t>
            </a:r>
          </a:p>
          <a:p>
            <a:r>
              <a:rPr lang="en-US" sz="1200" b="0" kern="1200">
                <a:solidFill>
                  <a:schemeClr val="tx1"/>
                </a:solidFill>
                <a:effectLst/>
                <a:latin typeface="+mn-lt"/>
                <a:ea typeface="+mn-ea"/>
                <a:cs typeface="+mn-cs"/>
              </a:rPr>
              <a:t>Expand: Introducing generative AI in processes and how to extend functionality and value.</a:t>
            </a:r>
          </a:p>
          <a:p>
            <a:r>
              <a:rPr lang="en-US" sz="1200" b="0" kern="1200">
                <a:solidFill>
                  <a:schemeClr val="tx1"/>
                </a:solidFill>
                <a:effectLst/>
                <a:latin typeface="+mn-lt"/>
                <a:ea typeface="+mn-ea"/>
                <a:cs typeface="+mn-cs"/>
              </a:rPr>
              <a:t>Within the final closing we will wrap up the topics and provide further resources for information and skilling.</a:t>
            </a:r>
          </a:p>
          <a:p>
            <a:r>
              <a:rPr lang="en-US" sz="1200" b="0" kern="1200">
                <a:solidFill>
                  <a:schemeClr val="tx1"/>
                </a:solidFill>
                <a:effectLst/>
                <a:latin typeface="+mn-lt"/>
                <a:ea typeface="+mn-ea"/>
                <a:cs typeface="+mn-cs"/>
              </a:rPr>
              <a:t>Let's dive in!</a:t>
            </a:r>
          </a:p>
        </p:txBody>
      </p:sp>
      <p:sp>
        <p:nvSpPr>
          <p:cNvPr id="4" name="Foliennummernplatzhalter 3"/>
          <p:cNvSpPr>
            <a:spLocks noGrp="1"/>
          </p:cNvSpPr>
          <p:nvPr>
            <p:ph type="sldNum" sz="quarter" idx="5"/>
          </p:nvPr>
        </p:nvSpPr>
        <p:spPr/>
        <p:txBody>
          <a:bodyPr/>
          <a:lstStyle/>
          <a:p>
            <a:pPr rtl="0"/>
            <a:fld id="{D4B9A9E5-4F7F-4A7D-9DE1-899232329269}" type="slidenum">
              <a:rPr lang="de-DE" smtClean="0"/>
              <a:t>3</a:t>
            </a:fld>
            <a:endParaRPr lang="de-DE"/>
          </a:p>
        </p:txBody>
      </p:sp>
    </p:spTree>
    <p:extLst>
      <p:ext uri="{BB962C8B-B14F-4D97-AF65-F5344CB8AC3E}">
        <p14:creationId xmlns:p14="http://schemas.microsoft.com/office/powerpoint/2010/main" val="34213480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Welcome to Module 1. In </a:t>
            </a:r>
            <a:r>
              <a:rPr lang="de-DE" err="1"/>
              <a:t>the</a:t>
            </a:r>
            <a:r>
              <a:rPr lang="de-DE"/>
              <a:t> </a:t>
            </a:r>
            <a:r>
              <a:rPr lang="de-DE" err="1"/>
              <a:t>next</a:t>
            </a:r>
            <a:r>
              <a:rPr lang="de-DE"/>
              <a:t> </a:t>
            </a:r>
            <a:r>
              <a:rPr lang="de-DE" err="1"/>
              <a:t>minutes</a:t>
            </a:r>
            <a:r>
              <a:rPr lang="de-DE"/>
              <a:t> </a:t>
            </a:r>
            <a:r>
              <a:rPr lang="de-DE" err="1"/>
              <a:t>we</a:t>
            </a:r>
            <a:r>
              <a:rPr lang="de-DE"/>
              <a:t> </a:t>
            </a:r>
            <a:r>
              <a:rPr lang="de-DE" err="1"/>
              <a:t>want</a:t>
            </a:r>
            <a:r>
              <a:rPr lang="de-DE"/>
              <a:t> to </a:t>
            </a:r>
            <a:r>
              <a:rPr lang="de-DE" err="1"/>
              <a:t>explore</a:t>
            </a:r>
            <a:r>
              <a:rPr lang="de-DE"/>
              <a:t> </a:t>
            </a:r>
            <a:r>
              <a:rPr lang="de-DE" err="1"/>
              <a:t>what</a:t>
            </a:r>
            <a:r>
              <a:rPr lang="de-DE"/>
              <a:t> generative </a:t>
            </a:r>
            <a:r>
              <a:rPr lang="de-DE" err="1"/>
              <a:t>artificial</a:t>
            </a:r>
            <a:r>
              <a:rPr lang="de-DE"/>
              <a:t> </a:t>
            </a:r>
            <a:r>
              <a:rPr lang="de-DE" err="1"/>
              <a:t>intelligence</a:t>
            </a:r>
            <a:r>
              <a:rPr lang="de-DE"/>
              <a:t> </a:t>
            </a:r>
            <a:r>
              <a:rPr lang="de-DE" err="1"/>
              <a:t>means</a:t>
            </a:r>
            <a:r>
              <a:rPr lang="de-DE"/>
              <a:t>, </a:t>
            </a:r>
            <a:r>
              <a:rPr lang="de-DE" err="1"/>
              <a:t>how</a:t>
            </a:r>
            <a:r>
              <a:rPr lang="de-DE"/>
              <a:t> </a:t>
            </a:r>
            <a:r>
              <a:rPr lang="de-DE" err="1"/>
              <a:t>it</a:t>
            </a:r>
            <a:r>
              <a:rPr lang="de-DE"/>
              <a:t> </a:t>
            </a:r>
            <a:r>
              <a:rPr lang="de-DE" err="1"/>
              <a:t>can</a:t>
            </a:r>
            <a:r>
              <a:rPr lang="de-DE"/>
              <a:t> </a:t>
            </a:r>
            <a:r>
              <a:rPr lang="de-DE" err="1"/>
              <a:t>help</a:t>
            </a:r>
            <a:r>
              <a:rPr lang="de-DE"/>
              <a:t> to </a:t>
            </a:r>
            <a:r>
              <a:rPr lang="de-DE" err="1"/>
              <a:t>reduce</a:t>
            </a:r>
            <a:r>
              <a:rPr lang="de-DE"/>
              <a:t> stress and </a:t>
            </a:r>
            <a:r>
              <a:rPr lang="de-DE" err="1"/>
              <a:t>how</a:t>
            </a:r>
            <a:r>
              <a:rPr lang="de-DE"/>
              <a:t> to </a:t>
            </a:r>
            <a:r>
              <a:rPr lang="de-DE" err="1"/>
              <a:t>get</a:t>
            </a:r>
            <a:r>
              <a:rPr lang="de-DE"/>
              <a:t> </a:t>
            </a:r>
            <a:r>
              <a:rPr lang="de-DE" err="1"/>
              <a:t>started</a:t>
            </a:r>
            <a:r>
              <a:rPr lang="de-DE"/>
              <a:t>. </a:t>
            </a:r>
          </a:p>
          <a:p>
            <a:r>
              <a:rPr lang="de-DE"/>
              <a:t>Click </a:t>
            </a:r>
            <a:r>
              <a:rPr lang="de-DE" err="1"/>
              <a:t>next</a:t>
            </a:r>
            <a:r>
              <a:rPr lang="de-DE"/>
              <a:t> to </a:t>
            </a:r>
            <a:r>
              <a:rPr lang="de-DE" err="1"/>
              <a:t>continue</a:t>
            </a:r>
            <a:r>
              <a:rPr lang="de-DE"/>
              <a:t>.</a:t>
            </a:r>
          </a:p>
        </p:txBody>
      </p:sp>
      <p:sp>
        <p:nvSpPr>
          <p:cNvPr id="4" name="Foliennummernplatzhalter 3"/>
          <p:cNvSpPr>
            <a:spLocks noGrp="1"/>
          </p:cNvSpPr>
          <p:nvPr>
            <p:ph type="sldNum" sz="quarter" idx="5"/>
          </p:nvPr>
        </p:nvSpPr>
        <p:spPr/>
        <p:txBody>
          <a:bodyPr/>
          <a:lstStyle/>
          <a:p>
            <a:pPr rtl="0"/>
            <a:fld id="{D4B9A9E5-4F7F-4A7D-9DE1-899232329269}" type="slidenum">
              <a:rPr lang="de-DE" noProof="0" smtClean="0"/>
              <a:t>4</a:t>
            </a:fld>
            <a:endParaRPr lang="de-DE" noProof="0"/>
          </a:p>
        </p:txBody>
      </p:sp>
    </p:spTree>
    <p:extLst>
      <p:ext uri="{BB962C8B-B14F-4D97-AF65-F5344CB8AC3E}">
        <p14:creationId xmlns:p14="http://schemas.microsoft.com/office/powerpoint/2010/main" val="13538999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err="1"/>
              <a:t>What</a:t>
            </a:r>
            <a:r>
              <a:rPr lang="de-DE"/>
              <a:t> </a:t>
            </a:r>
            <a:r>
              <a:rPr lang="de-DE" err="1"/>
              <a:t>is</a:t>
            </a:r>
            <a:r>
              <a:rPr lang="de-DE"/>
              <a:t> generative ai</a:t>
            </a:r>
          </a:p>
          <a:p>
            <a:pPr marL="0" indent="0">
              <a:buFont typeface="Arial" panose="020B0604020202020204" pitchFamily="34" charset="0"/>
              <a:buNone/>
            </a:pPr>
            <a:r>
              <a:rPr lang="en-US" sz="1200">
                <a:latin typeface="Segoe UI" panose="020B0502040204020203" pitchFamily="34" charset="0"/>
              </a:rPr>
              <a:t>Generative AI uses </a:t>
            </a:r>
            <a:r>
              <a:rPr lang="en-US" sz="1200" b="1">
                <a:latin typeface="Segoe UI" panose="020B0502040204020203" pitchFamily="34" charset="0"/>
              </a:rPr>
              <a:t>large language models (LLMs)</a:t>
            </a:r>
            <a:r>
              <a:rPr lang="en-US" sz="1200">
                <a:latin typeface="Segoe UI" panose="020B0502040204020203" pitchFamily="34" charset="0"/>
              </a:rPr>
              <a:t>, which are AI systems trained on massive amounts of text, to understand and generate human-like language</a:t>
            </a:r>
            <a:endParaRPr lang="en-US" sz="1200" b="0" i="0">
              <a:effectLst/>
              <a:latin typeface="Segoe UI" panose="020B0502040204020203" pitchFamily="34" charset="0"/>
            </a:endParaRPr>
          </a:p>
          <a:p>
            <a:pPr marL="0" indent="0">
              <a:buFont typeface="Arial" panose="020B0604020202020204" pitchFamily="34" charset="0"/>
              <a:buNone/>
            </a:pPr>
            <a:r>
              <a:rPr lang="en-US" sz="1200" b="0" i="0">
                <a:effectLst/>
                <a:latin typeface="Segoe UI" panose="020B0502040204020203" pitchFamily="34" charset="0"/>
              </a:rPr>
              <a:t>It focuses on creating new, unique content, based on the input you provide. </a:t>
            </a:r>
          </a:p>
          <a:p>
            <a:pPr marL="0" indent="0">
              <a:buFont typeface="Arial" panose="020B0604020202020204" pitchFamily="34" charset="0"/>
              <a:buNone/>
            </a:pPr>
            <a:r>
              <a:rPr lang="en-US" sz="1200" b="0" i="0">
                <a:effectLst/>
                <a:latin typeface="Segoe UI" panose="020B0502040204020203" pitchFamily="34" charset="0"/>
              </a:rPr>
              <a:t>This input is called </a:t>
            </a:r>
            <a:r>
              <a:rPr lang="en-US" sz="1200" b="1" i="0">
                <a:effectLst/>
                <a:latin typeface="Segoe UI" panose="020B0502040204020203" pitchFamily="34" charset="0"/>
              </a:rPr>
              <a:t>prompting</a:t>
            </a:r>
            <a:r>
              <a:rPr lang="en-US" sz="1200" b="0" i="0">
                <a:effectLst/>
                <a:latin typeface="Segoe UI" panose="020B0502040204020203" pitchFamily="34" charset="0"/>
              </a:rPr>
              <a:t>, which just means asking AI for specific things. </a:t>
            </a:r>
          </a:p>
          <a:p>
            <a:pPr marL="0" indent="0">
              <a:buFont typeface="Arial" panose="020B0604020202020204" pitchFamily="34" charset="0"/>
              <a:buNone/>
            </a:pPr>
            <a:r>
              <a:rPr lang="en-US" sz="1200" b="0" i="0">
                <a:effectLst/>
                <a:latin typeface="Segoe UI" panose="020B0502040204020203" pitchFamily="34" charset="0"/>
              </a:rPr>
              <a:t>It can even produce creative content, such as writing poems, composing melodies, or designing graphics, based on the patterns and styles it learned.</a:t>
            </a:r>
          </a:p>
          <a:p>
            <a:pPr marL="0" indent="0">
              <a:buFont typeface="Arial" panose="020B0604020202020204" pitchFamily="34" charset="0"/>
              <a:buNone/>
            </a:pPr>
            <a:r>
              <a:rPr lang="en-US" sz="1200">
                <a:latin typeface="Segoe UI" panose="020B0502040204020203" pitchFamily="34" charset="0"/>
              </a:rPr>
              <a:t>Generative AI can simplify everyday tasks and enhances productivity substantially if being used smart and often.</a:t>
            </a:r>
            <a:endParaRPr lang="de-DE" sz="1200"/>
          </a:p>
          <a:p>
            <a:r>
              <a:rPr lang="en-US" sz="1200" b="0" i="0">
                <a:effectLst/>
                <a:latin typeface="Segoe UI" panose="020B0502040204020203" pitchFamily="34" charset="0"/>
              </a:rPr>
              <a:t>If you are interested in diving deeper into the foundations, follow this </a:t>
            </a:r>
            <a:r>
              <a:rPr lang="en-US" sz="1200" b="0" i="0">
                <a:effectLst/>
                <a:latin typeface="Segoe UI" panose="020B0502040204020203" pitchFamily="34" charset="0"/>
                <a:hlinkClick r:id="rId3"/>
              </a:rPr>
              <a:t>external link</a:t>
            </a:r>
            <a:r>
              <a:rPr lang="en-US" sz="1200" b="0" i="0">
                <a:effectLst/>
                <a:latin typeface="Segoe UI" panose="020B0502040204020203" pitchFamily="34" charset="0"/>
              </a:rPr>
              <a:t>.</a:t>
            </a:r>
          </a:p>
          <a:p>
            <a:r>
              <a:rPr lang="de-DE" sz="1200"/>
              <a:t>To </a:t>
            </a:r>
            <a:r>
              <a:rPr lang="de-DE" sz="1200" err="1"/>
              <a:t>continue</a:t>
            </a:r>
            <a:r>
              <a:rPr lang="de-DE" sz="1200"/>
              <a:t> </a:t>
            </a:r>
            <a:r>
              <a:rPr lang="de-DE" sz="1200" err="1"/>
              <a:t>click</a:t>
            </a:r>
            <a:r>
              <a:rPr lang="de-DE" sz="1200"/>
              <a:t> </a:t>
            </a:r>
            <a:r>
              <a:rPr lang="de-DE" sz="1200" err="1"/>
              <a:t>next</a:t>
            </a:r>
            <a:endParaRPr lang="de-DE" sz="1200"/>
          </a:p>
        </p:txBody>
      </p:sp>
      <p:sp>
        <p:nvSpPr>
          <p:cNvPr id="4" name="Foliennummernplatzhalter 3"/>
          <p:cNvSpPr>
            <a:spLocks noGrp="1"/>
          </p:cNvSpPr>
          <p:nvPr>
            <p:ph type="sldNum" sz="quarter" idx="5"/>
          </p:nvPr>
        </p:nvSpPr>
        <p:spPr/>
        <p:txBody>
          <a:bodyPr/>
          <a:lstStyle/>
          <a:p>
            <a:pPr rtl="0"/>
            <a:fld id="{D4B9A9E5-4F7F-4A7D-9DE1-899232329269}" type="slidenum">
              <a:rPr lang="de-DE" noProof="0" smtClean="0"/>
              <a:t>5</a:t>
            </a:fld>
            <a:endParaRPr lang="de-DE" noProof="0"/>
          </a:p>
        </p:txBody>
      </p:sp>
    </p:spTree>
    <p:extLst>
      <p:ext uri="{BB962C8B-B14F-4D97-AF65-F5344CB8AC3E}">
        <p14:creationId xmlns:p14="http://schemas.microsoft.com/office/powerpoint/2010/main" val="40804196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D91984-E293-8C65-76EB-1BC7608A888E}"/>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5C9866C-ED5E-65C8-7703-94FE6B344BC3}"/>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E9DAEDF9-D710-A130-EE9D-0427C3B55805}"/>
              </a:ext>
            </a:extLst>
          </p:cNvPr>
          <p:cNvSpPr>
            <a:spLocks noGrp="1"/>
          </p:cNvSpPr>
          <p:nvPr>
            <p:ph type="body" idx="1"/>
          </p:nvPr>
        </p:nvSpPr>
        <p:spPr/>
        <p:txBody>
          <a:bodyPr/>
          <a:lstStyle/>
          <a:p>
            <a:r>
              <a:rPr lang="de-DE" err="1"/>
              <a:t>Responsible</a:t>
            </a:r>
            <a:r>
              <a:rPr lang="de-DE"/>
              <a:t> ai</a:t>
            </a:r>
            <a:endParaRPr lang="en-US" sz="1200" b="0" i="0">
              <a:effectLst/>
              <a:latin typeface="Segoe UI" panose="020B0502040204020203" pitchFamily="34" charset="0"/>
            </a:endParaRPr>
          </a:p>
          <a:p>
            <a:r>
              <a:rPr lang="en-US" sz="1200" b="0" i="0" err="1">
                <a:effectLst/>
                <a:latin typeface="Segoe UI" panose="020B0502040204020203" pitchFamily="34" charset="0"/>
              </a:rPr>
              <a:t>Microsofts</a:t>
            </a:r>
            <a:r>
              <a:rPr lang="en-US" sz="1200" b="0" i="0">
                <a:effectLst/>
                <a:latin typeface="Segoe UI" panose="020B0502040204020203" pitchFamily="34" charset="0"/>
              </a:rPr>
              <a:t> “Responsible AI standard” consolidates essential practices to ensure compliance with emerging AI laws and regulations. It is based on six main principles, every development is committed to</a:t>
            </a:r>
          </a:p>
          <a:p>
            <a:r>
              <a:rPr lang="en-US" sz="1200" b="0" i="0">
                <a:effectLst/>
                <a:latin typeface="Segoe UI" panose="020B0502040204020203" pitchFamily="34" charset="0"/>
              </a:rPr>
              <a:t>Fairness: AI systems should treat all people fairly</a:t>
            </a:r>
          </a:p>
          <a:p>
            <a:r>
              <a:rPr lang="en-US" sz="1200" b="0" i="0">
                <a:effectLst/>
                <a:latin typeface="Segoe UI" panose="020B0502040204020203" pitchFamily="34" charset="0"/>
              </a:rPr>
              <a:t>Reliability and Safety: AI systems should perform reliably and safely</a:t>
            </a:r>
          </a:p>
          <a:p>
            <a:r>
              <a:rPr lang="en-US" sz="1200" b="0" i="0">
                <a:effectLst/>
                <a:latin typeface="Segoe UI" panose="020B0502040204020203" pitchFamily="34" charset="0"/>
              </a:rPr>
              <a:t>Privacy and Security: AI systems should be secure &amp; respect privacy</a:t>
            </a:r>
          </a:p>
          <a:p>
            <a:r>
              <a:rPr lang="en-US" sz="1200" b="0" i="0">
                <a:effectLst/>
                <a:latin typeface="Segoe UI" panose="020B0502040204020203" pitchFamily="34" charset="0"/>
              </a:rPr>
              <a:t>Inclusiveness: AI systems should empower everyone and engage all people, regardless of their backgrounds</a:t>
            </a:r>
          </a:p>
          <a:p>
            <a:r>
              <a:rPr lang="en-US" sz="1200" b="0" i="0">
                <a:effectLst/>
                <a:latin typeface="Segoe UI" panose="020B0502040204020203" pitchFamily="34" charset="0"/>
              </a:rPr>
              <a:t>Transparency: AI systems should be understandable</a:t>
            </a:r>
          </a:p>
          <a:p>
            <a:r>
              <a:rPr lang="en-US" sz="1200" b="0" i="0">
                <a:effectLst/>
                <a:latin typeface="Segoe UI" panose="020B0502040204020203" pitchFamily="34" charset="0"/>
              </a:rPr>
              <a:t>Accountability: People should be accountable for AI systems</a:t>
            </a:r>
          </a:p>
          <a:p>
            <a:r>
              <a:rPr lang="en-US" sz="1200" b="0" i="0">
                <a:effectLst/>
                <a:latin typeface="Segoe UI" panose="020B0502040204020203" pitchFamily="34" charset="0"/>
              </a:rPr>
              <a:t>If you are interested in diving deeper into </a:t>
            </a:r>
            <a:r>
              <a:rPr lang="en-US" sz="1200" b="0" i="0" err="1">
                <a:effectLst/>
                <a:latin typeface="Segoe UI" panose="020B0502040204020203" pitchFamily="34" charset="0"/>
              </a:rPr>
              <a:t>Microsofts</a:t>
            </a:r>
            <a:r>
              <a:rPr lang="en-US" sz="1200" b="0" i="0">
                <a:effectLst/>
                <a:latin typeface="Segoe UI" panose="020B0502040204020203" pitchFamily="34" charset="0"/>
              </a:rPr>
              <a:t> approach on Responsible AI, follow this external link.</a:t>
            </a:r>
          </a:p>
          <a:p>
            <a:r>
              <a:rPr lang="en-US" sz="1200" b="0" i="0">
                <a:effectLst/>
                <a:latin typeface="Segoe UI" panose="020B0502040204020203" pitchFamily="34" charset="0"/>
              </a:rPr>
              <a:t>To continue click next</a:t>
            </a:r>
          </a:p>
        </p:txBody>
      </p:sp>
      <p:sp>
        <p:nvSpPr>
          <p:cNvPr id="4" name="Foliennummernplatzhalter 3">
            <a:extLst>
              <a:ext uri="{FF2B5EF4-FFF2-40B4-BE49-F238E27FC236}">
                <a16:creationId xmlns:a16="http://schemas.microsoft.com/office/drawing/2014/main" id="{FE8E50EC-46E0-F481-D82B-F451788F5B5A}"/>
              </a:ext>
            </a:extLst>
          </p:cNvPr>
          <p:cNvSpPr>
            <a:spLocks noGrp="1"/>
          </p:cNvSpPr>
          <p:nvPr>
            <p:ph type="sldNum" sz="quarter" idx="5"/>
          </p:nvPr>
        </p:nvSpPr>
        <p:spPr/>
        <p:txBody>
          <a:bodyPr/>
          <a:lstStyle/>
          <a:p>
            <a:pPr rtl="0"/>
            <a:fld id="{D4B9A9E5-4F7F-4A7D-9DE1-899232329269}" type="slidenum">
              <a:rPr lang="de-DE" noProof="0" smtClean="0"/>
              <a:t>6</a:t>
            </a:fld>
            <a:endParaRPr lang="de-DE" noProof="0"/>
          </a:p>
        </p:txBody>
      </p:sp>
    </p:spTree>
    <p:extLst>
      <p:ext uri="{BB962C8B-B14F-4D97-AF65-F5344CB8AC3E}">
        <p14:creationId xmlns:p14="http://schemas.microsoft.com/office/powerpoint/2010/main" val="8419272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4CC445-59C6-26E7-15E3-4EE4EB8A2781}"/>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89B9925F-130A-12EC-8CA6-A57BD152A7B9}"/>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0945568C-C8FE-5224-1AF1-4EC800BAF4D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a:t>Safe ai</a:t>
            </a:r>
            <a:endParaRPr lang="en-US" sz="1200">
              <a:latin typeface="Segoe UI" panose="020B0502040204020203" pitchFamily="34" charset="0"/>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Segoe UI" panose="020B0502040204020203" pitchFamily="34" charset="0"/>
                <a:cs typeface="Segoe UI" panose="020B0502040204020203" pitchFamily="34" charset="0"/>
              </a:rPr>
              <a:t>Microsoft has a long-standing practice of protecting customers’ information. The approach of Responsible AI is built on the foundation of dedication to core values of privacy, security, and safety in all generative AI products and solutions.  </a:t>
            </a:r>
            <a:endParaRPr lang="en-US" sz="1200" b="0" i="0">
              <a:effectLst/>
              <a:latin typeface="Segoe UI" panose="020B0502040204020203" pitchFamily="34" charset="0"/>
              <a:cs typeface="Segoe UI" panose="020B0502040204020203" pitchFamily="34" charset="0"/>
            </a:endParaRPr>
          </a:p>
          <a:p>
            <a:r>
              <a:rPr lang="en-US" sz="1200" b="0" i="0">
                <a:effectLst/>
                <a:latin typeface="Segoe UI" panose="020B0502040204020203" pitchFamily="34" charset="0"/>
              </a:rPr>
              <a:t>Your data will be kept private</a:t>
            </a:r>
          </a:p>
          <a:p>
            <a:r>
              <a:rPr lang="en-US" sz="1200" b="0" i="0">
                <a:effectLst/>
                <a:latin typeface="Segoe UI" panose="020B0502040204020203" pitchFamily="34" charset="0"/>
              </a:rPr>
              <a:t>You are in control of your organizations data</a:t>
            </a:r>
          </a:p>
          <a:p>
            <a:r>
              <a:rPr lang="en-US" sz="1200" b="0" i="0">
                <a:effectLst/>
                <a:latin typeface="Segoe UI" panose="020B0502040204020203" pitchFamily="34" charset="0"/>
              </a:rPr>
              <a:t>Your access control and policies are maintained</a:t>
            </a:r>
          </a:p>
          <a:p>
            <a:r>
              <a:rPr lang="en-US" sz="1200" b="0" i="0">
                <a:effectLst/>
                <a:latin typeface="Segoe UI" panose="020B0502040204020203" pitchFamily="34" charset="0"/>
              </a:rPr>
              <a:t>Your organizations data is not shared</a:t>
            </a:r>
          </a:p>
          <a:p>
            <a:r>
              <a:rPr lang="en-US" sz="1200" b="0" i="0">
                <a:effectLst/>
                <a:latin typeface="Segoe UI" panose="020B0502040204020203" pitchFamily="34" charset="0"/>
              </a:rPr>
              <a:t>Your organization’s data privacy and security are protected by design</a:t>
            </a:r>
          </a:p>
          <a:p>
            <a:r>
              <a:rPr lang="en-US" sz="1200" b="0" i="0">
                <a:effectLst/>
                <a:latin typeface="Segoe UI" panose="020B0502040204020203" pitchFamily="34" charset="0"/>
              </a:rPr>
              <a:t>Your organization’s data is not used to train foundation models</a:t>
            </a:r>
          </a:p>
          <a:p>
            <a:r>
              <a:rPr lang="en-US" sz="1200" b="0" i="0" err="1">
                <a:effectLst/>
                <a:latin typeface="Segoe UI" panose="020B0502040204020203" pitchFamily="34" charset="0"/>
              </a:rPr>
              <a:t>Microsofts</a:t>
            </a:r>
            <a:r>
              <a:rPr lang="en-US" sz="1200" b="0" i="0">
                <a:effectLst/>
                <a:latin typeface="Segoe UI" panose="020B0502040204020203" pitchFamily="34" charset="0"/>
              </a:rPr>
              <a:t> products and solutions continue to comply with global data protection regulations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a:effectLst/>
                <a:latin typeface="Segoe UI" panose="020B0502040204020203" pitchFamily="34" charset="0"/>
              </a:rPr>
              <a:t>If you are interested in diving deeper into </a:t>
            </a:r>
            <a:r>
              <a:rPr lang="en-US" sz="1200" b="0" i="0" err="1">
                <a:effectLst/>
                <a:latin typeface="Segoe UI" panose="020B0502040204020203" pitchFamily="34" charset="0"/>
              </a:rPr>
              <a:t>Microsofts</a:t>
            </a:r>
            <a:r>
              <a:rPr lang="en-US" sz="1200" b="0" i="0">
                <a:effectLst/>
                <a:latin typeface="Segoe UI" panose="020B0502040204020203" pitchFamily="34" charset="0"/>
              </a:rPr>
              <a:t> approach on keeping AI safe and secure follow this </a:t>
            </a:r>
            <a:r>
              <a:rPr lang="en-US" sz="1200" b="0" i="0">
                <a:effectLst/>
                <a:latin typeface="Segoe UI" panose="020B0502040204020203" pitchFamily="34" charset="0"/>
                <a:hlinkClick r:id="rId3"/>
              </a:rPr>
              <a:t>external link</a:t>
            </a:r>
            <a:r>
              <a:rPr lang="en-US" sz="1200" b="0" i="0">
                <a:effectLst/>
                <a:latin typeface="Segoe UI" panose="020B0502040204020203" pitchFamily="34" charset="0"/>
              </a:rPr>
              <a:t>.</a:t>
            </a:r>
            <a:endParaRPr lang="de-DE" sz="120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a:effectLst/>
                <a:latin typeface="Segoe UI" panose="020B0502040204020203" pitchFamily="34" charset="0"/>
              </a:rPr>
              <a:t>To continue, click next</a:t>
            </a:r>
          </a:p>
        </p:txBody>
      </p:sp>
      <p:sp>
        <p:nvSpPr>
          <p:cNvPr id="4" name="Foliennummernplatzhalter 3">
            <a:extLst>
              <a:ext uri="{FF2B5EF4-FFF2-40B4-BE49-F238E27FC236}">
                <a16:creationId xmlns:a16="http://schemas.microsoft.com/office/drawing/2014/main" id="{6288E7B7-161A-F7D7-8009-A58B6C2C76A8}"/>
              </a:ext>
            </a:extLst>
          </p:cNvPr>
          <p:cNvSpPr>
            <a:spLocks noGrp="1"/>
          </p:cNvSpPr>
          <p:nvPr>
            <p:ph type="sldNum" sz="quarter" idx="5"/>
          </p:nvPr>
        </p:nvSpPr>
        <p:spPr/>
        <p:txBody>
          <a:bodyPr/>
          <a:lstStyle/>
          <a:p>
            <a:pPr rtl="0"/>
            <a:fld id="{D4B9A9E5-4F7F-4A7D-9DE1-899232329269}" type="slidenum">
              <a:rPr lang="de-DE" noProof="0" smtClean="0"/>
              <a:t>7</a:t>
            </a:fld>
            <a:endParaRPr lang="de-DE" noProof="0"/>
          </a:p>
        </p:txBody>
      </p:sp>
    </p:spTree>
    <p:extLst>
      <p:ext uri="{BB962C8B-B14F-4D97-AF65-F5344CB8AC3E}">
        <p14:creationId xmlns:p14="http://schemas.microsoft.com/office/powerpoint/2010/main" val="34610715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F76D6F-E5F1-F91C-600C-2B8FBE043E3E}"/>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96542751-4833-4B62-A8D2-1434D6A304E7}"/>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7B6A931F-BDE4-C820-E15C-215D3DC4C034}"/>
              </a:ext>
            </a:extLst>
          </p:cNvPr>
          <p:cNvSpPr>
            <a:spLocks noGrp="1"/>
          </p:cNvSpPr>
          <p:nvPr>
            <p:ph type="body" idx="1"/>
          </p:nvPr>
        </p:nvSpPr>
        <p:spPr/>
        <p:txBody>
          <a:bodyPr/>
          <a:lstStyle/>
          <a:p>
            <a:r>
              <a:rPr lang="de-DE" err="1"/>
              <a:t>Accessibility</a:t>
            </a:r>
            <a:r>
              <a:rPr lang="de-DE"/>
              <a:t> &amp; Gen AI</a:t>
            </a:r>
            <a:endParaRPr lang="en-US" sz="1200" b="0" i="0">
              <a:effectLst/>
              <a:latin typeface="Segoe UI" panose="020B0502040204020203" pitchFamily="34" charset="0"/>
            </a:endParaRPr>
          </a:p>
          <a:p>
            <a:r>
              <a:rPr lang="en-US" sz="1200" b="0" i="0">
                <a:effectLst/>
                <a:latin typeface="Segoe UI" panose="020B0502040204020203" pitchFamily="34" charset="0"/>
              </a:rPr>
              <a:t>Microsoft wants to provide the best possible experience for all customers. Creating accessible, inclusive products is one of the main foundations of the development process. </a:t>
            </a:r>
          </a:p>
          <a:p>
            <a:r>
              <a:rPr lang="en-US" sz="1200" b="0" i="0">
                <a:effectLst/>
                <a:latin typeface="Segoe UI" panose="020B0502040204020203" pitchFamily="34" charset="0"/>
              </a:rPr>
              <a:t>As well as other office products, also Microsoft 365 Copilot Chat contains capabilities to support everyone to achieve more for example by making it accessible with </a:t>
            </a:r>
            <a:r>
              <a:rPr lang="en-US" sz="1200" b="0" i="0" err="1">
                <a:effectLst/>
                <a:latin typeface="Segoe UI" panose="020B0502040204020203" pitchFamily="34" charset="0"/>
              </a:rPr>
              <a:t>Screenreader</a:t>
            </a:r>
            <a:r>
              <a:rPr lang="en-US" sz="1200" b="0" i="0">
                <a:effectLst/>
                <a:latin typeface="Segoe UI" panose="020B0502040204020203" pitchFamily="34" charset="0"/>
              </a:rPr>
              <a:t>.</a:t>
            </a:r>
          </a:p>
          <a:p>
            <a:r>
              <a:rPr lang="en-US" sz="1200" b="0" i="0">
                <a:effectLst/>
                <a:latin typeface="Segoe UI" panose="020B0502040204020203" pitchFamily="34" charset="0"/>
              </a:rPr>
              <a:t>A list of the constantly growing accessibility features can be found following this external link</a:t>
            </a:r>
          </a:p>
          <a:p>
            <a:r>
              <a:rPr lang="en-US" sz="1200" b="0" i="0">
                <a:effectLst/>
                <a:latin typeface="Segoe UI" panose="020B0502040204020203" pitchFamily="34" charset="0"/>
              </a:rPr>
              <a:t>The Microsoft Accessibility help &amp; learning hub can be accessed following this external link</a:t>
            </a:r>
          </a:p>
          <a:p>
            <a:r>
              <a:rPr lang="en-US" sz="1200" b="0" i="0">
                <a:effectLst/>
                <a:latin typeface="Segoe UI" panose="020B0502040204020203" pitchFamily="34" charset="0"/>
              </a:rPr>
              <a:t>You can also get support from the disability answer desk following this external link</a:t>
            </a:r>
          </a:p>
          <a:p>
            <a:r>
              <a:rPr lang="en-US" sz="1200" b="0" i="0">
                <a:effectLst/>
                <a:latin typeface="Segoe UI" panose="020B0502040204020203" pitchFamily="34" charset="0"/>
              </a:rPr>
              <a:t>Or ask </a:t>
            </a:r>
            <a:r>
              <a:rPr lang="en-US" sz="1200" b="0" i="0" err="1">
                <a:effectLst/>
                <a:latin typeface="Segoe UI" panose="020B0502040204020203" pitchFamily="34" charset="0"/>
              </a:rPr>
              <a:t>Microsofts</a:t>
            </a:r>
            <a:r>
              <a:rPr lang="en-US" sz="1200" b="0" i="0">
                <a:effectLst/>
                <a:latin typeface="Segoe UI" panose="020B0502040204020203" pitchFamily="34" charset="0"/>
              </a:rPr>
              <a:t> accessibility AI tool clicking this external link</a:t>
            </a:r>
          </a:p>
          <a:p>
            <a:r>
              <a:rPr lang="en-US" sz="1200" b="0" i="0">
                <a:effectLst/>
                <a:latin typeface="Segoe UI" panose="020B0502040204020203" pitchFamily="34" charset="0"/>
              </a:rPr>
              <a:t>To continue, click next</a:t>
            </a:r>
          </a:p>
        </p:txBody>
      </p:sp>
      <p:sp>
        <p:nvSpPr>
          <p:cNvPr id="4" name="Foliennummernplatzhalter 3">
            <a:extLst>
              <a:ext uri="{FF2B5EF4-FFF2-40B4-BE49-F238E27FC236}">
                <a16:creationId xmlns:a16="http://schemas.microsoft.com/office/drawing/2014/main" id="{ED6F9DFB-47C7-5150-85E9-F50C1871725B}"/>
              </a:ext>
            </a:extLst>
          </p:cNvPr>
          <p:cNvSpPr>
            <a:spLocks noGrp="1"/>
          </p:cNvSpPr>
          <p:nvPr>
            <p:ph type="sldNum" sz="quarter" idx="5"/>
          </p:nvPr>
        </p:nvSpPr>
        <p:spPr/>
        <p:txBody>
          <a:bodyPr/>
          <a:lstStyle/>
          <a:p>
            <a:pPr rtl="0"/>
            <a:fld id="{D4B9A9E5-4F7F-4A7D-9DE1-899232329269}" type="slidenum">
              <a:rPr lang="de-DE" noProof="0" smtClean="0"/>
              <a:t>8</a:t>
            </a:fld>
            <a:endParaRPr lang="de-DE" noProof="0"/>
          </a:p>
        </p:txBody>
      </p:sp>
    </p:spTree>
    <p:extLst>
      <p:ext uri="{BB962C8B-B14F-4D97-AF65-F5344CB8AC3E}">
        <p14:creationId xmlns:p14="http://schemas.microsoft.com/office/powerpoint/2010/main" val="36082351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0046D-6EAA-9A4C-E3FB-9774C41E3036}"/>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1042857B-5D34-A4A0-6D67-A3E24B63A01E}"/>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88AE9A79-1E53-5087-FBC6-2BAF357B9F1B}"/>
              </a:ext>
            </a:extLst>
          </p:cNvPr>
          <p:cNvSpPr>
            <a:spLocks noGrp="1"/>
          </p:cNvSpPr>
          <p:nvPr>
            <p:ph type="body" idx="1"/>
          </p:nvPr>
        </p:nvSpPr>
        <p:spPr/>
        <p:txBody>
          <a:bodyPr/>
          <a:lstStyle/>
          <a:p>
            <a:r>
              <a:rPr lang="de-DE" err="1"/>
              <a:t>Before</a:t>
            </a:r>
            <a:r>
              <a:rPr lang="de-DE"/>
              <a:t> </a:t>
            </a:r>
            <a:r>
              <a:rPr lang="de-DE" err="1"/>
              <a:t>we</a:t>
            </a:r>
            <a:r>
              <a:rPr lang="de-DE"/>
              <a:t> </a:t>
            </a:r>
            <a:r>
              <a:rPr lang="de-DE" err="1"/>
              <a:t>start</a:t>
            </a:r>
            <a:endParaRPr lang="de-DE"/>
          </a:p>
          <a:p>
            <a:r>
              <a:rPr lang="en-US"/>
              <a:t>When using Generative AI within your work environment, be sure to stick with these best practices to stay safe and secure.</a:t>
            </a:r>
          </a:p>
          <a:p>
            <a:r>
              <a:rPr lang="en-US"/>
              <a:t>Only use company provided solutions</a:t>
            </a:r>
          </a:p>
          <a:p>
            <a:r>
              <a:rPr lang="en-US"/>
              <a:t>Especially free-to-use consumer services often don’t comply with regulatory and organizational requirements</a:t>
            </a:r>
          </a:p>
          <a:p>
            <a:r>
              <a:rPr lang="en-US"/>
              <a:t>Only share as much data as needed to do the job</a:t>
            </a:r>
          </a:p>
          <a:p>
            <a:r>
              <a:rPr lang="en-US"/>
              <a:t>Don’t share personal data not needed to perform the action</a:t>
            </a:r>
          </a:p>
          <a:p>
            <a:r>
              <a:rPr lang="en-US"/>
              <a:t>Keep organizational data’s protection, don’t override or bypass</a:t>
            </a:r>
          </a:p>
          <a:p>
            <a:r>
              <a:rPr lang="en-US"/>
              <a:t>Following these habits makes sure to keep your personal as well as organizational data protected.</a:t>
            </a:r>
          </a:p>
          <a:p>
            <a:r>
              <a:rPr lang="en-US" sz="1200" b="0" i="0">
                <a:effectLst/>
                <a:latin typeface="Segoe UI" panose="020B0502040204020203" pitchFamily="34" charset="0"/>
              </a:rPr>
              <a:t>To continue, click next</a:t>
            </a:r>
          </a:p>
        </p:txBody>
      </p:sp>
      <p:sp>
        <p:nvSpPr>
          <p:cNvPr id="4" name="Foliennummernplatzhalter 3">
            <a:extLst>
              <a:ext uri="{FF2B5EF4-FFF2-40B4-BE49-F238E27FC236}">
                <a16:creationId xmlns:a16="http://schemas.microsoft.com/office/drawing/2014/main" id="{890B03A2-B66D-90C0-A843-42C09DA21BA8}"/>
              </a:ext>
            </a:extLst>
          </p:cNvPr>
          <p:cNvSpPr>
            <a:spLocks noGrp="1"/>
          </p:cNvSpPr>
          <p:nvPr>
            <p:ph type="sldNum" sz="quarter" idx="5"/>
          </p:nvPr>
        </p:nvSpPr>
        <p:spPr/>
        <p:txBody>
          <a:bodyPr/>
          <a:lstStyle/>
          <a:p>
            <a:pPr rtl="0"/>
            <a:fld id="{D4B9A9E5-4F7F-4A7D-9DE1-899232329269}" type="slidenum">
              <a:rPr lang="de-DE" noProof="0" smtClean="0"/>
              <a:t>9</a:t>
            </a:fld>
            <a:endParaRPr lang="de-DE" noProof="0"/>
          </a:p>
        </p:txBody>
      </p:sp>
    </p:spTree>
    <p:extLst>
      <p:ext uri="{BB962C8B-B14F-4D97-AF65-F5344CB8AC3E}">
        <p14:creationId xmlns:p14="http://schemas.microsoft.com/office/powerpoint/2010/main" val="21786271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4FC07-B75E-A4FA-64C8-E3288DFAC275}"/>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3A80224E-1799-203A-6EA3-CD8981517039}"/>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DE08548C-1418-2886-D88A-CF30987873EB}"/>
              </a:ext>
            </a:extLst>
          </p:cNvPr>
          <p:cNvSpPr>
            <a:spLocks noGrp="1"/>
          </p:cNvSpPr>
          <p:nvPr>
            <p:ph type="body" idx="1"/>
          </p:nvPr>
        </p:nvSpPr>
        <p:spPr/>
        <p:txBody>
          <a:bodyPr/>
          <a:lstStyle/>
          <a:p>
            <a:r>
              <a:rPr lang="de-DE" err="1"/>
              <a:t>What</a:t>
            </a:r>
            <a:r>
              <a:rPr lang="de-DE"/>
              <a:t> Gen AI Can Do </a:t>
            </a:r>
            <a:r>
              <a:rPr lang="de-DE" err="1"/>
              <a:t>for</a:t>
            </a:r>
            <a:r>
              <a:rPr lang="de-DE"/>
              <a:t> </a:t>
            </a:r>
            <a:r>
              <a:rPr lang="de-DE" err="1"/>
              <a:t>you</a:t>
            </a:r>
            <a:endParaRPr lang="de-DE"/>
          </a:p>
          <a:p>
            <a:r>
              <a:rPr lang="en-US" sz="1200" b="0" kern="1200">
                <a:solidFill>
                  <a:schemeClr val="tx1"/>
                </a:solidFill>
                <a:effectLst/>
                <a:latin typeface="+mn-lt"/>
                <a:ea typeface="+mn-ea"/>
                <a:cs typeface="+mn-cs"/>
              </a:rPr>
              <a:t>Imagine Microsoft 365 Copilot Chat as  a smart assistant that can simplify your daily routines by helping you with various tasks and make your life a bit easier. Here are some everyday examples of how you might use it:</a:t>
            </a:r>
          </a:p>
          <a:p>
            <a:r>
              <a:rPr lang="en-US" sz="1200" b="0" kern="1200">
                <a:solidFill>
                  <a:schemeClr val="tx1"/>
                </a:solidFill>
                <a:effectLst/>
                <a:latin typeface="+mn-lt"/>
                <a:ea typeface="+mn-ea"/>
                <a:cs typeface="+mn-cs"/>
              </a:rPr>
              <a:t>Write creative content such as composing e-mails, generating blog posts or brainstorming ideas</a:t>
            </a:r>
          </a:p>
          <a:p>
            <a:r>
              <a:rPr lang="en-US" sz="1200" b="0" kern="1200">
                <a:solidFill>
                  <a:schemeClr val="tx1"/>
                </a:solidFill>
                <a:effectLst/>
                <a:latin typeface="+mn-lt"/>
                <a:ea typeface="+mn-ea"/>
                <a:cs typeface="+mn-cs"/>
              </a:rPr>
              <a:t>Organize and plan, for example your next business trip, the companies next event or just get help in prioritizing your tasks </a:t>
            </a:r>
          </a:p>
          <a:p>
            <a:r>
              <a:rPr lang="en-US" sz="1200" b="0" kern="1200">
                <a:solidFill>
                  <a:schemeClr val="tx1"/>
                </a:solidFill>
                <a:effectLst/>
                <a:latin typeface="+mn-lt"/>
                <a:ea typeface="+mn-ea"/>
                <a:cs typeface="+mn-cs"/>
              </a:rPr>
              <a:t>Get personal assistance by answering questions, providing </a:t>
            </a:r>
            <a:r>
              <a:rPr lang="en-US" sz="1200" b="0" kern="1200" err="1">
                <a:solidFill>
                  <a:schemeClr val="tx1"/>
                </a:solidFill>
                <a:effectLst/>
                <a:latin typeface="+mn-lt"/>
                <a:ea typeface="+mn-ea"/>
                <a:cs typeface="+mn-cs"/>
              </a:rPr>
              <a:t>recommondations</a:t>
            </a:r>
            <a:r>
              <a:rPr lang="en-US" sz="1200" b="0" kern="1200">
                <a:solidFill>
                  <a:schemeClr val="tx1"/>
                </a:solidFill>
                <a:effectLst/>
                <a:latin typeface="+mn-lt"/>
                <a:ea typeface="+mn-ea"/>
                <a:cs typeface="+mn-cs"/>
              </a:rPr>
              <a:t> or automating tasks</a:t>
            </a:r>
          </a:p>
          <a:p>
            <a:r>
              <a:rPr lang="en-US" sz="1200" b="0" kern="1200">
                <a:solidFill>
                  <a:schemeClr val="tx1"/>
                </a:solidFill>
                <a:effectLst/>
                <a:latin typeface="+mn-lt"/>
                <a:ea typeface="+mn-ea"/>
                <a:cs typeface="+mn-cs"/>
              </a:rPr>
              <a:t>To continue, click next</a:t>
            </a:r>
          </a:p>
        </p:txBody>
      </p:sp>
      <p:sp>
        <p:nvSpPr>
          <p:cNvPr id="4" name="Foliennummernplatzhalter 3">
            <a:extLst>
              <a:ext uri="{FF2B5EF4-FFF2-40B4-BE49-F238E27FC236}">
                <a16:creationId xmlns:a16="http://schemas.microsoft.com/office/drawing/2014/main" id="{AC6B5C40-3613-898D-0A50-075D5D511BE8}"/>
              </a:ext>
            </a:extLst>
          </p:cNvPr>
          <p:cNvSpPr>
            <a:spLocks noGrp="1"/>
          </p:cNvSpPr>
          <p:nvPr>
            <p:ph type="sldNum" sz="quarter" idx="5"/>
          </p:nvPr>
        </p:nvSpPr>
        <p:spPr/>
        <p:txBody>
          <a:bodyPr/>
          <a:lstStyle/>
          <a:p>
            <a:pPr rtl="0"/>
            <a:fld id="{D4B9A9E5-4F7F-4A7D-9DE1-899232329269}" type="slidenum">
              <a:rPr lang="de-DE" noProof="0" smtClean="0"/>
              <a:t>10</a:t>
            </a:fld>
            <a:endParaRPr lang="de-DE" noProof="0"/>
          </a:p>
        </p:txBody>
      </p:sp>
    </p:spTree>
    <p:extLst>
      <p:ext uri="{BB962C8B-B14F-4D97-AF65-F5344CB8AC3E}">
        <p14:creationId xmlns:p14="http://schemas.microsoft.com/office/powerpoint/2010/main" val="14667417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5A3CB-B8E1-259A-B4E9-1734DF448A84}"/>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7860ADE-FD3E-22D0-6093-EDFC86714CDD}"/>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2B4F1730-50CA-17E8-2449-3889E68711AB}"/>
              </a:ext>
            </a:extLst>
          </p:cNvPr>
          <p:cNvSpPr>
            <a:spLocks noGrp="1"/>
          </p:cNvSpPr>
          <p:nvPr>
            <p:ph type="body" idx="1"/>
          </p:nvPr>
        </p:nvSpPr>
        <p:spPr/>
        <p:txBody>
          <a:bodyPr/>
          <a:lstStyle/>
          <a:p>
            <a:r>
              <a:rPr lang="de-DE" err="1"/>
              <a:t>Get</a:t>
            </a:r>
            <a:r>
              <a:rPr lang="de-DE"/>
              <a:t> </a:t>
            </a:r>
            <a:r>
              <a:rPr lang="de-DE" err="1"/>
              <a:t>started</a:t>
            </a:r>
            <a:r>
              <a:rPr lang="de-DE"/>
              <a:t> </a:t>
            </a:r>
            <a:r>
              <a:rPr lang="de-DE" err="1"/>
              <a:t>with</a:t>
            </a:r>
            <a:r>
              <a:rPr lang="de-DE"/>
              <a:t> </a:t>
            </a:r>
            <a:r>
              <a:rPr lang="de-DE" err="1"/>
              <a:t>copilot</a:t>
            </a:r>
            <a:r>
              <a:rPr lang="de-DE"/>
              <a:t> </a:t>
            </a:r>
            <a:r>
              <a:rPr lang="de-DE" err="1"/>
              <a:t>chat</a:t>
            </a:r>
            <a:endParaRPr lang="en-US"/>
          </a:p>
          <a:p>
            <a:r>
              <a:rPr lang="en-US"/>
              <a:t>Microsoft 365 Copilot Chat is your secure AI chat, grounded in the web and powered by the latest models.</a:t>
            </a:r>
          </a:p>
          <a:p>
            <a:r>
              <a:rPr lang="en-US"/>
              <a:t>It includes standard access to capabilities like file upload, image generation, and models (like GPT-5) whilst the paid Copilot license provides priority access and work data grounding</a:t>
            </a:r>
          </a:p>
          <a:p>
            <a:r>
              <a:rPr lang="en-US"/>
              <a:t>It is safe to use as it respects your organizations' IT controls, enterprise data protection and agent management</a:t>
            </a:r>
          </a:p>
          <a:p>
            <a:r>
              <a:rPr lang="en-US"/>
              <a:t>To get started, open the app</a:t>
            </a:r>
          </a:p>
          <a:p>
            <a:r>
              <a:rPr lang="en-US"/>
              <a:t>Or click the link / open your browser and navigate to https://m365.cloud.microsoft/chat/</a:t>
            </a:r>
          </a:p>
          <a:p>
            <a:r>
              <a:rPr lang="en-US"/>
              <a:t>Make sure you are signed in with your </a:t>
            </a:r>
            <a:r>
              <a:rPr lang="en-US" err="1"/>
              <a:t>organisations’</a:t>
            </a:r>
            <a:r>
              <a:rPr lang="en-US"/>
              <a:t> credentials to be safe and secure, protected by enterprise security features</a:t>
            </a:r>
          </a:p>
          <a:p>
            <a:r>
              <a:rPr lang="en-US" sz="1200" b="0" kern="1200">
                <a:solidFill>
                  <a:schemeClr val="tx1"/>
                </a:solidFill>
                <a:effectLst/>
                <a:latin typeface="+mn-lt"/>
                <a:ea typeface="+mn-ea"/>
                <a:cs typeface="+mn-cs"/>
              </a:rPr>
              <a:t>To continue, click next</a:t>
            </a:r>
          </a:p>
        </p:txBody>
      </p:sp>
      <p:sp>
        <p:nvSpPr>
          <p:cNvPr id="4" name="Foliennummernplatzhalter 3">
            <a:extLst>
              <a:ext uri="{FF2B5EF4-FFF2-40B4-BE49-F238E27FC236}">
                <a16:creationId xmlns:a16="http://schemas.microsoft.com/office/drawing/2014/main" id="{C61FC395-D3A0-F80F-212D-EDE6F5543615}"/>
              </a:ext>
            </a:extLst>
          </p:cNvPr>
          <p:cNvSpPr>
            <a:spLocks noGrp="1"/>
          </p:cNvSpPr>
          <p:nvPr>
            <p:ph type="sldNum" sz="quarter" idx="5"/>
          </p:nvPr>
        </p:nvSpPr>
        <p:spPr/>
        <p:txBody>
          <a:bodyPr/>
          <a:lstStyle/>
          <a:p>
            <a:pPr rtl="0"/>
            <a:fld id="{D4B9A9E5-4F7F-4A7D-9DE1-899232329269}" type="slidenum">
              <a:rPr lang="de-DE" noProof="0" smtClean="0"/>
              <a:t>11</a:t>
            </a:fld>
            <a:endParaRPr lang="de-DE" noProof="0"/>
          </a:p>
        </p:txBody>
      </p:sp>
    </p:spTree>
    <p:extLst>
      <p:ext uri="{BB962C8B-B14F-4D97-AF65-F5344CB8AC3E}">
        <p14:creationId xmlns:p14="http://schemas.microsoft.com/office/powerpoint/2010/main" val="9312600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0A791-E321-AB49-290C-2D2C99F20FF4}"/>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589F4FF8-601E-DFC2-3C26-D49A764BB063}"/>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F3F9C57B-9DE5-CC02-D816-89FAFE9FE046}"/>
              </a:ext>
            </a:extLst>
          </p:cNvPr>
          <p:cNvSpPr>
            <a:spLocks noGrp="1"/>
          </p:cNvSpPr>
          <p:nvPr>
            <p:ph type="body" idx="1"/>
          </p:nvPr>
        </p:nvSpPr>
        <p:spPr/>
        <p:txBody>
          <a:bodyPr/>
          <a:lstStyle/>
          <a:p>
            <a:r>
              <a:rPr lang="de-DE" err="1"/>
              <a:t>Overview</a:t>
            </a:r>
            <a:r>
              <a:rPr lang="de-DE"/>
              <a:t> </a:t>
            </a:r>
            <a:r>
              <a:rPr lang="de-DE" err="1"/>
              <a:t>of</a:t>
            </a:r>
            <a:r>
              <a:rPr lang="de-DE"/>
              <a:t> </a:t>
            </a:r>
            <a:r>
              <a:rPr lang="de-DE" err="1"/>
              <a:t>copilot</a:t>
            </a:r>
            <a:r>
              <a:rPr lang="de-DE"/>
              <a:t> </a:t>
            </a:r>
            <a:r>
              <a:rPr lang="de-DE" err="1"/>
              <a:t>chat</a:t>
            </a:r>
            <a:endParaRPr lang="de-DE"/>
          </a:p>
          <a:p>
            <a:r>
              <a:rPr lang="en-US"/>
              <a:t>You made it! When Microsoft 365 Copilot Chat opens, no matter if in the app, the browser or Teams, the look &amp; feel always stays the same</a:t>
            </a:r>
          </a:p>
          <a:p>
            <a:pPr marL="0" indent="0">
              <a:buFont typeface="Arial" panose="020B0604020202020204" pitchFamily="34" charset="0"/>
              <a:buNone/>
            </a:pPr>
            <a:r>
              <a:rPr lang="en-US"/>
              <a:t>On the upper right, a green shield symbol signalizes that you are logged in with your organizations' identity and safe to use</a:t>
            </a:r>
          </a:p>
          <a:p>
            <a:pPr marL="0" indent="0">
              <a:buFont typeface="Arial" panose="020B0604020202020204" pitchFamily="34" charset="0"/>
              <a:buNone/>
            </a:pPr>
            <a:r>
              <a:rPr lang="en-US"/>
              <a:t>Left of it is the “new conversation” button. Make sure to start a new conversation whenever the foundational topic changes</a:t>
            </a:r>
          </a:p>
          <a:p>
            <a:pPr marL="0" indent="0">
              <a:buFont typeface="Arial" panose="020B0604020202020204" pitchFamily="34" charset="0"/>
              <a:buNone/>
            </a:pPr>
            <a:r>
              <a:rPr lang="en-US"/>
              <a:t>On the left side there is the app or agent pane, giving you fast access to additional functionality</a:t>
            </a:r>
          </a:p>
          <a:p>
            <a:r>
              <a:rPr lang="en-US" sz="1200" b="0" kern="1200">
                <a:solidFill>
                  <a:schemeClr val="tx1"/>
                </a:solidFill>
                <a:effectLst/>
                <a:latin typeface="+mn-lt"/>
                <a:ea typeface="+mn-ea"/>
                <a:cs typeface="+mn-cs"/>
              </a:rPr>
              <a:t>To continue, click next</a:t>
            </a:r>
          </a:p>
        </p:txBody>
      </p:sp>
      <p:sp>
        <p:nvSpPr>
          <p:cNvPr id="4" name="Foliennummernplatzhalter 3">
            <a:extLst>
              <a:ext uri="{FF2B5EF4-FFF2-40B4-BE49-F238E27FC236}">
                <a16:creationId xmlns:a16="http://schemas.microsoft.com/office/drawing/2014/main" id="{6335DD17-99DA-1616-1C30-1D3D7C028212}"/>
              </a:ext>
            </a:extLst>
          </p:cNvPr>
          <p:cNvSpPr>
            <a:spLocks noGrp="1"/>
          </p:cNvSpPr>
          <p:nvPr>
            <p:ph type="sldNum" sz="quarter" idx="5"/>
          </p:nvPr>
        </p:nvSpPr>
        <p:spPr/>
        <p:txBody>
          <a:bodyPr/>
          <a:lstStyle/>
          <a:p>
            <a:pPr rtl="0"/>
            <a:fld id="{D4B9A9E5-4F7F-4A7D-9DE1-899232329269}" type="slidenum">
              <a:rPr lang="de-DE" noProof="0" smtClean="0"/>
              <a:t>12</a:t>
            </a:fld>
            <a:endParaRPr lang="de-DE" noProof="0"/>
          </a:p>
        </p:txBody>
      </p:sp>
    </p:spTree>
    <p:extLst>
      <p:ext uri="{BB962C8B-B14F-4D97-AF65-F5344CB8AC3E}">
        <p14:creationId xmlns:p14="http://schemas.microsoft.com/office/powerpoint/2010/main" val="29994008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B077B-D511-471A-B4A7-B48093BE9BC7}"/>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F44E25A3-F14A-7FA7-E68B-A7AFFF059181}"/>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365447E9-3DEA-5AFE-3188-6A77BFB7F976}"/>
              </a:ext>
            </a:extLst>
          </p:cNvPr>
          <p:cNvSpPr>
            <a:spLocks noGrp="1"/>
          </p:cNvSpPr>
          <p:nvPr>
            <p:ph type="body" idx="1"/>
          </p:nvPr>
        </p:nvSpPr>
        <p:spPr/>
        <p:txBody>
          <a:bodyPr/>
          <a:lstStyle/>
          <a:p>
            <a:r>
              <a:rPr lang="en-US"/>
              <a:t>Closer view on copilot chat</a:t>
            </a:r>
          </a:p>
          <a:p>
            <a:r>
              <a:rPr lang="en-US"/>
              <a:t>As you might have noticed, there is a lot more to explore on the screen. This picture gives you an overview of the most important and always present functionalities when opening Microsoft 365 Copilot Chat. We will dive deeper into the specifics later on, for the moment just explore and make sure to save this site as reference for the future.</a:t>
            </a:r>
          </a:p>
          <a:p>
            <a:r>
              <a:rPr lang="en-US"/>
              <a:t>When you are ready - click next to continue</a:t>
            </a:r>
            <a:endParaRPr lang="en-US" sz="1200" b="0" kern="1200">
              <a:solidFill>
                <a:schemeClr val="tx1"/>
              </a:solidFill>
              <a:effectLst/>
              <a:latin typeface="+mn-lt"/>
              <a:ea typeface="+mn-ea"/>
              <a:cs typeface="+mn-cs"/>
            </a:endParaRPr>
          </a:p>
        </p:txBody>
      </p:sp>
      <p:sp>
        <p:nvSpPr>
          <p:cNvPr id="4" name="Foliennummernplatzhalter 3">
            <a:extLst>
              <a:ext uri="{FF2B5EF4-FFF2-40B4-BE49-F238E27FC236}">
                <a16:creationId xmlns:a16="http://schemas.microsoft.com/office/drawing/2014/main" id="{6C636A38-FFB2-5C35-C903-6436A35CEF13}"/>
              </a:ext>
            </a:extLst>
          </p:cNvPr>
          <p:cNvSpPr>
            <a:spLocks noGrp="1"/>
          </p:cNvSpPr>
          <p:nvPr>
            <p:ph type="sldNum" sz="quarter" idx="5"/>
          </p:nvPr>
        </p:nvSpPr>
        <p:spPr/>
        <p:txBody>
          <a:bodyPr/>
          <a:lstStyle/>
          <a:p>
            <a:pPr rtl="0"/>
            <a:fld id="{D4B9A9E5-4F7F-4A7D-9DE1-899232329269}" type="slidenum">
              <a:rPr lang="de-DE" noProof="0" smtClean="0"/>
              <a:t>13</a:t>
            </a:fld>
            <a:endParaRPr lang="de-DE" noProof="0"/>
          </a:p>
        </p:txBody>
      </p:sp>
    </p:spTree>
    <p:extLst>
      <p:ext uri="{BB962C8B-B14F-4D97-AF65-F5344CB8AC3E}">
        <p14:creationId xmlns:p14="http://schemas.microsoft.com/office/powerpoint/2010/main" val="31601625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1B6AF0-25D4-5178-6DBE-A920F85BA4AE}"/>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9EDB091E-DBEB-58AE-5872-28C279A2D3E9}"/>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7D86CF60-7B8F-F728-0FF3-EE4B18946FCE}"/>
              </a:ext>
            </a:extLst>
          </p:cNvPr>
          <p:cNvSpPr>
            <a:spLocks noGrp="1"/>
          </p:cNvSpPr>
          <p:nvPr>
            <p:ph type="body" idx="1"/>
          </p:nvPr>
        </p:nvSpPr>
        <p:spPr/>
        <p:txBody>
          <a:bodyPr/>
          <a:lstStyle/>
          <a:p>
            <a:r>
              <a:rPr lang="de-DE"/>
              <a:t>First </a:t>
            </a:r>
            <a:r>
              <a:rPr lang="de-DE" err="1"/>
              <a:t>interaction</a:t>
            </a:r>
            <a:r>
              <a:rPr lang="de-DE"/>
              <a:t> </a:t>
            </a:r>
            <a:r>
              <a:rPr lang="de-DE" err="1"/>
              <a:t>with</a:t>
            </a:r>
            <a:r>
              <a:rPr lang="de-DE"/>
              <a:t> </a:t>
            </a:r>
            <a:r>
              <a:rPr lang="de-DE" err="1"/>
              <a:t>copilot</a:t>
            </a:r>
            <a:r>
              <a:rPr lang="de-DE"/>
              <a:t> </a:t>
            </a:r>
            <a:r>
              <a:rPr lang="de-DE" err="1"/>
              <a:t>chat</a:t>
            </a:r>
            <a:endParaRPr lang="de-DE"/>
          </a:p>
          <a:p>
            <a:r>
              <a:rPr lang="en-US" sz="1200" b="0" kern="1200">
                <a:solidFill>
                  <a:schemeClr val="tx1"/>
                </a:solidFill>
                <a:effectLst/>
                <a:latin typeface="+mn-lt"/>
                <a:ea typeface="+mn-ea"/>
                <a:cs typeface="+mn-cs"/>
              </a:rPr>
              <a:t>The central point of interaction is right in the middle, stating “Message Copilot”.</a:t>
            </a:r>
          </a:p>
          <a:p>
            <a:r>
              <a:rPr lang="en-US" sz="1200" b="0" kern="1200">
                <a:solidFill>
                  <a:schemeClr val="tx1"/>
                </a:solidFill>
                <a:effectLst/>
                <a:latin typeface="+mn-lt"/>
                <a:ea typeface="+mn-ea"/>
                <a:cs typeface="+mn-cs"/>
              </a:rPr>
              <a:t>The + symbol enables you to upload data, pictures and documents you would like Copilot to interact with</a:t>
            </a:r>
          </a:p>
          <a:p>
            <a:r>
              <a:rPr lang="en-US" sz="1200" b="0" kern="1200">
                <a:solidFill>
                  <a:schemeClr val="tx1"/>
                </a:solidFill>
                <a:effectLst/>
                <a:latin typeface="+mn-lt"/>
                <a:ea typeface="+mn-ea"/>
                <a:cs typeface="+mn-cs"/>
              </a:rPr>
              <a:t>The microphone symbol gives you the possibility to interact via voice, for example to dictate your instructions</a:t>
            </a:r>
          </a:p>
          <a:p>
            <a:r>
              <a:rPr lang="en-US" sz="1200" b="0" kern="1200">
                <a:solidFill>
                  <a:schemeClr val="tx1"/>
                </a:solidFill>
                <a:effectLst/>
                <a:latin typeface="+mn-lt"/>
                <a:ea typeface="+mn-ea"/>
                <a:cs typeface="+mn-cs"/>
              </a:rPr>
              <a:t>Now, enter your first instruction, maybe starting with “Tell me how you can help me in my day-to-day work” and click the send button.</a:t>
            </a:r>
          </a:p>
          <a:p>
            <a:r>
              <a:rPr lang="en-US" sz="1200" b="0" kern="1200">
                <a:solidFill>
                  <a:schemeClr val="tx1"/>
                </a:solidFill>
                <a:effectLst/>
                <a:latin typeface="+mn-lt"/>
                <a:ea typeface="+mn-ea"/>
                <a:cs typeface="+mn-cs"/>
              </a:rPr>
              <a:t>Copilot Chat starts working on generating an answer for you right away. Have some turns in interacting with Copilot.</a:t>
            </a:r>
          </a:p>
          <a:p>
            <a:r>
              <a:rPr lang="en-US" sz="1200" b="0" kern="1200">
                <a:solidFill>
                  <a:schemeClr val="tx1"/>
                </a:solidFill>
                <a:effectLst/>
                <a:latin typeface="+mn-lt"/>
                <a:ea typeface="+mn-ea"/>
                <a:cs typeface="+mn-cs"/>
              </a:rPr>
              <a:t>To continue, click next</a:t>
            </a:r>
          </a:p>
        </p:txBody>
      </p:sp>
      <p:sp>
        <p:nvSpPr>
          <p:cNvPr id="4" name="Foliennummernplatzhalter 3">
            <a:extLst>
              <a:ext uri="{FF2B5EF4-FFF2-40B4-BE49-F238E27FC236}">
                <a16:creationId xmlns:a16="http://schemas.microsoft.com/office/drawing/2014/main" id="{FB796FB5-45F5-A523-AE89-F7C0E246A972}"/>
              </a:ext>
            </a:extLst>
          </p:cNvPr>
          <p:cNvSpPr>
            <a:spLocks noGrp="1"/>
          </p:cNvSpPr>
          <p:nvPr>
            <p:ph type="sldNum" sz="quarter" idx="5"/>
          </p:nvPr>
        </p:nvSpPr>
        <p:spPr/>
        <p:txBody>
          <a:bodyPr/>
          <a:lstStyle/>
          <a:p>
            <a:pPr rtl="0"/>
            <a:fld id="{D4B9A9E5-4F7F-4A7D-9DE1-899232329269}" type="slidenum">
              <a:rPr lang="de-DE" noProof="0" smtClean="0"/>
              <a:t>14</a:t>
            </a:fld>
            <a:endParaRPr lang="de-DE" noProof="0"/>
          </a:p>
        </p:txBody>
      </p:sp>
    </p:spTree>
    <p:extLst>
      <p:ext uri="{BB962C8B-B14F-4D97-AF65-F5344CB8AC3E}">
        <p14:creationId xmlns:p14="http://schemas.microsoft.com/office/powerpoint/2010/main" val="38132330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90F3C-CD26-2799-EBD5-BB1D4560B726}"/>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58C6437E-DB96-7CE4-B3D2-7ABD23D1F611}"/>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D2949A10-BDD4-AC27-E96C-7533A6A4061D}"/>
              </a:ext>
            </a:extLst>
          </p:cNvPr>
          <p:cNvSpPr>
            <a:spLocks noGrp="1"/>
          </p:cNvSpPr>
          <p:nvPr>
            <p:ph type="body" idx="1"/>
          </p:nvPr>
        </p:nvSpPr>
        <p:spPr/>
        <p:txBody>
          <a:bodyPr/>
          <a:lstStyle/>
          <a:p>
            <a:r>
              <a:rPr lang="de-DE"/>
              <a:t>Be </a:t>
            </a:r>
            <a:r>
              <a:rPr lang="de-DE" err="1"/>
              <a:t>precise</a:t>
            </a:r>
            <a:r>
              <a:rPr lang="de-DE"/>
              <a:t>, </a:t>
            </a:r>
            <a:r>
              <a:rPr lang="de-DE" err="1"/>
              <a:t>be</a:t>
            </a:r>
            <a:r>
              <a:rPr lang="de-DE"/>
              <a:t> </a:t>
            </a:r>
            <a:r>
              <a:rPr lang="de-DE" err="1"/>
              <a:t>specific</a:t>
            </a:r>
            <a:endParaRPr lang="de-DE"/>
          </a:p>
          <a:p>
            <a:r>
              <a:rPr lang="en-US"/>
              <a:t>Hopefully your first turns with the first prompt have been fun and engaging! But did they also provide the result you would have expected?</a:t>
            </a:r>
          </a:p>
          <a:p>
            <a:r>
              <a:rPr lang="en-US"/>
              <a:t>Your instructions – called prompts - heavily influence the result provided</a:t>
            </a:r>
          </a:p>
          <a:p>
            <a:r>
              <a:rPr lang="en-US"/>
              <a:t>Imagine Copilot Chat as an assistant having the first day – knowing it all, but you needing context to perform</a:t>
            </a:r>
          </a:p>
          <a:p>
            <a:r>
              <a:rPr lang="en-US"/>
              <a:t>“Tell me how you can help me in my day-to-day work” leaves a lot of room for interpretation or guessing, let’s see how we can make this more specific.</a:t>
            </a:r>
          </a:p>
          <a:p>
            <a:r>
              <a:rPr lang="en-US"/>
              <a:t>Be precise in what exactly you need</a:t>
            </a:r>
          </a:p>
          <a:p>
            <a:r>
              <a:rPr lang="en-US"/>
              <a:t>Be specific in what could influence the result</a:t>
            </a:r>
          </a:p>
          <a:p>
            <a:r>
              <a:rPr lang="en-US"/>
              <a:t>Give as much context as possible</a:t>
            </a:r>
          </a:p>
          <a:p>
            <a:r>
              <a:rPr lang="en-US"/>
              <a:t>Tell Copilot which role it needs to work in with</a:t>
            </a:r>
          </a:p>
          <a:p>
            <a:r>
              <a:rPr lang="en-US"/>
              <a:t>Let’s have a try on improving our first prompt.</a:t>
            </a:r>
          </a:p>
          <a:p>
            <a:r>
              <a:rPr lang="en-US" sz="1200" b="0" kern="1200">
                <a:solidFill>
                  <a:schemeClr val="tx1"/>
                </a:solidFill>
                <a:effectLst/>
                <a:latin typeface="+mn-lt"/>
                <a:ea typeface="+mn-ea"/>
                <a:cs typeface="+mn-cs"/>
              </a:rPr>
              <a:t>To continue, click next</a:t>
            </a:r>
          </a:p>
        </p:txBody>
      </p:sp>
      <p:sp>
        <p:nvSpPr>
          <p:cNvPr id="4" name="Foliennummernplatzhalter 3">
            <a:extLst>
              <a:ext uri="{FF2B5EF4-FFF2-40B4-BE49-F238E27FC236}">
                <a16:creationId xmlns:a16="http://schemas.microsoft.com/office/drawing/2014/main" id="{0E789E40-2FA0-9BC7-C7BF-766CB47B7C5D}"/>
              </a:ext>
            </a:extLst>
          </p:cNvPr>
          <p:cNvSpPr>
            <a:spLocks noGrp="1"/>
          </p:cNvSpPr>
          <p:nvPr>
            <p:ph type="sldNum" sz="quarter" idx="5"/>
          </p:nvPr>
        </p:nvSpPr>
        <p:spPr/>
        <p:txBody>
          <a:bodyPr/>
          <a:lstStyle/>
          <a:p>
            <a:pPr rtl="0"/>
            <a:fld id="{D4B9A9E5-4F7F-4A7D-9DE1-899232329269}" type="slidenum">
              <a:rPr lang="de-DE" noProof="0" smtClean="0"/>
              <a:t>15</a:t>
            </a:fld>
            <a:endParaRPr lang="de-DE" noProof="0"/>
          </a:p>
        </p:txBody>
      </p:sp>
    </p:spTree>
    <p:extLst>
      <p:ext uri="{BB962C8B-B14F-4D97-AF65-F5344CB8AC3E}">
        <p14:creationId xmlns:p14="http://schemas.microsoft.com/office/powerpoint/2010/main" val="27350875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10AB8-9A93-9BDC-68BA-150A20B64E60}"/>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6F602AEC-0C0C-AC1E-202B-C5CDEF0A6B17}"/>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F8B2BFC6-8157-CA7B-C3F0-559A333268CB}"/>
              </a:ext>
            </a:extLst>
          </p:cNvPr>
          <p:cNvSpPr>
            <a:spLocks noGrp="1"/>
          </p:cNvSpPr>
          <p:nvPr>
            <p:ph type="body" idx="1"/>
          </p:nvPr>
        </p:nvSpPr>
        <p:spPr/>
        <p:txBody>
          <a:bodyPr/>
          <a:lstStyle/>
          <a:p>
            <a:r>
              <a:rPr lang="en-US" sz="1200" b="0" kern="1200">
                <a:solidFill>
                  <a:schemeClr val="tx1"/>
                </a:solidFill>
                <a:effectLst/>
                <a:latin typeface="+mn-lt"/>
                <a:ea typeface="+mn-ea"/>
                <a:cs typeface="+mn-cs"/>
              </a:rPr>
              <a:t>Improved </a:t>
            </a:r>
            <a:r>
              <a:rPr lang="en-US" sz="1200" b="0" kern="1200" err="1">
                <a:solidFill>
                  <a:schemeClr val="tx1"/>
                </a:solidFill>
                <a:effectLst/>
                <a:latin typeface="+mn-lt"/>
                <a:ea typeface="+mn-ea"/>
                <a:cs typeface="+mn-cs"/>
              </a:rPr>
              <a:t>Promts</a:t>
            </a:r>
            <a:r>
              <a:rPr lang="en-US" sz="1200" b="0" kern="1200">
                <a:solidFill>
                  <a:schemeClr val="tx1"/>
                </a:solidFill>
                <a:effectLst/>
                <a:latin typeface="+mn-lt"/>
                <a:ea typeface="+mn-ea"/>
                <a:cs typeface="+mn-cs"/>
              </a:rPr>
              <a:t> Improve Results</a:t>
            </a:r>
          </a:p>
          <a:p>
            <a:r>
              <a:rPr lang="en-US" sz="1200" b="0" kern="1200">
                <a:solidFill>
                  <a:schemeClr val="tx1"/>
                </a:solidFill>
                <a:effectLst/>
                <a:latin typeface="+mn-lt"/>
                <a:ea typeface="+mn-ea"/>
                <a:cs typeface="+mn-cs"/>
              </a:rPr>
              <a:t>Try in iterations, create a new conversations every time to see how the first result provided changes through optimizing your prompt. In every iteration, add new information to the prompt such as</a:t>
            </a:r>
          </a:p>
          <a:p>
            <a:r>
              <a:rPr lang="en-US" sz="1200" b="0" kern="1200">
                <a:solidFill>
                  <a:schemeClr val="tx1"/>
                </a:solidFill>
                <a:effectLst/>
                <a:latin typeface="+mn-lt"/>
                <a:ea typeface="+mn-ea"/>
                <a:cs typeface="+mn-cs"/>
              </a:rPr>
              <a:t>your role</a:t>
            </a:r>
          </a:p>
          <a:p>
            <a:r>
              <a:rPr lang="en-US" sz="1200" b="0" kern="1200">
                <a:solidFill>
                  <a:schemeClr val="tx1"/>
                </a:solidFill>
                <a:effectLst/>
                <a:latin typeface="+mn-lt"/>
                <a:ea typeface="+mn-ea"/>
                <a:cs typeface="+mn-cs"/>
              </a:rPr>
              <a:t>the industry you are working in</a:t>
            </a:r>
          </a:p>
          <a:p>
            <a:r>
              <a:rPr lang="en-US" sz="1200" b="0" kern="1200">
                <a:solidFill>
                  <a:schemeClr val="tx1"/>
                </a:solidFill>
                <a:effectLst/>
                <a:latin typeface="+mn-lt"/>
                <a:ea typeface="+mn-ea"/>
                <a:cs typeface="+mn-cs"/>
              </a:rPr>
              <a:t>the department you are working in</a:t>
            </a:r>
          </a:p>
          <a:p>
            <a:r>
              <a:rPr lang="en-US" sz="1200" b="0" kern="1200">
                <a:solidFill>
                  <a:schemeClr val="tx1"/>
                </a:solidFill>
                <a:effectLst/>
                <a:latin typeface="+mn-lt"/>
                <a:ea typeface="+mn-ea"/>
                <a:cs typeface="+mn-cs"/>
              </a:rPr>
              <a:t>the environment you are working within (e.g. globally)</a:t>
            </a:r>
          </a:p>
          <a:p>
            <a:r>
              <a:rPr lang="en-US" sz="1200" b="0" kern="1200">
                <a:solidFill>
                  <a:schemeClr val="tx1"/>
                </a:solidFill>
                <a:effectLst/>
                <a:latin typeface="+mn-lt"/>
                <a:ea typeface="+mn-ea"/>
                <a:cs typeface="+mn-cs"/>
              </a:rPr>
              <a:t>a challenge you are facing</a:t>
            </a:r>
          </a:p>
          <a:p>
            <a:r>
              <a:rPr lang="en-US" sz="1200" b="0" kern="1200">
                <a:solidFill>
                  <a:schemeClr val="tx1"/>
                </a:solidFill>
                <a:effectLst/>
                <a:latin typeface="+mn-lt"/>
                <a:ea typeface="+mn-ea"/>
                <a:cs typeface="+mn-cs"/>
              </a:rPr>
              <a:t>The role Copilot should play in this</a:t>
            </a:r>
          </a:p>
          <a:p>
            <a:r>
              <a:rPr lang="en-US" sz="1200" b="0" kern="1200">
                <a:solidFill>
                  <a:schemeClr val="tx1"/>
                </a:solidFill>
                <a:effectLst/>
                <a:latin typeface="+mn-lt"/>
                <a:ea typeface="+mn-ea"/>
                <a:cs typeface="+mn-cs"/>
              </a:rPr>
              <a:t>Does the result after reshaping the prompt make the grade?</a:t>
            </a:r>
          </a:p>
          <a:p>
            <a:r>
              <a:rPr lang="en-US" sz="1200" b="0" kern="1200">
                <a:solidFill>
                  <a:schemeClr val="tx1"/>
                </a:solidFill>
                <a:effectLst/>
                <a:latin typeface="+mn-lt"/>
                <a:ea typeface="+mn-ea"/>
                <a:cs typeface="+mn-cs"/>
              </a:rPr>
              <a:t>If you are interested in learning more about Prompt ingredients and best practices for refinement, follow this external link to learn more.</a:t>
            </a:r>
          </a:p>
          <a:p>
            <a:r>
              <a:rPr lang="en-US" sz="1200" b="0" kern="1200">
                <a:solidFill>
                  <a:schemeClr val="tx1"/>
                </a:solidFill>
                <a:effectLst/>
                <a:latin typeface="+mn-lt"/>
                <a:ea typeface="+mn-ea"/>
                <a:cs typeface="+mn-cs"/>
              </a:rPr>
              <a:t>To continue, click next</a:t>
            </a:r>
          </a:p>
        </p:txBody>
      </p:sp>
      <p:sp>
        <p:nvSpPr>
          <p:cNvPr id="4" name="Foliennummernplatzhalter 3">
            <a:extLst>
              <a:ext uri="{FF2B5EF4-FFF2-40B4-BE49-F238E27FC236}">
                <a16:creationId xmlns:a16="http://schemas.microsoft.com/office/drawing/2014/main" id="{A1AD43E2-8FDC-0AFD-E6C2-98555A409AB8}"/>
              </a:ext>
            </a:extLst>
          </p:cNvPr>
          <p:cNvSpPr>
            <a:spLocks noGrp="1"/>
          </p:cNvSpPr>
          <p:nvPr>
            <p:ph type="sldNum" sz="quarter" idx="5"/>
          </p:nvPr>
        </p:nvSpPr>
        <p:spPr/>
        <p:txBody>
          <a:bodyPr/>
          <a:lstStyle/>
          <a:p>
            <a:pPr rtl="0"/>
            <a:fld id="{D4B9A9E5-4F7F-4A7D-9DE1-899232329269}" type="slidenum">
              <a:rPr lang="de-DE" noProof="0" smtClean="0"/>
              <a:t>16</a:t>
            </a:fld>
            <a:endParaRPr lang="de-DE" noProof="0"/>
          </a:p>
        </p:txBody>
      </p:sp>
    </p:spTree>
    <p:extLst>
      <p:ext uri="{BB962C8B-B14F-4D97-AF65-F5344CB8AC3E}">
        <p14:creationId xmlns:p14="http://schemas.microsoft.com/office/powerpoint/2010/main" val="30963572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BE21E-3F04-8EA7-CCAC-F66EBBC46214}"/>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CE890A0C-147E-A8FE-6B2E-4797EA10880F}"/>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A2683337-40B6-20BC-CF97-F00D936FCDEE}"/>
              </a:ext>
            </a:extLst>
          </p:cNvPr>
          <p:cNvSpPr>
            <a:spLocks noGrp="1"/>
          </p:cNvSpPr>
          <p:nvPr>
            <p:ph type="body" idx="1"/>
          </p:nvPr>
        </p:nvSpPr>
        <p:spPr/>
        <p:txBody>
          <a:bodyPr/>
          <a:lstStyle/>
          <a:p>
            <a:r>
              <a:rPr lang="de-DE"/>
              <a:t>Module 1 </a:t>
            </a:r>
            <a:r>
              <a:rPr lang="de-DE" err="1"/>
              <a:t>Recap</a:t>
            </a:r>
            <a:endParaRPr lang="de-DE"/>
          </a:p>
          <a:p>
            <a:r>
              <a:rPr lang="en-US" sz="1200"/>
              <a:t>You made it through Module 1 - Explore! We hope you enjoyed the time and are more than curious to continue. Let’s shortly recap what we went through</a:t>
            </a:r>
          </a:p>
          <a:p>
            <a:r>
              <a:rPr lang="en-US" sz="1200"/>
              <a:t>Use AI in a responsible way</a:t>
            </a:r>
          </a:p>
          <a:p>
            <a:r>
              <a:rPr lang="en-US" sz="1200"/>
              <a:t>Only use company provided AI solutions to keep data secure</a:t>
            </a:r>
          </a:p>
          <a:p>
            <a:r>
              <a:rPr lang="en-US" sz="1200"/>
              <a:t>Discover by trial and error how generative AI can help you</a:t>
            </a:r>
          </a:p>
          <a:p>
            <a:r>
              <a:rPr lang="en-US" sz="1200"/>
              <a:t>Make sure to provide all needed information to do the job – the better your instructions are, the better the result will be</a:t>
            </a:r>
          </a:p>
          <a:p>
            <a:r>
              <a:rPr lang="en-US" sz="1200"/>
              <a:t>Connect and share your experiences and best practices with colleagues, you’ll see how one can accelerate the other</a:t>
            </a:r>
          </a:p>
          <a:p>
            <a:r>
              <a:rPr lang="en-US" sz="1200"/>
              <a:t>If you just can’t stop learning, use the additional links provided on the respective sites. And on the next page you will find additional resources to deepen your knowledge.</a:t>
            </a:r>
          </a:p>
          <a:p>
            <a:r>
              <a:rPr lang="de-DE" sz="1200"/>
              <a:t>To </a:t>
            </a:r>
            <a:r>
              <a:rPr lang="de-DE" sz="1200" err="1"/>
              <a:t>continue</a:t>
            </a:r>
            <a:r>
              <a:rPr lang="de-DE" sz="1200"/>
              <a:t>, </a:t>
            </a:r>
            <a:r>
              <a:rPr lang="de-DE" sz="1200" err="1"/>
              <a:t>click</a:t>
            </a:r>
            <a:r>
              <a:rPr lang="de-DE" sz="1200"/>
              <a:t> </a:t>
            </a:r>
            <a:r>
              <a:rPr lang="de-DE" sz="1200" err="1"/>
              <a:t>next</a:t>
            </a:r>
            <a:endParaRPr lang="de-DE" sz="1200"/>
          </a:p>
        </p:txBody>
      </p:sp>
      <p:sp>
        <p:nvSpPr>
          <p:cNvPr id="4" name="Foliennummernplatzhalter 3">
            <a:extLst>
              <a:ext uri="{FF2B5EF4-FFF2-40B4-BE49-F238E27FC236}">
                <a16:creationId xmlns:a16="http://schemas.microsoft.com/office/drawing/2014/main" id="{0133354B-7395-6F1F-3B14-D89A87FD5C0C}"/>
              </a:ext>
            </a:extLst>
          </p:cNvPr>
          <p:cNvSpPr>
            <a:spLocks noGrp="1"/>
          </p:cNvSpPr>
          <p:nvPr>
            <p:ph type="sldNum" sz="quarter" idx="5"/>
          </p:nvPr>
        </p:nvSpPr>
        <p:spPr/>
        <p:txBody>
          <a:bodyPr/>
          <a:lstStyle/>
          <a:p>
            <a:pPr rtl="0"/>
            <a:fld id="{D4B9A9E5-4F7F-4A7D-9DE1-899232329269}" type="slidenum">
              <a:rPr lang="de-DE" noProof="0" smtClean="0"/>
              <a:t>17</a:t>
            </a:fld>
            <a:endParaRPr lang="de-DE" noProof="0"/>
          </a:p>
        </p:txBody>
      </p:sp>
    </p:spTree>
    <p:extLst>
      <p:ext uri="{BB962C8B-B14F-4D97-AF65-F5344CB8AC3E}">
        <p14:creationId xmlns:p14="http://schemas.microsoft.com/office/powerpoint/2010/main" val="30564350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15962-FE17-D1AD-1E0B-0AFDF2465D6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14B9CE98-27DA-6E6E-14D0-97CC400660D6}"/>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A887B159-C163-DDE0-736F-299CD0CE4E71}"/>
              </a:ext>
            </a:extLst>
          </p:cNvPr>
          <p:cNvSpPr>
            <a:spLocks noGrp="1"/>
          </p:cNvSpPr>
          <p:nvPr>
            <p:ph type="body" idx="1"/>
          </p:nvPr>
        </p:nvSpPr>
        <p:spPr/>
        <p:txBody>
          <a:bodyPr/>
          <a:lstStyle/>
          <a:p>
            <a:r>
              <a:rPr lang="de-DE"/>
              <a:t>Module 1 additional </a:t>
            </a:r>
            <a:r>
              <a:rPr lang="de-DE" err="1"/>
              <a:t>resources</a:t>
            </a:r>
            <a:endParaRPr lang="de-DE"/>
          </a:p>
          <a:p>
            <a:r>
              <a:rPr lang="en-US" sz="1200"/>
              <a:t>As a bonus, we want to provide you these valuable resources to further rocket-fuel your journey with Microsoft 365 Copilot Chat at work (external links):</a:t>
            </a:r>
          </a:p>
          <a:p>
            <a:r>
              <a:rPr lang="en-US" sz="1200"/>
              <a:t>Copilot Chat Prompt examples in weekly challenges</a:t>
            </a:r>
          </a:p>
          <a:p>
            <a:r>
              <a:rPr lang="en-US" sz="1200"/>
              <a:t>Additional Prompting Guidance</a:t>
            </a:r>
          </a:p>
          <a:p>
            <a:r>
              <a:rPr lang="en-US" sz="1200"/>
              <a:t>Copilot Prompt Gallery for inspiration</a:t>
            </a:r>
          </a:p>
          <a:p>
            <a:r>
              <a:rPr lang="en-US" sz="1200"/>
              <a:t>Microsoft help and learning center</a:t>
            </a:r>
          </a:p>
          <a:p>
            <a:r>
              <a:rPr lang="en-US" sz="1200"/>
              <a:t>Frequently asked questions about Copilot Chat</a:t>
            </a:r>
          </a:p>
          <a:p>
            <a:r>
              <a:rPr lang="en-US" sz="1200"/>
              <a:t>See you in the next module “</a:t>
            </a:r>
            <a:r>
              <a:rPr lang="en-US" sz="1200" err="1"/>
              <a:t>Endavour</a:t>
            </a:r>
            <a:r>
              <a:rPr lang="en-US" sz="1200"/>
              <a:t>” to continue the journey.</a:t>
            </a:r>
          </a:p>
          <a:p>
            <a:r>
              <a:rPr lang="de-DE" sz="1200"/>
              <a:t>To </a:t>
            </a:r>
            <a:r>
              <a:rPr lang="de-DE" sz="1200" err="1"/>
              <a:t>continue</a:t>
            </a:r>
            <a:r>
              <a:rPr lang="de-DE" sz="1200"/>
              <a:t>, </a:t>
            </a:r>
            <a:r>
              <a:rPr lang="de-DE" sz="1200" err="1"/>
              <a:t>click</a:t>
            </a:r>
            <a:r>
              <a:rPr lang="de-DE" sz="1200"/>
              <a:t> </a:t>
            </a:r>
            <a:r>
              <a:rPr lang="de-DE" sz="1200" err="1"/>
              <a:t>next</a:t>
            </a:r>
            <a:endParaRPr lang="de-DE" sz="1200"/>
          </a:p>
        </p:txBody>
      </p:sp>
      <p:sp>
        <p:nvSpPr>
          <p:cNvPr id="4" name="Foliennummernplatzhalter 3">
            <a:extLst>
              <a:ext uri="{FF2B5EF4-FFF2-40B4-BE49-F238E27FC236}">
                <a16:creationId xmlns:a16="http://schemas.microsoft.com/office/drawing/2014/main" id="{2C7243FA-09A2-5ED9-DCEB-1ED13D01EDDD}"/>
              </a:ext>
            </a:extLst>
          </p:cNvPr>
          <p:cNvSpPr>
            <a:spLocks noGrp="1"/>
          </p:cNvSpPr>
          <p:nvPr>
            <p:ph type="sldNum" sz="quarter" idx="5"/>
          </p:nvPr>
        </p:nvSpPr>
        <p:spPr/>
        <p:txBody>
          <a:bodyPr/>
          <a:lstStyle/>
          <a:p>
            <a:pPr rtl="0"/>
            <a:fld id="{D4B9A9E5-4F7F-4A7D-9DE1-899232329269}" type="slidenum">
              <a:rPr lang="de-DE" noProof="0" smtClean="0"/>
              <a:t>18</a:t>
            </a:fld>
            <a:endParaRPr lang="de-DE" noProof="0"/>
          </a:p>
        </p:txBody>
      </p:sp>
    </p:spTree>
    <p:extLst>
      <p:ext uri="{BB962C8B-B14F-4D97-AF65-F5344CB8AC3E}">
        <p14:creationId xmlns:p14="http://schemas.microsoft.com/office/powerpoint/2010/main" val="11316202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a:t>Welcome to Module 2. </a:t>
            </a:r>
          </a:p>
          <a:p>
            <a:pPr marL="0" marR="0" lvl="0" indent="0" algn="l" defTabSz="914400" rtl="0" eaLnBrk="1" fontAlgn="auto" latinLnBrk="0" hangingPunct="1">
              <a:lnSpc>
                <a:spcPct val="100000"/>
              </a:lnSpc>
              <a:spcBef>
                <a:spcPts val="0"/>
              </a:spcBef>
              <a:spcAft>
                <a:spcPts val="0"/>
              </a:spcAft>
              <a:buClrTx/>
              <a:buSzTx/>
              <a:buFontTx/>
              <a:buNone/>
              <a:tabLst/>
              <a:defRPr/>
            </a:pPr>
            <a:r>
              <a:rPr lang="de-DE"/>
              <a:t>In </a:t>
            </a:r>
            <a:r>
              <a:rPr lang="de-DE" err="1"/>
              <a:t>the</a:t>
            </a:r>
            <a:r>
              <a:rPr lang="de-DE"/>
              <a:t> </a:t>
            </a:r>
            <a:r>
              <a:rPr lang="de-DE" err="1"/>
              <a:t>next</a:t>
            </a:r>
            <a:r>
              <a:rPr lang="de-DE"/>
              <a:t> </a:t>
            </a:r>
            <a:r>
              <a:rPr lang="de-DE" err="1"/>
              <a:t>minutes</a:t>
            </a:r>
            <a:r>
              <a:rPr lang="de-DE"/>
              <a:t> </a:t>
            </a:r>
            <a:r>
              <a:rPr lang="de-DE" err="1"/>
              <a:t>we</a:t>
            </a:r>
            <a:r>
              <a:rPr lang="de-DE"/>
              <a:t> </a:t>
            </a:r>
            <a:r>
              <a:rPr lang="de-DE" err="1"/>
              <a:t>want</a:t>
            </a:r>
            <a:r>
              <a:rPr lang="de-DE"/>
              <a:t> to </a:t>
            </a:r>
            <a:r>
              <a:rPr lang="de-DE" err="1"/>
              <a:t>explore</a:t>
            </a:r>
            <a:r>
              <a:rPr lang="de-DE"/>
              <a:t> </a:t>
            </a:r>
            <a:r>
              <a:rPr lang="de-DE" err="1"/>
              <a:t>further</a:t>
            </a:r>
            <a:r>
              <a:rPr lang="de-DE"/>
              <a:t> </a:t>
            </a:r>
            <a:r>
              <a:rPr lang="de-DE" err="1"/>
              <a:t>possibilities</a:t>
            </a:r>
            <a:r>
              <a:rPr lang="de-DE"/>
              <a:t> </a:t>
            </a:r>
            <a:r>
              <a:rPr lang="de-DE" err="1"/>
              <a:t>of</a:t>
            </a:r>
            <a:r>
              <a:rPr lang="de-DE"/>
              <a:t> </a:t>
            </a:r>
            <a:r>
              <a:rPr lang="de-DE" err="1"/>
              <a:t>using</a:t>
            </a:r>
            <a:r>
              <a:rPr lang="de-DE"/>
              <a:t> Microsoft 365 Copilot Chat. In </a:t>
            </a:r>
            <a:r>
              <a:rPr lang="de-DE" err="1"/>
              <a:t>addition</a:t>
            </a:r>
            <a:r>
              <a:rPr lang="de-DE"/>
              <a:t> to </a:t>
            </a:r>
            <a:r>
              <a:rPr lang="de-DE" err="1"/>
              <a:t>the</a:t>
            </a:r>
            <a:r>
              <a:rPr lang="de-DE"/>
              <a:t> </a:t>
            </a:r>
            <a:r>
              <a:rPr lang="de-DE" err="1"/>
              <a:t>app</a:t>
            </a:r>
            <a:r>
              <a:rPr lang="de-DE"/>
              <a:t>, </a:t>
            </a:r>
            <a:r>
              <a:rPr lang="de-DE" err="1"/>
              <a:t>there</a:t>
            </a:r>
            <a:r>
              <a:rPr lang="de-DE"/>
              <a:t> </a:t>
            </a:r>
            <a:r>
              <a:rPr lang="de-DE" err="1"/>
              <a:t>are</a:t>
            </a:r>
            <a:r>
              <a:rPr lang="de-DE"/>
              <a:t> </a:t>
            </a:r>
            <a:r>
              <a:rPr lang="de-DE" err="1"/>
              <a:t>several</a:t>
            </a:r>
            <a:r>
              <a:rPr lang="de-DE"/>
              <a:t> </a:t>
            </a:r>
            <a:r>
              <a:rPr lang="de-DE" err="1"/>
              <a:t>places</a:t>
            </a:r>
            <a:r>
              <a:rPr lang="de-DE"/>
              <a:t> </a:t>
            </a:r>
            <a:r>
              <a:rPr lang="de-DE" err="1"/>
              <a:t>where</a:t>
            </a:r>
            <a:r>
              <a:rPr lang="de-DE"/>
              <a:t> </a:t>
            </a:r>
            <a:r>
              <a:rPr lang="de-DE" err="1"/>
              <a:t>it</a:t>
            </a:r>
            <a:r>
              <a:rPr lang="de-DE"/>
              <a:t> </a:t>
            </a:r>
            <a:r>
              <a:rPr lang="de-DE" err="1"/>
              <a:t>integrates</a:t>
            </a:r>
            <a:r>
              <a:rPr lang="de-DE"/>
              <a:t> </a:t>
            </a:r>
            <a:r>
              <a:rPr lang="de-DE" err="1"/>
              <a:t>smoothly</a:t>
            </a:r>
            <a:r>
              <a:rPr lang="de-DE"/>
              <a:t> in </a:t>
            </a:r>
            <a:r>
              <a:rPr lang="de-DE" err="1"/>
              <a:t>your</a:t>
            </a:r>
            <a:r>
              <a:rPr lang="de-DE"/>
              <a:t> </a:t>
            </a:r>
            <a:r>
              <a:rPr lang="de-DE" err="1"/>
              <a:t>working</a:t>
            </a:r>
            <a:r>
              <a:rPr lang="de-DE"/>
              <a:t> </a:t>
            </a:r>
            <a:r>
              <a:rPr lang="de-DE" err="1"/>
              <a:t>day</a:t>
            </a:r>
            <a:r>
              <a:rPr lang="de-DE"/>
              <a:t> – </a:t>
            </a:r>
            <a:r>
              <a:rPr lang="de-DE" err="1"/>
              <a:t>making</a:t>
            </a:r>
            <a:r>
              <a:rPr lang="de-DE"/>
              <a:t> </a:t>
            </a:r>
            <a:r>
              <a:rPr lang="de-DE" err="1"/>
              <a:t>it</a:t>
            </a:r>
            <a:r>
              <a:rPr lang="de-DE"/>
              <a:t> easy to </a:t>
            </a:r>
            <a:r>
              <a:rPr lang="de-DE" err="1"/>
              <a:t>access</a:t>
            </a:r>
            <a:r>
              <a:rPr lang="de-DE"/>
              <a:t> and </a:t>
            </a:r>
            <a:r>
              <a:rPr lang="de-DE" err="1"/>
              <a:t>helpful</a:t>
            </a:r>
            <a:r>
              <a:rPr lang="de-DE"/>
              <a:t> </a:t>
            </a:r>
            <a:r>
              <a:rPr lang="de-DE" err="1"/>
              <a:t>right</a:t>
            </a:r>
            <a:r>
              <a:rPr lang="de-DE"/>
              <a:t> </a:t>
            </a:r>
            <a:r>
              <a:rPr lang="de-DE" err="1"/>
              <a:t>within</a:t>
            </a:r>
            <a:r>
              <a:rPr lang="de-DE"/>
              <a:t> </a:t>
            </a:r>
            <a:r>
              <a:rPr lang="de-DE" err="1"/>
              <a:t>your</a:t>
            </a:r>
            <a:r>
              <a:rPr lang="de-DE"/>
              <a:t> </a:t>
            </a:r>
            <a:r>
              <a:rPr lang="de-DE" err="1"/>
              <a:t>working</a:t>
            </a:r>
            <a:r>
              <a:rPr lang="de-DE"/>
              <a:t> </a:t>
            </a:r>
            <a:r>
              <a:rPr lang="de-DE" err="1"/>
              <a:t>context</a:t>
            </a:r>
            <a:r>
              <a:rPr lang="de-DE"/>
              <a:t>.</a:t>
            </a:r>
          </a:p>
          <a:p>
            <a:pPr marL="0" marR="0" lvl="0" indent="0" algn="l" defTabSz="914400" rtl="0" eaLnBrk="1" fontAlgn="auto" latinLnBrk="0" hangingPunct="1">
              <a:lnSpc>
                <a:spcPct val="100000"/>
              </a:lnSpc>
              <a:spcBef>
                <a:spcPts val="0"/>
              </a:spcBef>
              <a:spcAft>
                <a:spcPts val="0"/>
              </a:spcAft>
              <a:buClrTx/>
              <a:buSzTx/>
              <a:buFontTx/>
              <a:buNone/>
              <a:tabLst/>
              <a:defRPr/>
            </a:pPr>
            <a:r>
              <a:rPr lang="de-DE"/>
              <a:t>Click </a:t>
            </a:r>
            <a:r>
              <a:rPr lang="de-DE" err="1"/>
              <a:t>next</a:t>
            </a:r>
            <a:r>
              <a:rPr lang="de-DE"/>
              <a:t> to </a:t>
            </a:r>
            <a:r>
              <a:rPr lang="de-DE" err="1"/>
              <a:t>continue</a:t>
            </a:r>
            <a:r>
              <a:rPr lang="de-DE"/>
              <a:t>.</a:t>
            </a:r>
          </a:p>
          <a:p>
            <a:endParaRPr lang="de-DE"/>
          </a:p>
        </p:txBody>
      </p:sp>
      <p:sp>
        <p:nvSpPr>
          <p:cNvPr id="4" name="Foliennummernplatzhalter 3"/>
          <p:cNvSpPr>
            <a:spLocks noGrp="1"/>
          </p:cNvSpPr>
          <p:nvPr>
            <p:ph type="sldNum" sz="quarter" idx="5"/>
          </p:nvPr>
        </p:nvSpPr>
        <p:spPr/>
        <p:txBody>
          <a:bodyPr/>
          <a:lstStyle/>
          <a:p>
            <a:pPr rtl="0"/>
            <a:fld id="{D4B9A9E5-4F7F-4A7D-9DE1-899232329269}" type="slidenum">
              <a:rPr lang="de-DE" noProof="0" smtClean="0"/>
              <a:t>19</a:t>
            </a:fld>
            <a:endParaRPr lang="de-DE" noProof="0"/>
          </a:p>
        </p:txBody>
      </p:sp>
    </p:spTree>
    <p:extLst>
      <p:ext uri="{BB962C8B-B14F-4D97-AF65-F5344CB8AC3E}">
        <p14:creationId xmlns:p14="http://schemas.microsoft.com/office/powerpoint/2010/main" val="318043240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CC01A-31A2-1A1E-F3A9-94E0150F9D56}"/>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C6096938-529C-7F62-8678-A7FF29FDB60F}"/>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DF01367F-541A-2D5C-5F18-3A3880C2525B}"/>
              </a:ext>
            </a:extLst>
          </p:cNvPr>
          <p:cNvSpPr>
            <a:spLocks noGrp="1"/>
          </p:cNvSpPr>
          <p:nvPr>
            <p:ph type="body" idx="1"/>
          </p:nvPr>
        </p:nvSpPr>
        <p:spPr/>
        <p:txBody>
          <a:bodyPr/>
          <a:lstStyle/>
          <a:p>
            <a:r>
              <a:rPr lang="de-DE"/>
              <a:t>Copilot in </a:t>
            </a:r>
            <a:r>
              <a:rPr lang="de-DE" err="1"/>
              <a:t>edge</a:t>
            </a:r>
            <a:endParaRPr lang="de-DE"/>
          </a:p>
          <a:p>
            <a:r>
              <a:rPr lang="en-US" sz="1200"/>
              <a:t>In the last module we have been leveraging Microsoft 365 Copilot Chat within the browser by heading to the address https://m365.cloud.microsoft/ </a:t>
            </a:r>
          </a:p>
          <a:p>
            <a:r>
              <a:rPr lang="en-US" sz="1200"/>
              <a:t>But wait – what if we are browsing around and need a long page to be summarized or a table to be created from the content currently displayed? </a:t>
            </a:r>
          </a:p>
          <a:p>
            <a:r>
              <a:rPr lang="en-US" sz="1200"/>
              <a:t>Find Copilot in the upper right corner of your edge browser and click on the symbol</a:t>
            </a:r>
          </a:p>
          <a:p>
            <a:r>
              <a:rPr lang="en-US" sz="1200"/>
              <a:t>You might be prompted if you allow that Copilot accesses the information in your browser</a:t>
            </a:r>
          </a:p>
          <a:p>
            <a:r>
              <a:rPr lang="en-US" sz="1200"/>
              <a:t>Now ask a question, e.g. “summarize the content of this page”</a:t>
            </a:r>
          </a:p>
          <a:p>
            <a:r>
              <a:rPr lang="en-US" sz="1200"/>
              <a:t>You’ll get your answer right away, ask detailed questions or get the result shaped in another way. Try it!</a:t>
            </a:r>
          </a:p>
          <a:p>
            <a:r>
              <a:rPr lang="de-DE" sz="1200"/>
              <a:t>To </a:t>
            </a:r>
            <a:r>
              <a:rPr lang="de-DE" sz="1200" err="1"/>
              <a:t>continue</a:t>
            </a:r>
            <a:r>
              <a:rPr lang="de-DE" sz="1200"/>
              <a:t> </a:t>
            </a:r>
            <a:r>
              <a:rPr lang="de-DE" sz="1200" err="1"/>
              <a:t>click</a:t>
            </a:r>
            <a:r>
              <a:rPr lang="de-DE" sz="1200"/>
              <a:t> </a:t>
            </a:r>
            <a:r>
              <a:rPr lang="de-DE" sz="1200" err="1"/>
              <a:t>next</a:t>
            </a:r>
            <a:endParaRPr lang="de-DE" sz="1200"/>
          </a:p>
        </p:txBody>
      </p:sp>
      <p:sp>
        <p:nvSpPr>
          <p:cNvPr id="4" name="Foliennummernplatzhalter 3">
            <a:extLst>
              <a:ext uri="{FF2B5EF4-FFF2-40B4-BE49-F238E27FC236}">
                <a16:creationId xmlns:a16="http://schemas.microsoft.com/office/drawing/2014/main" id="{A355B038-DADE-F8D6-ABF0-DFBE9E79C2AA}"/>
              </a:ext>
            </a:extLst>
          </p:cNvPr>
          <p:cNvSpPr>
            <a:spLocks noGrp="1"/>
          </p:cNvSpPr>
          <p:nvPr>
            <p:ph type="sldNum" sz="quarter" idx="5"/>
          </p:nvPr>
        </p:nvSpPr>
        <p:spPr/>
        <p:txBody>
          <a:bodyPr/>
          <a:lstStyle/>
          <a:p>
            <a:pPr rtl="0"/>
            <a:fld id="{D4B9A9E5-4F7F-4A7D-9DE1-899232329269}" type="slidenum">
              <a:rPr lang="de-DE" noProof="0" smtClean="0"/>
              <a:t>20</a:t>
            </a:fld>
            <a:endParaRPr lang="de-DE" noProof="0"/>
          </a:p>
        </p:txBody>
      </p:sp>
    </p:spTree>
    <p:extLst>
      <p:ext uri="{BB962C8B-B14F-4D97-AF65-F5344CB8AC3E}">
        <p14:creationId xmlns:p14="http://schemas.microsoft.com/office/powerpoint/2010/main" val="38999351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7F8C0E-AB02-C668-4FD3-38587DB2D2D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B6FF7559-F05E-0290-0F86-ACE59334102E}"/>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85FBCD89-39B5-3E46-8FAC-B2C5054085A5}"/>
              </a:ext>
            </a:extLst>
          </p:cNvPr>
          <p:cNvSpPr>
            <a:spLocks noGrp="1"/>
          </p:cNvSpPr>
          <p:nvPr>
            <p:ph type="body" idx="1"/>
          </p:nvPr>
        </p:nvSpPr>
        <p:spPr/>
        <p:txBody>
          <a:bodyPr/>
          <a:lstStyle/>
          <a:p>
            <a:r>
              <a:rPr lang="de-DE"/>
              <a:t>The M365 Copilot </a:t>
            </a:r>
            <a:r>
              <a:rPr lang="de-DE" err="1"/>
              <a:t>app</a:t>
            </a:r>
            <a:r>
              <a:rPr lang="de-DE"/>
              <a:t> and mobile</a:t>
            </a:r>
          </a:p>
          <a:p>
            <a:r>
              <a:rPr lang="en-US" sz="1200"/>
              <a:t>Ok, so we used the browser to access the web version and we saw it in action integrated in Edge. But, as promised, Microsoft 365 Copilot Chat is where you are, no need to open the browser to get going.</a:t>
            </a:r>
          </a:p>
          <a:p>
            <a:r>
              <a:rPr lang="en-US" sz="1200"/>
              <a:t>Look at the taskbar of your Windows device, is there a M365 Copilot Chat logo? If not – just download the app from the store,  it’s free. And yes, there also is a version for Mac</a:t>
            </a:r>
          </a:p>
          <a:p>
            <a:r>
              <a:rPr lang="en-US" sz="1200"/>
              <a:t>Make sure to also have it installed on your mobile device. </a:t>
            </a:r>
            <a:br>
              <a:rPr lang="en-US" sz="1200"/>
            </a:br>
            <a:r>
              <a:rPr lang="en-US" sz="1200"/>
              <a:t>Download it for iOS or Android</a:t>
            </a:r>
          </a:p>
          <a:p>
            <a:r>
              <a:rPr lang="en-US" sz="1200"/>
              <a:t>You will have the same functionality as using it on your desktop – and by the way, all interactions are synced – so start on the go and continue on your desk.</a:t>
            </a:r>
          </a:p>
          <a:p>
            <a:r>
              <a:rPr lang="en-US" sz="1200"/>
              <a:t>Have a try by clicking the menu on the upper left on mobile, then click conversations – it‘s all there!</a:t>
            </a:r>
          </a:p>
          <a:p>
            <a:r>
              <a:rPr lang="en-US" sz="1200" err="1"/>
              <a:t>Pssst</a:t>
            </a:r>
            <a:r>
              <a:rPr lang="en-US" sz="1200"/>
              <a:t>….if you hit the Windows key + C on </a:t>
            </a:r>
            <a:r>
              <a:rPr lang="en-US" sz="1200" err="1"/>
              <a:t>Winsows</a:t>
            </a:r>
            <a:r>
              <a:rPr lang="en-US" sz="1200"/>
              <a:t> it instantly opens up the app</a:t>
            </a:r>
          </a:p>
          <a:p>
            <a:r>
              <a:rPr lang="de-DE" sz="1200"/>
              <a:t>To </a:t>
            </a:r>
            <a:r>
              <a:rPr lang="de-DE" sz="1200" err="1"/>
              <a:t>continue</a:t>
            </a:r>
            <a:r>
              <a:rPr lang="de-DE" sz="1200"/>
              <a:t>, </a:t>
            </a:r>
            <a:r>
              <a:rPr lang="de-DE" sz="1200" err="1"/>
              <a:t>click</a:t>
            </a:r>
            <a:r>
              <a:rPr lang="de-DE" sz="1200"/>
              <a:t> </a:t>
            </a:r>
            <a:r>
              <a:rPr lang="de-DE" sz="1200" err="1"/>
              <a:t>next</a:t>
            </a:r>
            <a:endParaRPr lang="de-DE" sz="1200"/>
          </a:p>
        </p:txBody>
      </p:sp>
      <p:sp>
        <p:nvSpPr>
          <p:cNvPr id="4" name="Foliennummernplatzhalter 3">
            <a:extLst>
              <a:ext uri="{FF2B5EF4-FFF2-40B4-BE49-F238E27FC236}">
                <a16:creationId xmlns:a16="http://schemas.microsoft.com/office/drawing/2014/main" id="{94D40BE3-2F9D-7B0A-0CA5-9D66AF4CA9C3}"/>
              </a:ext>
            </a:extLst>
          </p:cNvPr>
          <p:cNvSpPr>
            <a:spLocks noGrp="1"/>
          </p:cNvSpPr>
          <p:nvPr>
            <p:ph type="sldNum" sz="quarter" idx="5"/>
          </p:nvPr>
        </p:nvSpPr>
        <p:spPr/>
        <p:txBody>
          <a:bodyPr/>
          <a:lstStyle/>
          <a:p>
            <a:pPr rtl="0"/>
            <a:fld id="{D4B9A9E5-4F7F-4A7D-9DE1-899232329269}" type="slidenum">
              <a:rPr lang="de-DE" noProof="0" smtClean="0"/>
              <a:t>21</a:t>
            </a:fld>
            <a:endParaRPr lang="de-DE" noProof="0"/>
          </a:p>
        </p:txBody>
      </p:sp>
    </p:spTree>
    <p:extLst>
      <p:ext uri="{BB962C8B-B14F-4D97-AF65-F5344CB8AC3E}">
        <p14:creationId xmlns:p14="http://schemas.microsoft.com/office/powerpoint/2010/main" val="34072360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75A3B-6EDB-2838-A3D3-225B02498409}"/>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BF9BFAC0-C2F7-92EF-0D06-B74316D8D639}"/>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5478D24-215C-0801-41D7-A8470C4AD27F}"/>
              </a:ext>
            </a:extLst>
          </p:cNvPr>
          <p:cNvSpPr>
            <a:spLocks noGrp="1"/>
          </p:cNvSpPr>
          <p:nvPr>
            <p:ph type="body" idx="1"/>
          </p:nvPr>
        </p:nvSpPr>
        <p:spPr/>
        <p:txBody>
          <a:bodyPr/>
          <a:lstStyle/>
          <a:p>
            <a:r>
              <a:rPr lang="de-DE"/>
              <a:t>Talk to </a:t>
            </a:r>
            <a:r>
              <a:rPr lang="de-DE" err="1"/>
              <a:t>copilot</a:t>
            </a:r>
            <a:r>
              <a:rPr lang="de-DE"/>
              <a:t> </a:t>
            </a:r>
            <a:r>
              <a:rPr lang="de-DE" err="1"/>
              <a:t>chat</a:t>
            </a:r>
            <a:endParaRPr lang="de-DE"/>
          </a:p>
          <a:p>
            <a:r>
              <a:rPr lang="en-US"/>
              <a:t>Tired of hitting the keys? Or just not able to use the keyboard right now? Helps is on the way!</a:t>
            </a:r>
          </a:p>
          <a:p>
            <a:r>
              <a:rPr lang="en-US"/>
              <a:t>You can use your voice to let </a:t>
            </a:r>
            <a:r>
              <a:rPr lang="en-US" err="1"/>
              <a:t>let</a:t>
            </a:r>
            <a:r>
              <a:rPr lang="en-US"/>
              <a:t> Microsoft 365 Copilot Chat know what you need</a:t>
            </a:r>
          </a:p>
          <a:p>
            <a:r>
              <a:rPr lang="en-US"/>
              <a:t>Just click the microphone symbol in the prompt window</a:t>
            </a:r>
          </a:p>
          <a:p>
            <a:r>
              <a:rPr lang="en-US"/>
              <a:t>Copilot is listening carefully, writing down your inputs after a bit so that you can be sure it understands what you are saying</a:t>
            </a:r>
          </a:p>
          <a:p>
            <a:r>
              <a:rPr lang="en-US"/>
              <a:t>All said? Then hit the send button and Copilot Chat acts on your dictated prompt as it would be if you had written it</a:t>
            </a:r>
          </a:p>
          <a:p>
            <a:r>
              <a:rPr lang="en-US"/>
              <a:t>No capacity to read through the answer? No problem, click „read aloud“ the bottom and just listen to it</a:t>
            </a:r>
          </a:p>
          <a:p>
            <a:r>
              <a:rPr lang="de-DE" sz="1200"/>
              <a:t>To </a:t>
            </a:r>
            <a:r>
              <a:rPr lang="de-DE" sz="1200" err="1"/>
              <a:t>continue</a:t>
            </a:r>
            <a:r>
              <a:rPr lang="de-DE" sz="1200"/>
              <a:t>, </a:t>
            </a:r>
            <a:r>
              <a:rPr lang="de-DE" sz="1200" err="1"/>
              <a:t>click</a:t>
            </a:r>
            <a:r>
              <a:rPr lang="de-DE" sz="1200"/>
              <a:t> </a:t>
            </a:r>
            <a:r>
              <a:rPr lang="de-DE" sz="1200" err="1"/>
              <a:t>next</a:t>
            </a:r>
            <a:endParaRPr lang="de-DE" sz="1200"/>
          </a:p>
        </p:txBody>
      </p:sp>
      <p:sp>
        <p:nvSpPr>
          <p:cNvPr id="4" name="Foliennummernplatzhalter 3">
            <a:extLst>
              <a:ext uri="{FF2B5EF4-FFF2-40B4-BE49-F238E27FC236}">
                <a16:creationId xmlns:a16="http://schemas.microsoft.com/office/drawing/2014/main" id="{755852B6-2DBD-2A9E-0B42-BCF1DC02D554}"/>
              </a:ext>
            </a:extLst>
          </p:cNvPr>
          <p:cNvSpPr>
            <a:spLocks noGrp="1"/>
          </p:cNvSpPr>
          <p:nvPr>
            <p:ph type="sldNum" sz="quarter" idx="5"/>
          </p:nvPr>
        </p:nvSpPr>
        <p:spPr/>
        <p:txBody>
          <a:bodyPr/>
          <a:lstStyle/>
          <a:p>
            <a:pPr rtl="0"/>
            <a:fld id="{D4B9A9E5-4F7F-4A7D-9DE1-899232329269}" type="slidenum">
              <a:rPr lang="de-DE" noProof="0" smtClean="0"/>
              <a:t>22</a:t>
            </a:fld>
            <a:endParaRPr lang="de-DE" noProof="0"/>
          </a:p>
        </p:txBody>
      </p:sp>
    </p:spTree>
    <p:extLst>
      <p:ext uri="{BB962C8B-B14F-4D97-AF65-F5344CB8AC3E}">
        <p14:creationId xmlns:p14="http://schemas.microsoft.com/office/powerpoint/2010/main" val="17844494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36CE5-B80C-BC16-F24B-FB5427B2C1B1}"/>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D6C35B4-EE76-361C-BC26-8B7E293A1DDA}"/>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273AF427-4797-3B0E-0E71-B6A09A44B4FB}"/>
              </a:ext>
            </a:extLst>
          </p:cNvPr>
          <p:cNvSpPr>
            <a:spLocks noGrp="1"/>
          </p:cNvSpPr>
          <p:nvPr>
            <p:ph type="body" idx="1"/>
          </p:nvPr>
        </p:nvSpPr>
        <p:spPr/>
        <p:txBody>
          <a:bodyPr/>
          <a:lstStyle/>
          <a:p>
            <a:r>
              <a:rPr lang="de-DE" err="1"/>
              <a:t>Revisit</a:t>
            </a:r>
            <a:r>
              <a:rPr lang="de-DE"/>
              <a:t> </a:t>
            </a:r>
            <a:r>
              <a:rPr lang="de-DE" err="1"/>
              <a:t>chat</a:t>
            </a:r>
            <a:r>
              <a:rPr lang="de-DE"/>
              <a:t> </a:t>
            </a:r>
            <a:r>
              <a:rPr lang="de-DE" err="1"/>
              <a:t>history</a:t>
            </a:r>
            <a:endParaRPr lang="de-DE"/>
          </a:p>
          <a:p>
            <a:r>
              <a:rPr lang="en-US" sz="1200"/>
              <a:t>We’ve been playing around quite some time now. Do you still remember the answer on the first prompt? Well, Copilot does!</a:t>
            </a:r>
          </a:p>
          <a:p>
            <a:r>
              <a:rPr lang="en-US" sz="1200"/>
              <a:t>In the left menu bar you will find a lot of possibilities</a:t>
            </a:r>
          </a:p>
          <a:p>
            <a:r>
              <a:rPr lang="en-US" sz="1200"/>
              <a:t>One of it: the conversation history</a:t>
            </a:r>
          </a:p>
          <a:p>
            <a:r>
              <a:rPr lang="en-US" sz="1200"/>
              <a:t>Just click on it and a list of recent conversations pops out</a:t>
            </a:r>
          </a:p>
          <a:p>
            <a:r>
              <a:rPr lang="en-US" sz="1200"/>
              <a:t>With a click on the ellipses you can also </a:t>
            </a:r>
          </a:p>
          <a:p>
            <a:r>
              <a:rPr lang="en-US" sz="1200"/>
              <a:t>rename the conversation</a:t>
            </a:r>
          </a:p>
          <a:p>
            <a:r>
              <a:rPr lang="en-US" sz="1200"/>
              <a:t>save it for later (we’ll get to this in a bit)</a:t>
            </a:r>
          </a:p>
          <a:p>
            <a:r>
              <a:rPr lang="en-US" sz="1200"/>
              <a:t>or delete it</a:t>
            </a:r>
          </a:p>
          <a:p>
            <a:r>
              <a:rPr lang="en-US" sz="1200"/>
              <a:t>If you would like to delete all of your conversation history, follow this external link.</a:t>
            </a:r>
          </a:p>
          <a:p>
            <a:r>
              <a:rPr lang="en-US" sz="1200"/>
              <a:t>You see – nothing get‘s lost, except you want it to.</a:t>
            </a:r>
          </a:p>
          <a:p>
            <a:r>
              <a:rPr lang="de-DE" sz="1200"/>
              <a:t>To </a:t>
            </a:r>
            <a:r>
              <a:rPr lang="de-DE" sz="1200" err="1"/>
              <a:t>continue</a:t>
            </a:r>
            <a:r>
              <a:rPr lang="de-DE" sz="1200"/>
              <a:t>, </a:t>
            </a:r>
            <a:r>
              <a:rPr lang="de-DE" sz="1200" err="1"/>
              <a:t>click</a:t>
            </a:r>
            <a:r>
              <a:rPr lang="de-DE" sz="1200"/>
              <a:t> </a:t>
            </a:r>
            <a:r>
              <a:rPr lang="de-DE" sz="1200" err="1"/>
              <a:t>next</a:t>
            </a:r>
            <a:endParaRPr lang="de-DE" sz="1200"/>
          </a:p>
        </p:txBody>
      </p:sp>
      <p:sp>
        <p:nvSpPr>
          <p:cNvPr id="4" name="Foliennummernplatzhalter 3">
            <a:extLst>
              <a:ext uri="{FF2B5EF4-FFF2-40B4-BE49-F238E27FC236}">
                <a16:creationId xmlns:a16="http://schemas.microsoft.com/office/drawing/2014/main" id="{DD674D24-5870-698F-3973-0B29F22FF904}"/>
              </a:ext>
            </a:extLst>
          </p:cNvPr>
          <p:cNvSpPr>
            <a:spLocks noGrp="1"/>
          </p:cNvSpPr>
          <p:nvPr>
            <p:ph type="sldNum" sz="quarter" idx="5"/>
          </p:nvPr>
        </p:nvSpPr>
        <p:spPr/>
        <p:txBody>
          <a:bodyPr/>
          <a:lstStyle/>
          <a:p>
            <a:pPr rtl="0"/>
            <a:fld id="{D4B9A9E5-4F7F-4A7D-9DE1-899232329269}" type="slidenum">
              <a:rPr lang="de-DE" noProof="0" smtClean="0"/>
              <a:t>23</a:t>
            </a:fld>
            <a:endParaRPr lang="de-DE" noProof="0"/>
          </a:p>
        </p:txBody>
      </p:sp>
    </p:spTree>
    <p:extLst>
      <p:ext uri="{BB962C8B-B14F-4D97-AF65-F5344CB8AC3E}">
        <p14:creationId xmlns:p14="http://schemas.microsoft.com/office/powerpoint/2010/main" val="8868851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1B8AC-A6E0-13C9-CA5C-1172CD6C4219}"/>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B58FA0D-50AF-4E63-AA65-02C8EB97775C}"/>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4D633603-E22D-ED96-01AF-94BFB046476C}"/>
              </a:ext>
            </a:extLst>
          </p:cNvPr>
          <p:cNvSpPr>
            <a:spLocks noGrp="1"/>
          </p:cNvSpPr>
          <p:nvPr>
            <p:ph type="body" idx="1"/>
          </p:nvPr>
        </p:nvSpPr>
        <p:spPr/>
        <p:txBody>
          <a:bodyPr/>
          <a:lstStyle/>
          <a:p>
            <a:r>
              <a:rPr lang="de-DE"/>
              <a:t>Create</a:t>
            </a:r>
          </a:p>
          <a:p>
            <a:r>
              <a:rPr lang="en-US" sz="1200" b="0" i="0">
                <a:effectLst/>
                <a:latin typeface="Segoe UI" panose="020B0502040204020203" pitchFamily="34" charset="0"/>
              </a:rPr>
              <a:t>Is it only me, or is it time to bring some fun in here? After all of that clicking and learning – let’s relax our brain and let Copilot work for us.</a:t>
            </a:r>
          </a:p>
          <a:p>
            <a:r>
              <a:rPr lang="en-US" sz="1200" b="0" i="0">
                <a:effectLst/>
                <a:latin typeface="Segoe UI" panose="020B0502040204020203" pitchFamily="34" charset="0"/>
              </a:rPr>
              <a:t>Copilot Chat comes with a lot of fun – and maybe you also have been in the situation to just not having the right image for the current context</a:t>
            </a:r>
          </a:p>
          <a:p>
            <a:r>
              <a:rPr lang="en-US" sz="1200" b="0" i="0">
                <a:effectLst/>
                <a:latin typeface="Segoe UI" panose="020B0502040204020203" pitchFamily="34" charset="0"/>
              </a:rPr>
              <a:t>Either just type into the prompt window what you need, such as </a:t>
            </a:r>
            <a:br>
              <a:rPr lang="en-US" sz="1200" b="0" i="0">
                <a:effectLst/>
                <a:latin typeface="Segoe UI" panose="020B0502040204020203" pitchFamily="34" charset="0"/>
              </a:rPr>
            </a:br>
            <a:r>
              <a:rPr lang="en-US" sz="1200" b="0" i="0">
                <a:effectLst/>
                <a:latin typeface="Segoe UI" panose="020B0502040204020203" pitchFamily="34" charset="0"/>
              </a:rPr>
              <a:t>„create an image of a flying </a:t>
            </a:r>
            <a:r>
              <a:rPr lang="en-US" sz="1200" b="0" i="0" err="1">
                <a:effectLst/>
                <a:latin typeface="Segoe UI" panose="020B0502040204020203" pitchFamily="34" charset="0"/>
              </a:rPr>
              <a:t>penguine</a:t>
            </a:r>
            <a:r>
              <a:rPr lang="en-US" sz="1200" b="0" i="0">
                <a:effectLst/>
                <a:latin typeface="Segoe UI" panose="020B0502040204020203" pitchFamily="34" charset="0"/>
              </a:rPr>
              <a:t> heading to </a:t>
            </a:r>
            <a:r>
              <a:rPr lang="en-US" sz="1200" b="0" i="0" err="1">
                <a:effectLst/>
                <a:latin typeface="Segoe UI" panose="020B0502040204020203" pitchFamily="34" charset="0"/>
              </a:rPr>
              <a:t>thr</a:t>
            </a:r>
            <a:r>
              <a:rPr lang="en-US" sz="1200" b="0" i="0">
                <a:effectLst/>
                <a:latin typeface="Segoe UI" panose="020B0502040204020203" pitchFamily="34" charset="0"/>
              </a:rPr>
              <a:t> next business meeting. make it photo realistic. it flies over </a:t>
            </a:r>
            <a:r>
              <a:rPr lang="en-US" sz="1200" b="0" i="0" err="1">
                <a:effectLst/>
                <a:latin typeface="Segoe UI" panose="020B0502040204020203" pitchFamily="34" charset="0"/>
              </a:rPr>
              <a:t>frankfurt</a:t>
            </a:r>
            <a:r>
              <a:rPr lang="en-US" sz="1200" b="0" i="0">
                <a:effectLst/>
                <a:latin typeface="Segoe UI" panose="020B0502040204020203" pitchFamily="34" charset="0"/>
              </a:rPr>
              <a:t> am main.“</a:t>
            </a:r>
          </a:p>
          <a:p>
            <a:r>
              <a:rPr lang="en-US" sz="1200" b="0" i="0">
                <a:effectLst/>
                <a:latin typeface="Segoe UI" panose="020B0502040204020203" pitchFamily="34" charset="0"/>
              </a:rPr>
              <a:t>Or you use the „create“ option on the left menu bar. It comes with a lot of inspiration and help to get to your results</a:t>
            </a:r>
          </a:p>
          <a:p>
            <a:r>
              <a:rPr lang="en-US" sz="1200" b="0" i="0">
                <a:effectLst/>
                <a:latin typeface="Segoe UI" panose="020B0502040204020203" pitchFamily="34" charset="0"/>
              </a:rPr>
              <a:t>No matter if business diagram, a photo, a poster or a comic – possibilities are endless</a:t>
            </a:r>
          </a:p>
          <a:p>
            <a:r>
              <a:rPr lang="en-US" sz="1200" b="0" i="0">
                <a:effectLst/>
                <a:latin typeface="Segoe UI" panose="020B0502040204020203" pitchFamily="34" charset="0"/>
              </a:rPr>
              <a:t>but always remember: be specific &amp; precise for best results</a:t>
            </a:r>
          </a:p>
          <a:p>
            <a:r>
              <a:rPr lang="en-US" sz="1200" b="0" i="0">
                <a:effectLst/>
                <a:latin typeface="Segoe UI" panose="020B0502040204020203" pitchFamily="34" charset="0"/>
              </a:rPr>
              <a:t>If you are interested in diving deeper into the possibilities to create, follow this </a:t>
            </a:r>
            <a:r>
              <a:rPr lang="en-US" sz="1200" b="0" i="0">
                <a:effectLst/>
                <a:latin typeface="Segoe UI" panose="020B0502040204020203" pitchFamily="34" charset="0"/>
                <a:hlinkClick r:id="rId3"/>
              </a:rPr>
              <a:t>external link</a:t>
            </a:r>
            <a:r>
              <a:rPr lang="en-US" sz="1200" b="0" i="0">
                <a:effectLst/>
                <a:latin typeface="Segoe UI" panose="020B0502040204020203" pitchFamily="34" charset="0"/>
              </a:rPr>
              <a:t>.</a:t>
            </a:r>
            <a:endParaRPr lang="de-DE" sz="1200"/>
          </a:p>
          <a:p>
            <a:r>
              <a:rPr lang="de-DE" sz="1200"/>
              <a:t>To </a:t>
            </a:r>
            <a:r>
              <a:rPr lang="de-DE" sz="1200" err="1"/>
              <a:t>continue</a:t>
            </a:r>
            <a:r>
              <a:rPr lang="de-DE" sz="1200"/>
              <a:t> and </a:t>
            </a:r>
            <a:r>
              <a:rPr lang="de-DE" sz="1200" err="1"/>
              <a:t>get</a:t>
            </a:r>
            <a:r>
              <a:rPr lang="de-DE" sz="1200"/>
              <a:t> back to </a:t>
            </a:r>
            <a:r>
              <a:rPr lang="de-DE" sz="1200" err="1"/>
              <a:t>business</a:t>
            </a:r>
            <a:r>
              <a:rPr lang="de-DE" sz="1200"/>
              <a:t>, </a:t>
            </a:r>
            <a:r>
              <a:rPr lang="de-DE" sz="1200" err="1"/>
              <a:t>click</a:t>
            </a:r>
            <a:r>
              <a:rPr lang="de-DE" sz="1200"/>
              <a:t> </a:t>
            </a:r>
            <a:r>
              <a:rPr lang="de-DE" sz="1200" err="1"/>
              <a:t>next</a:t>
            </a:r>
            <a:endParaRPr lang="de-DE" sz="1200"/>
          </a:p>
        </p:txBody>
      </p:sp>
      <p:sp>
        <p:nvSpPr>
          <p:cNvPr id="4" name="Foliennummernplatzhalter 3">
            <a:extLst>
              <a:ext uri="{FF2B5EF4-FFF2-40B4-BE49-F238E27FC236}">
                <a16:creationId xmlns:a16="http://schemas.microsoft.com/office/drawing/2014/main" id="{98BA0D67-4D04-2440-CC35-51EB740C47CB}"/>
              </a:ext>
            </a:extLst>
          </p:cNvPr>
          <p:cNvSpPr>
            <a:spLocks noGrp="1"/>
          </p:cNvSpPr>
          <p:nvPr>
            <p:ph type="sldNum" sz="quarter" idx="5"/>
          </p:nvPr>
        </p:nvSpPr>
        <p:spPr/>
        <p:txBody>
          <a:bodyPr/>
          <a:lstStyle/>
          <a:p>
            <a:pPr rtl="0"/>
            <a:fld id="{D4B9A9E5-4F7F-4A7D-9DE1-899232329269}" type="slidenum">
              <a:rPr lang="de-DE" noProof="0" smtClean="0"/>
              <a:t>24</a:t>
            </a:fld>
            <a:endParaRPr lang="de-DE" noProof="0"/>
          </a:p>
        </p:txBody>
      </p:sp>
    </p:spTree>
    <p:extLst>
      <p:ext uri="{BB962C8B-B14F-4D97-AF65-F5344CB8AC3E}">
        <p14:creationId xmlns:p14="http://schemas.microsoft.com/office/powerpoint/2010/main" val="18111398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D93C9-2818-9203-4947-4EE93C7A4EBA}"/>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2D83C9E2-9270-0F64-8AD9-A535E085A401}"/>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2B646F55-2C5E-7C6D-35E1-31EC183E66C7}"/>
              </a:ext>
            </a:extLst>
          </p:cNvPr>
          <p:cNvSpPr>
            <a:spLocks noGrp="1"/>
          </p:cNvSpPr>
          <p:nvPr>
            <p:ph type="body" idx="1"/>
          </p:nvPr>
        </p:nvSpPr>
        <p:spPr/>
        <p:txBody>
          <a:bodyPr/>
          <a:lstStyle/>
          <a:p>
            <a:r>
              <a:rPr lang="de-DE"/>
              <a:t>Prompt Gallery</a:t>
            </a:r>
          </a:p>
          <a:p>
            <a:r>
              <a:rPr lang="en-US" sz="1200"/>
              <a:t>Now that was fun! So let’s restart slowly by getting </a:t>
            </a:r>
            <a:r>
              <a:rPr lang="en-US" sz="1200" err="1"/>
              <a:t>inspiraton</a:t>
            </a:r>
            <a:r>
              <a:rPr lang="en-US" sz="1200"/>
              <a:t> and best practices. The Prompt Gallery contains loads of examples how you could best leverage Microsoft 365 Copilot Chat.</a:t>
            </a:r>
          </a:p>
          <a:p>
            <a:r>
              <a:rPr lang="en-US" sz="1200"/>
              <a:t>Filter by task you need to achieve</a:t>
            </a:r>
          </a:p>
          <a:p>
            <a:r>
              <a:rPr lang="en-US" sz="1200"/>
              <a:t>Filter by role you are having</a:t>
            </a:r>
          </a:p>
          <a:p>
            <a:r>
              <a:rPr lang="en-US" sz="1200"/>
              <a:t>Find your saved prompts </a:t>
            </a:r>
          </a:p>
          <a:p>
            <a:r>
              <a:rPr lang="en-US" sz="1200"/>
              <a:t>Find company wide shared prompts</a:t>
            </a:r>
          </a:p>
          <a:p>
            <a:r>
              <a:rPr lang="en-US" sz="1200"/>
              <a:t>Access the Prompt Gallery through this link</a:t>
            </a:r>
          </a:p>
          <a:p>
            <a:r>
              <a:rPr lang="en-US" sz="1200"/>
              <a:t>Or at any time within the Copilot Chat at the bottom of the prompting window</a:t>
            </a:r>
          </a:p>
          <a:p>
            <a:r>
              <a:rPr lang="en-US" sz="1200"/>
              <a:t>Have a try!</a:t>
            </a:r>
          </a:p>
          <a:p>
            <a:r>
              <a:rPr lang="de-DE" sz="1200"/>
              <a:t>To </a:t>
            </a:r>
            <a:r>
              <a:rPr lang="de-DE" sz="1200" err="1"/>
              <a:t>continue</a:t>
            </a:r>
            <a:r>
              <a:rPr lang="de-DE" sz="1200"/>
              <a:t>, </a:t>
            </a:r>
            <a:r>
              <a:rPr lang="de-DE" sz="1200" err="1"/>
              <a:t>click</a:t>
            </a:r>
            <a:r>
              <a:rPr lang="de-DE" sz="1200"/>
              <a:t> </a:t>
            </a:r>
            <a:r>
              <a:rPr lang="de-DE" sz="1200" err="1"/>
              <a:t>next</a:t>
            </a:r>
            <a:endParaRPr lang="de-DE" sz="1200"/>
          </a:p>
        </p:txBody>
      </p:sp>
      <p:sp>
        <p:nvSpPr>
          <p:cNvPr id="4" name="Foliennummernplatzhalter 3">
            <a:extLst>
              <a:ext uri="{FF2B5EF4-FFF2-40B4-BE49-F238E27FC236}">
                <a16:creationId xmlns:a16="http://schemas.microsoft.com/office/drawing/2014/main" id="{ED443B0C-B42D-1120-26E9-6330A5965311}"/>
              </a:ext>
            </a:extLst>
          </p:cNvPr>
          <p:cNvSpPr>
            <a:spLocks noGrp="1"/>
          </p:cNvSpPr>
          <p:nvPr>
            <p:ph type="sldNum" sz="quarter" idx="5"/>
          </p:nvPr>
        </p:nvSpPr>
        <p:spPr/>
        <p:txBody>
          <a:bodyPr/>
          <a:lstStyle/>
          <a:p>
            <a:pPr rtl="0"/>
            <a:fld id="{D4B9A9E5-4F7F-4A7D-9DE1-899232329269}" type="slidenum">
              <a:rPr lang="de-DE" noProof="0" smtClean="0"/>
              <a:t>25</a:t>
            </a:fld>
            <a:endParaRPr lang="de-DE" noProof="0"/>
          </a:p>
        </p:txBody>
      </p:sp>
    </p:spTree>
    <p:extLst>
      <p:ext uri="{BB962C8B-B14F-4D97-AF65-F5344CB8AC3E}">
        <p14:creationId xmlns:p14="http://schemas.microsoft.com/office/powerpoint/2010/main" val="227631698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1B311A-32E5-B222-9AFC-3CBA695F221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68BE1113-41EA-8C46-E3A6-F3AAA10411BB}"/>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3E0300F7-24D5-68B6-78D8-CDFEC69EFCC6}"/>
              </a:ext>
            </a:extLst>
          </p:cNvPr>
          <p:cNvSpPr>
            <a:spLocks noGrp="1"/>
          </p:cNvSpPr>
          <p:nvPr>
            <p:ph type="body" idx="1"/>
          </p:nvPr>
        </p:nvSpPr>
        <p:spPr/>
        <p:txBody>
          <a:bodyPr/>
          <a:lstStyle/>
          <a:p>
            <a:r>
              <a:rPr lang="de-DE"/>
              <a:t>prompt Handling and </a:t>
            </a:r>
            <a:r>
              <a:rPr lang="de-DE" err="1"/>
              <a:t>sharing</a:t>
            </a:r>
            <a:endParaRPr lang="de-DE"/>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a:effectLst/>
                <a:latin typeface="Segoe UI" panose="020B0502040204020203" pitchFamily="34" charset="0"/>
              </a:rPr>
              <a:t>Hover over the prompt to see the context menu</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a:effectLst/>
                <a:latin typeface="Segoe UI" panose="020B0502040204020203" pitchFamily="34" charset="0"/>
              </a:rPr>
              <a:t>Schedule the prompt you just entered for additional runs at a later time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a:effectLst/>
                <a:latin typeface="Segoe UI" panose="020B0502040204020203" pitchFamily="34" charset="0"/>
              </a:rPr>
              <a:t>Save the prompt you just entered to use it through the Prompt Gallery later 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a:effectLst/>
                <a:latin typeface="Segoe UI" panose="020B0502040204020203" pitchFamily="34" charset="0"/>
              </a:rPr>
              <a:t>Directly share your prompt with others so that they can use it on their own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a:effectLst/>
                <a:latin typeface="Segoe UI" panose="020B0502040204020203" pitchFamily="34" charset="0"/>
              </a:rPr>
              <a:t>If you like the answer to your prompt – you can copy and share it. Just use the context menu on the bottom of the response.</a:t>
            </a:r>
          </a:p>
          <a:p>
            <a:r>
              <a:rPr lang="de-DE" sz="1200"/>
              <a:t>To </a:t>
            </a:r>
            <a:r>
              <a:rPr lang="de-DE" sz="1200" err="1"/>
              <a:t>continue</a:t>
            </a:r>
            <a:r>
              <a:rPr lang="de-DE" sz="1200"/>
              <a:t>, </a:t>
            </a:r>
            <a:r>
              <a:rPr lang="de-DE" sz="1200" err="1"/>
              <a:t>click</a:t>
            </a:r>
            <a:r>
              <a:rPr lang="de-DE" sz="1200"/>
              <a:t> </a:t>
            </a:r>
            <a:r>
              <a:rPr lang="de-DE" sz="1200" err="1"/>
              <a:t>next</a:t>
            </a:r>
            <a:endParaRPr lang="de-DE" sz="1200"/>
          </a:p>
        </p:txBody>
      </p:sp>
      <p:sp>
        <p:nvSpPr>
          <p:cNvPr id="4" name="Foliennummernplatzhalter 3">
            <a:extLst>
              <a:ext uri="{FF2B5EF4-FFF2-40B4-BE49-F238E27FC236}">
                <a16:creationId xmlns:a16="http://schemas.microsoft.com/office/drawing/2014/main" id="{B970D67D-568A-E6B8-3789-78BB0592C35B}"/>
              </a:ext>
            </a:extLst>
          </p:cNvPr>
          <p:cNvSpPr>
            <a:spLocks noGrp="1"/>
          </p:cNvSpPr>
          <p:nvPr>
            <p:ph type="sldNum" sz="quarter" idx="5"/>
          </p:nvPr>
        </p:nvSpPr>
        <p:spPr/>
        <p:txBody>
          <a:bodyPr/>
          <a:lstStyle/>
          <a:p>
            <a:pPr rtl="0"/>
            <a:fld id="{D4B9A9E5-4F7F-4A7D-9DE1-899232329269}" type="slidenum">
              <a:rPr lang="de-DE" noProof="0" smtClean="0"/>
              <a:t>26</a:t>
            </a:fld>
            <a:endParaRPr lang="de-DE" noProof="0"/>
          </a:p>
        </p:txBody>
      </p:sp>
    </p:spTree>
    <p:extLst>
      <p:ext uri="{BB962C8B-B14F-4D97-AF65-F5344CB8AC3E}">
        <p14:creationId xmlns:p14="http://schemas.microsoft.com/office/powerpoint/2010/main" val="17202043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FED62-4A8A-0C96-09F8-573BF6ED7F74}"/>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F9E82BB6-17ED-770D-1FA9-7008CADF3310}"/>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B035AF4E-C4C9-1DE8-DD99-877935E93443}"/>
              </a:ext>
            </a:extLst>
          </p:cNvPr>
          <p:cNvSpPr>
            <a:spLocks noGrp="1"/>
          </p:cNvSpPr>
          <p:nvPr>
            <p:ph type="body" idx="1"/>
          </p:nvPr>
        </p:nvSpPr>
        <p:spPr/>
        <p:txBody>
          <a:bodyPr/>
          <a:lstStyle/>
          <a:p>
            <a:r>
              <a:rPr lang="de-DE"/>
              <a:t>Prompt </a:t>
            </a:r>
            <a:r>
              <a:rPr lang="de-DE" err="1"/>
              <a:t>coach</a:t>
            </a:r>
            <a:endParaRPr lang="de-DE"/>
          </a:p>
          <a:p>
            <a:r>
              <a:rPr lang="en-US" sz="1200"/>
              <a:t>Now that we know how important prompting skills are to get fast and accurate results. Training is key – and your coach is right at your side!</a:t>
            </a:r>
          </a:p>
          <a:p>
            <a:r>
              <a:rPr lang="en-US" sz="1200"/>
              <a:t>The Microsoft developed Prompt Coach Agent helps you train and refine your prompting skills</a:t>
            </a:r>
          </a:p>
          <a:p>
            <a:r>
              <a:rPr lang="en-US" sz="1200"/>
              <a:t>Detailed prompt analysis</a:t>
            </a:r>
          </a:p>
          <a:p>
            <a:r>
              <a:rPr lang="en-US" sz="1200"/>
              <a:t>Helps to ensure clarity and optimal phrasing</a:t>
            </a:r>
          </a:p>
          <a:p>
            <a:r>
              <a:rPr lang="en-US" sz="1200"/>
              <a:t>Provides concrete prompt examples, with step-by-step explanations</a:t>
            </a:r>
          </a:p>
          <a:p>
            <a:r>
              <a:rPr lang="en-US" sz="1200"/>
              <a:t>Install prompt Coach by clicking this link or searching for it via „All Agents“ in the left menu bar</a:t>
            </a:r>
          </a:p>
          <a:p>
            <a:r>
              <a:rPr lang="en-US" sz="1200"/>
              <a:t>Try it!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a:effectLst/>
                <a:latin typeface="Segoe UI" panose="020B0502040204020203" pitchFamily="34" charset="0"/>
              </a:rPr>
              <a:t>If you are interested in learning more about Prompt Coach, follow this </a:t>
            </a:r>
            <a:r>
              <a:rPr lang="en-US" sz="1200" b="0" i="0">
                <a:effectLst/>
                <a:latin typeface="Segoe UI" panose="020B0502040204020203" pitchFamily="34" charset="0"/>
                <a:hlinkClick r:id="rId3"/>
              </a:rPr>
              <a:t>external link</a:t>
            </a:r>
            <a:r>
              <a:rPr lang="en-US" sz="1200" b="0" i="0">
                <a:effectLst/>
                <a:latin typeface="Segoe UI" panose="020B0502040204020203" pitchFamily="34" charset="0"/>
              </a:rPr>
              <a:t>.</a:t>
            </a:r>
            <a:endParaRPr lang="de-DE" sz="1200"/>
          </a:p>
          <a:p>
            <a:r>
              <a:rPr lang="de-DE" sz="1200"/>
              <a:t>To </a:t>
            </a:r>
            <a:r>
              <a:rPr lang="de-DE" sz="1200" err="1"/>
              <a:t>continue</a:t>
            </a:r>
            <a:r>
              <a:rPr lang="de-DE" sz="1200"/>
              <a:t> </a:t>
            </a:r>
            <a:r>
              <a:rPr lang="de-DE" sz="1200" err="1"/>
              <a:t>click</a:t>
            </a:r>
            <a:r>
              <a:rPr lang="de-DE" sz="1200"/>
              <a:t> </a:t>
            </a:r>
            <a:r>
              <a:rPr lang="de-DE" sz="1200" err="1"/>
              <a:t>next</a:t>
            </a:r>
            <a:endParaRPr lang="de-DE" sz="1200"/>
          </a:p>
        </p:txBody>
      </p:sp>
      <p:sp>
        <p:nvSpPr>
          <p:cNvPr id="4" name="Foliennummernplatzhalter 3">
            <a:extLst>
              <a:ext uri="{FF2B5EF4-FFF2-40B4-BE49-F238E27FC236}">
                <a16:creationId xmlns:a16="http://schemas.microsoft.com/office/drawing/2014/main" id="{D5CE6C86-AB25-69D2-9824-1C5BED0C6353}"/>
              </a:ext>
            </a:extLst>
          </p:cNvPr>
          <p:cNvSpPr>
            <a:spLocks noGrp="1"/>
          </p:cNvSpPr>
          <p:nvPr>
            <p:ph type="sldNum" sz="quarter" idx="5"/>
          </p:nvPr>
        </p:nvSpPr>
        <p:spPr/>
        <p:txBody>
          <a:bodyPr/>
          <a:lstStyle/>
          <a:p>
            <a:pPr rtl="0"/>
            <a:fld id="{D4B9A9E5-4F7F-4A7D-9DE1-899232329269}" type="slidenum">
              <a:rPr lang="de-DE" noProof="0" smtClean="0"/>
              <a:t>27</a:t>
            </a:fld>
            <a:endParaRPr lang="de-DE" noProof="0"/>
          </a:p>
        </p:txBody>
      </p:sp>
    </p:spTree>
    <p:extLst>
      <p:ext uri="{BB962C8B-B14F-4D97-AF65-F5344CB8AC3E}">
        <p14:creationId xmlns:p14="http://schemas.microsoft.com/office/powerpoint/2010/main" val="348246573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7BD2EF-CC62-E6EA-995B-2763D6D5E96B}"/>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FCC0D9C4-C174-D473-7943-D2B72205A1DE}"/>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54E7D40-5584-ADA1-E8BF-C302784A7B10}"/>
              </a:ext>
            </a:extLst>
          </p:cNvPr>
          <p:cNvSpPr>
            <a:spLocks noGrp="1"/>
          </p:cNvSpPr>
          <p:nvPr>
            <p:ph type="body" idx="1"/>
          </p:nvPr>
        </p:nvSpPr>
        <p:spPr/>
        <p:txBody>
          <a:bodyPr/>
          <a:lstStyle/>
          <a:p>
            <a:r>
              <a:rPr lang="de-DE"/>
              <a:t>Idea </a:t>
            </a:r>
            <a:r>
              <a:rPr lang="de-DE" err="1"/>
              <a:t>coach</a:t>
            </a:r>
            <a:endParaRPr lang="de-DE"/>
          </a:p>
          <a:p>
            <a:r>
              <a:rPr lang="en-US" sz="1200"/>
              <a:t>Ok, prompts aside – now it’s about content! Do you know these times when ideas are needed, but don’t come along easy? This is where Idea Coach enters the stage</a:t>
            </a:r>
          </a:p>
          <a:p>
            <a:r>
              <a:rPr lang="en-US" sz="1200"/>
              <a:t>Provide AI-driven brainstorming through a guided dialogue and creative exercises to help users effectively develop and refine ideas</a:t>
            </a:r>
          </a:p>
          <a:p>
            <a:r>
              <a:rPr lang="en-US" sz="1200"/>
              <a:t>Customize agendas and exercises for brainstorming sessions based on user input to ensure engaging and productive brainstorming sessions</a:t>
            </a:r>
          </a:p>
          <a:p>
            <a:r>
              <a:rPr lang="en-US" sz="1200"/>
              <a:t>install Idea Coach by clicking this link or searching for it via „All Agents“ in the left menu bar</a:t>
            </a:r>
          </a:p>
          <a:p>
            <a:r>
              <a:rPr lang="de-DE" sz="1200" err="1">
                <a:latin typeface="Segoe UI" panose="020B0502040204020203" pitchFamily="34" charset="0"/>
                <a:cs typeface="Segoe UI" panose="020B0502040204020203" pitchFamily="34" charset="0"/>
              </a:rPr>
              <a:t>Let‘s</a:t>
            </a:r>
            <a:r>
              <a:rPr lang="de-DE" sz="1200">
                <a:latin typeface="Segoe UI" panose="020B0502040204020203" pitchFamily="34" charset="0"/>
                <a:cs typeface="Segoe UI" panose="020B0502040204020203" pitchFamily="34" charset="0"/>
              </a:rPr>
              <a:t> </a:t>
            </a:r>
            <a:r>
              <a:rPr lang="de-DE" sz="1200" err="1">
                <a:latin typeface="Segoe UI" panose="020B0502040204020203" pitchFamily="34" charset="0"/>
                <a:cs typeface="Segoe UI" panose="020B0502040204020203" pitchFamily="34" charset="0"/>
              </a:rPr>
              <a:t>get</a:t>
            </a:r>
            <a:r>
              <a:rPr lang="de-DE" sz="1200">
                <a:latin typeface="Segoe UI" panose="020B0502040204020203" pitchFamily="34" charset="0"/>
                <a:cs typeface="Segoe UI" panose="020B0502040204020203" pitchFamily="34" charset="0"/>
              </a:rPr>
              <a:t> </a:t>
            </a:r>
            <a:r>
              <a:rPr lang="de-DE" sz="1200" err="1">
                <a:latin typeface="Segoe UI" panose="020B0502040204020203" pitchFamily="34" charset="0"/>
                <a:cs typeface="Segoe UI" panose="020B0502040204020203" pitchFamily="34" charset="0"/>
              </a:rPr>
              <a:t>it</a:t>
            </a:r>
            <a:r>
              <a:rPr lang="de-DE" sz="1200">
                <a:latin typeface="Segoe UI" panose="020B0502040204020203" pitchFamily="34" charset="0"/>
                <a:cs typeface="Segoe UI" panose="020B0502040204020203" pitchFamily="34" charset="0"/>
              </a:rPr>
              <a:t> on</a:t>
            </a:r>
          </a:p>
          <a:p>
            <a:r>
              <a:rPr lang="de-DE" sz="1200"/>
              <a:t>To </a:t>
            </a:r>
            <a:r>
              <a:rPr lang="de-DE" sz="1200" err="1"/>
              <a:t>continue</a:t>
            </a:r>
            <a:r>
              <a:rPr lang="de-DE" sz="1200"/>
              <a:t>, </a:t>
            </a:r>
            <a:r>
              <a:rPr lang="de-DE" sz="1200" err="1"/>
              <a:t>click</a:t>
            </a:r>
            <a:r>
              <a:rPr lang="de-DE" sz="1200"/>
              <a:t> </a:t>
            </a:r>
            <a:r>
              <a:rPr lang="de-DE" sz="1200" err="1"/>
              <a:t>next</a:t>
            </a:r>
            <a:endParaRPr lang="de-DE" sz="1200"/>
          </a:p>
        </p:txBody>
      </p:sp>
      <p:sp>
        <p:nvSpPr>
          <p:cNvPr id="4" name="Foliennummernplatzhalter 3">
            <a:extLst>
              <a:ext uri="{FF2B5EF4-FFF2-40B4-BE49-F238E27FC236}">
                <a16:creationId xmlns:a16="http://schemas.microsoft.com/office/drawing/2014/main" id="{47807D2C-228D-5E94-416E-0DE213A6FF04}"/>
              </a:ext>
            </a:extLst>
          </p:cNvPr>
          <p:cNvSpPr>
            <a:spLocks noGrp="1"/>
          </p:cNvSpPr>
          <p:nvPr>
            <p:ph type="sldNum" sz="quarter" idx="5"/>
          </p:nvPr>
        </p:nvSpPr>
        <p:spPr/>
        <p:txBody>
          <a:bodyPr/>
          <a:lstStyle/>
          <a:p>
            <a:pPr rtl="0"/>
            <a:fld id="{D4B9A9E5-4F7F-4A7D-9DE1-899232329269}" type="slidenum">
              <a:rPr lang="de-DE" noProof="0" smtClean="0"/>
              <a:t>28</a:t>
            </a:fld>
            <a:endParaRPr lang="de-DE" noProof="0"/>
          </a:p>
        </p:txBody>
      </p:sp>
    </p:spTree>
    <p:extLst>
      <p:ext uri="{BB962C8B-B14F-4D97-AF65-F5344CB8AC3E}">
        <p14:creationId xmlns:p14="http://schemas.microsoft.com/office/powerpoint/2010/main" val="302847074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B2D854-5671-FA2E-D182-AF56C5416787}"/>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DEE1565B-31A1-3C81-3DED-E02FE789BB75}"/>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2A6AFEF3-F0AE-2D2B-6EEC-42C8A019A66F}"/>
              </a:ext>
            </a:extLst>
          </p:cNvPr>
          <p:cNvSpPr>
            <a:spLocks noGrp="1"/>
          </p:cNvSpPr>
          <p:nvPr>
            <p:ph type="body" idx="1"/>
          </p:nvPr>
        </p:nvSpPr>
        <p:spPr/>
        <p:txBody>
          <a:bodyPr/>
          <a:lstStyle/>
          <a:p>
            <a:r>
              <a:rPr lang="de-DE"/>
              <a:t>Module 2 </a:t>
            </a:r>
            <a:r>
              <a:rPr lang="de-DE" err="1"/>
              <a:t>recap</a:t>
            </a:r>
            <a:endParaRPr lang="de-DE"/>
          </a:p>
          <a:p>
            <a:r>
              <a:rPr lang="en-US" sz="1200" b="0" i="0">
                <a:effectLst/>
                <a:latin typeface="Segoe UI" panose="020B0502040204020203" pitchFamily="34" charset="0"/>
              </a:rPr>
              <a:t>You made it through Module 2 - </a:t>
            </a:r>
            <a:r>
              <a:rPr lang="en-US" sz="1200" b="0" i="0" err="1">
                <a:effectLst/>
                <a:latin typeface="Segoe UI" panose="020B0502040204020203" pitchFamily="34" charset="0"/>
              </a:rPr>
              <a:t>Endavour</a:t>
            </a:r>
            <a:r>
              <a:rPr lang="en-US" sz="1200" b="0" i="0">
                <a:effectLst/>
                <a:latin typeface="Segoe UI" panose="020B0502040204020203" pitchFamily="34" charset="0"/>
              </a:rPr>
              <a:t>! We hope you enjoyed the time and are more than curious to continue. </a:t>
            </a:r>
          </a:p>
          <a:p>
            <a:r>
              <a:rPr lang="en-US" sz="1200" b="0" i="0">
                <a:effectLst/>
                <a:latin typeface="Segoe UI" panose="020B0502040204020203" pitchFamily="34" charset="0"/>
              </a:rPr>
              <a:t>If you just can’t stop and want to deepen the topics, use the additional links provided on the respective sites.</a:t>
            </a:r>
          </a:p>
          <a:p>
            <a:r>
              <a:rPr lang="en-US" sz="1200">
                <a:latin typeface="Segoe UI" panose="020B0502040204020203" pitchFamily="34" charset="0"/>
              </a:rPr>
              <a:t>As a bonus, we also want you to know these valuable resources to further accelerate your journey with Microsoft 365 Copilot Chat (external links):</a:t>
            </a:r>
          </a:p>
          <a:p>
            <a:pPr marL="0" indent="0">
              <a:buFont typeface="Arial" panose="020B0604020202020204" pitchFamily="34" charset="0"/>
              <a:buNone/>
            </a:pPr>
            <a:r>
              <a:rPr lang="en-US" sz="1200">
                <a:latin typeface="Segoe UI" panose="020B0502040204020203" pitchFamily="34" charset="0"/>
                <a:hlinkClick r:id="rId3"/>
              </a:rPr>
              <a:t>Copilot Scenario Gallery – Best practices based on functional roles</a:t>
            </a:r>
            <a:endParaRPr lang="en-US" sz="1200">
              <a:latin typeface="Segoe UI" panose="020B0502040204020203" pitchFamily="34" charset="0"/>
              <a:hlinkClick r:id="rId4"/>
            </a:endParaRPr>
          </a:p>
          <a:p>
            <a:pPr marL="0" indent="0">
              <a:buFont typeface="Arial" panose="020B0604020202020204" pitchFamily="34" charset="0"/>
              <a:buNone/>
            </a:pPr>
            <a:r>
              <a:rPr lang="en-US" sz="1200">
                <a:latin typeface="Segoe UI" panose="020B0502040204020203" pitchFamily="34" charset="0"/>
                <a:hlinkClick r:id="rId4"/>
              </a:rPr>
              <a:t>Copilot Chat Prompt examples in weekly challenges</a:t>
            </a:r>
            <a:endParaRPr lang="en-US" sz="1200">
              <a:latin typeface="Segoe UI" panose="020B0502040204020203" pitchFamily="34" charset="0"/>
              <a:hlinkClick r:id="rId5"/>
            </a:endParaRPr>
          </a:p>
          <a:p>
            <a:pPr marL="0" indent="0">
              <a:buFont typeface="Arial" panose="020B0604020202020204" pitchFamily="34" charset="0"/>
              <a:buNone/>
            </a:pPr>
            <a:r>
              <a:rPr lang="en-US" sz="1200">
                <a:latin typeface="Segoe UI" panose="020B0502040204020203" pitchFamily="34" charset="0"/>
                <a:hlinkClick r:id="rId6"/>
              </a:rPr>
              <a:t>Additional Prompting Guidance</a:t>
            </a:r>
            <a:endParaRPr lang="en-US" sz="1200">
              <a:latin typeface="Segoe UI" panose="020B0502040204020203" pitchFamily="34" charset="0"/>
            </a:endParaRPr>
          </a:p>
          <a:p>
            <a:pPr marL="0" indent="0">
              <a:buFont typeface="Arial" panose="020B0604020202020204" pitchFamily="34" charset="0"/>
              <a:buNone/>
            </a:pPr>
            <a:r>
              <a:rPr lang="en-US" sz="1200">
                <a:latin typeface="Segoe UI" panose="020B0502040204020203" pitchFamily="34" charset="0"/>
                <a:hlinkClick r:id="rId5"/>
              </a:rPr>
              <a:t>Microsoft help and learning center</a:t>
            </a:r>
            <a:endParaRPr lang="en-US" sz="1200">
              <a:latin typeface="Segoe UI" panose="020B0502040204020203" pitchFamily="34" charset="0"/>
            </a:endParaRPr>
          </a:p>
          <a:p>
            <a:pPr marL="0" indent="0">
              <a:buFont typeface="Arial" panose="020B0604020202020204" pitchFamily="34" charset="0"/>
              <a:buNone/>
            </a:pPr>
            <a:r>
              <a:rPr lang="en-US" sz="1200" b="0" i="0">
                <a:effectLst/>
                <a:latin typeface="Segoe UI" panose="020B0502040204020203" pitchFamily="34" charset="0"/>
                <a:hlinkClick r:id="rId7"/>
              </a:rPr>
              <a:t>Frequently asked questions about Copilot Chat</a:t>
            </a:r>
            <a:endParaRPr lang="en-US" sz="1200">
              <a:latin typeface="Segoe UI" panose="020B0502040204020203" pitchFamily="34" charset="0"/>
            </a:endParaRPr>
          </a:p>
          <a:p>
            <a:r>
              <a:rPr lang="en-US" sz="1200" b="0" i="0">
                <a:effectLst/>
                <a:latin typeface="Segoe UI" panose="020B0502040204020203" pitchFamily="34" charset="0"/>
              </a:rPr>
              <a:t>See you in the next module “Enrich” to continue the journey.</a:t>
            </a:r>
          </a:p>
          <a:p>
            <a:r>
              <a:rPr lang="de-DE" sz="1200"/>
              <a:t>To </a:t>
            </a:r>
            <a:r>
              <a:rPr lang="de-DE" sz="1200" err="1"/>
              <a:t>continue</a:t>
            </a:r>
            <a:r>
              <a:rPr lang="de-DE" sz="1200"/>
              <a:t>, </a:t>
            </a:r>
            <a:r>
              <a:rPr lang="de-DE" sz="1200" err="1"/>
              <a:t>click</a:t>
            </a:r>
            <a:r>
              <a:rPr lang="de-DE" sz="1200"/>
              <a:t> </a:t>
            </a:r>
            <a:r>
              <a:rPr lang="de-DE" sz="1200" err="1"/>
              <a:t>next</a:t>
            </a:r>
            <a:endParaRPr lang="de-DE" sz="1200"/>
          </a:p>
        </p:txBody>
      </p:sp>
      <p:sp>
        <p:nvSpPr>
          <p:cNvPr id="4" name="Foliennummernplatzhalter 3">
            <a:extLst>
              <a:ext uri="{FF2B5EF4-FFF2-40B4-BE49-F238E27FC236}">
                <a16:creationId xmlns:a16="http://schemas.microsoft.com/office/drawing/2014/main" id="{29179FB3-650C-D82B-41D4-EC984A4BEF38}"/>
              </a:ext>
            </a:extLst>
          </p:cNvPr>
          <p:cNvSpPr>
            <a:spLocks noGrp="1"/>
          </p:cNvSpPr>
          <p:nvPr>
            <p:ph type="sldNum" sz="quarter" idx="5"/>
          </p:nvPr>
        </p:nvSpPr>
        <p:spPr/>
        <p:txBody>
          <a:bodyPr/>
          <a:lstStyle/>
          <a:p>
            <a:pPr rtl="0"/>
            <a:fld id="{D4B9A9E5-4F7F-4A7D-9DE1-899232329269}" type="slidenum">
              <a:rPr lang="de-DE" noProof="0" smtClean="0"/>
              <a:t>29</a:t>
            </a:fld>
            <a:endParaRPr lang="de-DE" noProof="0"/>
          </a:p>
        </p:txBody>
      </p:sp>
    </p:spTree>
    <p:extLst>
      <p:ext uri="{BB962C8B-B14F-4D97-AF65-F5344CB8AC3E}">
        <p14:creationId xmlns:p14="http://schemas.microsoft.com/office/powerpoint/2010/main" val="130511397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Welcome to </a:t>
            </a:r>
            <a:r>
              <a:rPr lang="de-DE" err="1"/>
              <a:t>module</a:t>
            </a:r>
            <a:r>
              <a:rPr lang="de-DE"/>
              <a:t> 3 – </a:t>
            </a:r>
            <a:r>
              <a:rPr lang="de-DE" err="1"/>
              <a:t>enrich</a:t>
            </a:r>
            <a:endParaRPr lang="de-DE"/>
          </a:p>
          <a:p>
            <a:r>
              <a:rPr lang="de-DE"/>
              <a:t>In </a:t>
            </a:r>
            <a:r>
              <a:rPr lang="de-DE" err="1"/>
              <a:t>this</a:t>
            </a:r>
            <a:r>
              <a:rPr lang="de-DE"/>
              <a:t> </a:t>
            </a:r>
            <a:r>
              <a:rPr lang="de-DE" err="1"/>
              <a:t>module</a:t>
            </a:r>
            <a:r>
              <a:rPr lang="de-DE"/>
              <a:t> </a:t>
            </a:r>
            <a:r>
              <a:rPr lang="de-DE" err="1"/>
              <a:t>it</a:t>
            </a:r>
            <a:r>
              <a:rPr lang="de-DE"/>
              <a:t> </a:t>
            </a:r>
            <a:r>
              <a:rPr lang="de-DE" err="1"/>
              <a:t>is</a:t>
            </a:r>
            <a:r>
              <a:rPr lang="de-DE"/>
              <a:t> all </a:t>
            </a:r>
            <a:r>
              <a:rPr lang="de-DE" err="1"/>
              <a:t>about</a:t>
            </a:r>
            <a:r>
              <a:rPr lang="de-DE"/>
              <a:t> </a:t>
            </a:r>
            <a:r>
              <a:rPr lang="de-DE" err="1"/>
              <a:t>doing</a:t>
            </a:r>
            <a:r>
              <a:rPr lang="de-DE"/>
              <a:t> </a:t>
            </a:r>
            <a:r>
              <a:rPr lang="de-DE" err="1"/>
              <a:t>more</a:t>
            </a:r>
            <a:r>
              <a:rPr lang="de-DE"/>
              <a:t>. </a:t>
            </a:r>
            <a:r>
              <a:rPr lang="de-DE" err="1"/>
              <a:t>We</a:t>
            </a:r>
            <a:r>
              <a:rPr lang="de-DE"/>
              <a:t> </a:t>
            </a:r>
            <a:r>
              <a:rPr lang="de-DE" err="1"/>
              <a:t>are</a:t>
            </a:r>
            <a:r>
              <a:rPr lang="de-DE"/>
              <a:t> </a:t>
            </a:r>
            <a:r>
              <a:rPr lang="de-DE" err="1"/>
              <a:t>covering</a:t>
            </a:r>
            <a:r>
              <a:rPr lang="de-DE"/>
              <a:t> </a:t>
            </a:r>
            <a:r>
              <a:rPr lang="de-DE" err="1"/>
              <a:t>the</a:t>
            </a:r>
            <a:r>
              <a:rPr lang="de-DE"/>
              <a:t> </a:t>
            </a:r>
            <a:r>
              <a:rPr lang="de-DE" err="1"/>
              <a:t>topics</a:t>
            </a:r>
            <a:r>
              <a:rPr lang="de-DE"/>
              <a:t>:</a:t>
            </a:r>
          </a:p>
          <a:p>
            <a:pPr>
              <a:buFontTx/>
              <a:buNone/>
            </a:pPr>
            <a:r>
              <a:rPr lang="de-DE" sz="1200" err="1"/>
              <a:t>Draft</a:t>
            </a:r>
            <a:r>
              <a:rPr lang="de-DE" sz="1200"/>
              <a:t> </a:t>
            </a:r>
            <a:r>
              <a:rPr lang="de-DE" sz="1200" err="1"/>
              <a:t>or</a:t>
            </a:r>
            <a:r>
              <a:rPr lang="de-DE" sz="1200"/>
              <a:t> </a:t>
            </a:r>
            <a:r>
              <a:rPr lang="de-DE" sz="1200" err="1"/>
              <a:t>add</a:t>
            </a:r>
            <a:r>
              <a:rPr lang="de-DE" sz="1200"/>
              <a:t> </a:t>
            </a:r>
            <a:r>
              <a:rPr lang="de-DE" sz="1200" err="1"/>
              <a:t>content</a:t>
            </a:r>
            <a:endParaRPr lang="de-DE" sz="1200"/>
          </a:p>
          <a:p>
            <a:pPr>
              <a:buFontTx/>
              <a:buNone/>
            </a:pPr>
            <a:r>
              <a:rPr lang="de-DE" sz="1200"/>
              <a:t>Create – </a:t>
            </a:r>
            <a:r>
              <a:rPr lang="de-DE" sz="1200" err="1"/>
              <a:t>whatever</a:t>
            </a:r>
            <a:r>
              <a:rPr lang="de-DE" sz="1200"/>
              <a:t> </a:t>
            </a:r>
            <a:r>
              <a:rPr lang="de-DE" sz="1200" err="1"/>
              <a:t>you</a:t>
            </a:r>
            <a:r>
              <a:rPr lang="de-DE" sz="1200"/>
              <a:t> </a:t>
            </a:r>
            <a:r>
              <a:rPr lang="de-DE" sz="1200" err="1"/>
              <a:t>need</a:t>
            </a:r>
            <a:endParaRPr lang="de-DE" sz="1200"/>
          </a:p>
          <a:p>
            <a:pPr>
              <a:buFontTx/>
              <a:buNone/>
            </a:pPr>
            <a:r>
              <a:rPr lang="de-DE" sz="1200" err="1"/>
              <a:t>Visualize</a:t>
            </a:r>
            <a:r>
              <a:rPr lang="de-DE" sz="1200"/>
              <a:t> Data</a:t>
            </a:r>
          </a:p>
          <a:p>
            <a:pPr>
              <a:buFontTx/>
              <a:buNone/>
            </a:pPr>
            <a:r>
              <a:rPr lang="de-DE" sz="1200"/>
              <a:t>Share </a:t>
            </a:r>
            <a:r>
              <a:rPr lang="de-DE" sz="1200" err="1"/>
              <a:t>your</a:t>
            </a:r>
            <a:r>
              <a:rPr lang="de-DE" sz="1200"/>
              <a:t> </a:t>
            </a:r>
            <a:r>
              <a:rPr lang="de-DE" sz="1200" err="1"/>
              <a:t>results</a:t>
            </a:r>
            <a:endParaRPr lang="de-DE" sz="1200"/>
          </a:p>
          <a:p>
            <a:pPr>
              <a:buFontTx/>
              <a:buNone/>
            </a:pPr>
            <a:r>
              <a:rPr lang="de-DE" sz="1200"/>
              <a:t>Copilot Pages</a:t>
            </a:r>
          </a:p>
          <a:p>
            <a:pPr>
              <a:buFontTx/>
              <a:buNone/>
            </a:pPr>
            <a:r>
              <a:rPr lang="de-DE" sz="1200"/>
              <a:t>Copilot Notebooks</a:t>
            </a:r>
          </a:p>
          <a:p>
            <a:pPr>
              <a:buFontTx/>
              <a:buNone/>
            </a:pPr>
            <a:r>
              <a:rPr lang="de-DE" sz="1200"/>
              <a:t>To </a:t>
            </a:r>
            <a:r>
              <a:rPr lang="de-DE" sz="1200" err="1"/>
              <a:t>continue</a:t>
            </a:r>
            <a:r>
              <a:rPr lang="de-DE" sz="1200"/>
              <a:t>, </a:t>
            </a:r>
            <a:r>
              <a:rPr lang="de-DE" sz="1200" err="1"/>
              <a:t>click</a:t>
            </a:r>
            <a:r>
              <a:rPr lang="de-DE" sz="1200"/>
              <a:t> </a:t>
            </a:r>
            <a:r>
              <a:rPr lang="de-DE" sz="1200" err="1"/>
              <a:t>next</a:t>
            </a:r>
            <a:endParaRPr lang="de-DE" sz="1200"/>
          </a:p>
        </p:txBody>
      </p:sp>
      <p:sp>
        <p:nvSpPr>
          <p:cNvPr id="4" name="Foliennummernplatzhalter 3"/>
          <p:cNvSpPr>
            <a:spLocks noGrp="1"/>
          </p:cNvSpPr>
          <p:nvPr>
            <p:ph type="sldNum" sz="quarter" idx="5"/>
          </p:nvPr>
        </p:nvSpPr>
        <p:spPr/>
        <p:txBody>
          <a:bodyPr/>
          <a:lstStyle/>
          <a:p>
            <a:pPr rtl="0"/>
            <a:fld id="{D4B9A9E5-4F7F-4A7D-9DE1-899232329269}" type="slidenum">
              <a:rPr lang="de-DE" noProof="0" smtClean="0"/>
              <a:t>30</a:t>
            </a:fld>
            <a:endParaRPr lang="de-DE" noProof="0"/>
          </a:p>
        </p:txBody>
      </p:sp>
    </p:spTree>
    <p:extLst>
      <p:ext uri="{BB962C8B-B14F-4D97-AF65-F5344CB8AC3E}">
        <p14:creationId xmlns:p14="http://schemas.microsoft.com/office/powerpoint/2010/main" val="41521162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9CD50-BCCC-0FDD-7B22-4BF24C75FA27}"/>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70C0051-09C7-596F-8F29-40CC63FFD42E}"/>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4B83542C-5E30-1C28-C825-622A4C671FF1}"/>
              </a:ext>
            </a:extLst>
          </p:cNvPr>
          <p:cNvSpPr>
            <a:spLocks noGrp="1"/>
          </p:cNvSpPr>
          <p:nvPr>
            <p:ph type="body" idx="1"/>
          </p:nvPr>
        </p:nvSpPr>
        <p:spPr/>
        <p:txBody>
          <a:bodyPr/>
          <a:lstStyle/>
          <a:p>
            <a:r>
              <a:rPr lang="de-DE" err="1"/>
              <a:t>Draft</a:t>
            </a:r>
            <a:r>
              <a:rPr lang="de-DE"/>
              <a:t> Content</a:t>
            </a:r>
          </a:p>
          <a:p>
            <a:r>
              <a:rPr lang="en-US" sz="1200"/>
              <a:t>There are days where you just don’t find the right words. Or just don’t find the right impulse to start. Have a try with Microsoft 365 Copilot Chat!</a:t>
            </a:r>
          </a:p>
          <a:p>
            <a:r>
              <a:rPr lang="en-US" sz="1200"/>
              <a:t>No matter if you are thinking about a project, need to write a blueprint or set up something you never did before</a:t>
            </a:r>
          </a:p>
          <a:p>
            <a:r>
              <a:rPr lang="en-US" sz="1200"/>
              <a:t>Try giving Copilot Chat some input to work on it and ease your start into the topic</a:t>
            </a:r>
          </a:p>
          <a:p>
            <a:r>
              <a:rPr lang="en-US" sz="1200"/>
              <a:t>Hand over the topic and what you are going to achieve and you are good to go. As always: the more context the better, the more specific…you already know how it works</a:t>
            </a:r>
          </a:p>
          <a:p>
            <a:r>
              <a:rPr lang="en-US" sz="1200"/>
              <a:t>As you can see – Copilot Chat not only gives you an answer, but structures it well and also proposes next best steps.</a:t>
            </a:r>
          </a:p>
          <a:p>
            <a:r>
              <a:rPr lang="en-US" sz="1200"/>
              <a:t>Beginning something new has never been easier. Try it out!</a:t>
            </a:r>
          </a:p>
          <a:p>
            <a:r>
              <a:rPr lang="de-DE" sz="1200"/>
              <a:t>To </a:t>
            </a:r>
            <a:r>
              <a:rPr lang="de-DE" sz="1200" err="1"/>
              <a:t>continue</a:t>
            </a:r>
            <a:r>
              <a:rPr lang="de-DE" sz="1200"/>
              <a:t>, </a:t>
            </a:r>
            <a:r>
              <a:rPr lang="de-DE" sz="1200" err="1"/>
              <a:t>click</a:t>
            </a:r>
            <a:r>
              <a:rPr lang="de-DE" sz="1200"/>
              <a:t> </a:t>
            </a:r>
            <a:r>
              <a:rPr lang="de-DE" sz="1200" err="1"/>
              <a:t>next</a:t>
            </a:r>
            <a:endParaRPr lang="de-DE" sz="1200"/>
          </a:p>
        </p:txBody>
      </p:sp>
      <p:sp>
        <p:nvSpPr>
          <p:cNvPr id="4" name="Foliennummernplatzhalter 3">
            <a:extLst>
              <a:ext uri="{FF2B5EF4-FFF2-40B4-BE49-F238E27FC236}">
                <a16:creationId xmlns:a16="http://schemas.microsoft.com/office/drawing/2014/main" id="{8FB15CF0-7CDB-91A5-602B-2795459465EC}"/>
              </a:ext>
            </a:extLst>
          </p:cNvPr>
          <p:cNvSpPr>
            <a:spLocks noGrp="1"/>
          </p:cNvSpPr>
          <p:nvPr>
            <p:ph type="sldNum" sz="quarter" idx="5"/>
          </p:nvPr>
        </p:nvSpPr>
        <p:spPr/>
        <p:txBody>
          <a:bodyPr/>
          <a:lstStyle/>
          <a:p>
            <a:pPr rtl="0"/>
            <a:fld id="{D4B9A9E5-4F7F-4A7D-9DE1-899232329269}" type="slidenum">
              <a:rPr lang="de-DE" noProof="0" smtClean="0"/>
              <a:t>31</a:t>
            </a:fld>
            <a:endParaRPr lang="de-DE" noProof="0"/>
          </a:p>
        </p:txBody>
      </p:sp>
    </p:spTree>
    <p:extLst>
      <p:ext uri="{BB962C8B-B14F-4D97-AF65-F5344CB8AC3E}">
        <p14:creationId xmlns:p14="http://schemas.microsoft.com/office/powerpoint/2010/main" val="322783337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F845F-AF87-3A9D-3126-DE2E5451B61A}"/>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9A6F7FD0-A3A0-BA67-AB6B-62C869FCCF3F}"/>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5A79D407-1380-9DA6-D73D-3DB5A19B9CF1}"/>
              </a:ext>
            </a:extLst>
          </p:cNvPr>
          <p:cNvSpPr>
            <a:spLocks noGrp="1"/>
          </p:cNvSpPr>
          <p:nvPr>
            <p:ph type="body" idx="1"/>
          </p:nvPr>
        </p:nvSpPr>
        <p:spPr/>
        <p:txBody>
          <a:bodyPr/>
          <a:lstStyle/>
          <a:p>
            <a:r>
              <a:rPr lang="de-DE"/>
              <a:t>Add </a:t>
            </a:r>
            <a:r>
              <a:rPr lang="de-DE" err="1"/>
              <a:t>content</a:t>
            </a:r>
            <a:endParaRPr lang="de-DE"/>
          </a:p>
          <a:p>
            <a:r>
              <a:rPr lang="en-US"/>
              <a:t>New scenario, similar challenge. Having some groundwork done yourself you want to tighten the content, focus on your stakeholder group and sharpen the message through easy to read tables.</a:t>
            </a:r>
          </a:p>
          <a:p>
            <a:r>
              <a:rPr lang="en-US"/>
              <a:t>Take your base document (also more than one document is possible) and upload it to Copilot Chat</a:t>
            </a:r>
          </a:p>
          <a:p>
            <a:r>
              <a:rPr lang="en-US"/>
              <a:t>Give context and tell Copilot what to do – after firing up the instructions, Copilot also summarizes what to do and gets on working</a:t>
            </a:r>
          </a:p>
          <a:p>
            <a:r>
              <a:rPr lang="en-US"/>
              <a:t>Work in iterations, refining the result step by step</a:t>
            </a:r>
          </a:p>
          <a:p>
            <a:r>
              <a:rPr lang="en-US"/>
              <a:t>At the end – let Copilot put it all together</a:t>
            </a:r>
          </a:p>
          <a:p>
            <a:r>
              <a:rPr lang="en-US"/>
              <a:t>I bet this is faster than doing it all on your own, isn‘t it?</a:t>
            </a:r>
          </a:p>
          <a:p>
            <a:r>
              <a:rPr lang="en-US"/>
              <a:t>Have a try and reflect on the outcomes</a:t>
            </a:r>
          </a:p>
          <a:p>
            <a:r>
              <a:rPr lang="de-DE" sz="1200"/>
              <a:t>To </a:t>
            </a:r>
            <a:r>
              <a:rPr lang="de-DE" sz="1200" err="1"/>
              <a:t>continue</a:t>
            </a:r>
            <a:r>
              <a:rPr lang="de-DE" sz="1200"/>
              <a:t>, </a:t>
            </a:r>
            <a:r>
              <a:rPr lang="de-DE" sz="1200" err="1"/>
              <a:t>click</a:t>
            </a:r>
            <a:r>
              <a:rPr lang="de-DE" sz="1200"/>
              <a:t> </a:t>
            </a:r>
            <a:r>
              <a:rPr lang="de-DE" sz="1200" err="1"/>
              <a:t>next</a:t>
            </a:r>
            <a:endParaRPr lang="de-DE" sz="1200"/>
          </a:p>
        </p:txBody>
      </p:sp>
      <p:sp>
        <p:nvSpPr>
          <p:cNvPr id="4" name="Foliennummernplatzhalter 3">
            <a:extLst>
              <a:ext uri="{FF2B5EF4-FFF2-40B4-BE49-F238E27FC236}">
                <a16:creationId xmlns:a16="http://schemas.microsoft.com/office/drawing/2014/main" id="{B18BB17E-FF00-E610-D47D-B96E0EDE1563}"/>
              </a:ext>
            </a:extLst>
          </p:cNvPr>
          <p:cNvSpPr>
            <a:spLocks noGrp="1"/>
          </p:cNvSpPr>
          <p:nvPr>
            <p:ph type="sldNum" sz="quarter" idx="5"/>
          </p:nvPr>
        </p:nvSpPr>
        <p:spPr/>
        <p:txBody>
          <a:bodyPr/>
          <a:lstStyle/>
          <a:p>
            <a:pPr rtl="0"/>
            <a:fld id="{D4B9A9E5-4F7F-4A7D-9DE1-899232329269}" type="slidenum">
              <a:rPr lang="de-DE" noProof="0" smtClean="0"/>
              <a:t>32</a:t>
            </a:fld>
            <a:endParaRPr lang="de-DE" noProof="0"/>
          </a:p>
        </p:txBody>
      </p:sp>
    </p:spTree>
    <p:extLst>
      <p:ext uri="{BB962C8B-B14F-4D97-AF65-F5344CB8AC3E}">
        <p14:creationId xmlns:p14="http://schemas.microsoft.com/office/powerpoint/2010/main" val="428217253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60EEC9-D191-AF43-399B-2D10AE3D3BDF}"/>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4D6D60C7-1553-D053-84FF-599AB7480687}"/>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68DA1DA7-3547-FA49-6B4F-9823C19EEC96}"/>
              </a:ext>
            </a:extLst>
          </p:cNvPr>
          <p:cNvSpPr>
            <a:spLocks noGrp="1"/>
          </p:cNvSpPr>
          <p:nvPr>
            <p:ph type="body" idx="1"/>
          </p:nvPr>
        </p:nvSpPr>
        <p:spPr/>
        <p:txBody>
          <a:bodyPr/>
          <a:lstStyle/>
          <a:p>
            <a:r>
              <a:rPr lang="de-DE"/>
              <a:t>Create </a:t>
            </a:r>
            <a:r>
              <a:rPr lang="de-DE" err="1"/>
              <a:t>InfoGraphics</a:t>
            </a:r>
            <a:endParaRPr lang="de-DE"/>
          </a:p>
          <a:p>
            <a:r>
              <a:rPr lang="en-US"/>
              <a:t>Documents are nice – but people tend to read through them. Based on our previous example we want to create an infographic showing the overall plan and steps. Let’s try this out</a:t>
            </a:r>
          </a:p>
          <a:p>
            <a:r>
              <a:rPr lang="en-US"/>
              <a:t>Generate a </a:t>
            </a:r>
            <a:r>
              <a:rPr lang="en-US" err="1"/>
              <a:t>infrographic</a:t>
            </a:r>
            <a:r>
              <a:rPr lang="en-US"/>
              <a:t> based on the exec summary</a:t>
            </a:r>
          </a:p>
          <a:p>
            <a:r>
              <a:rPr lang="en-US"/>
              <a:t>It should contain the most important milestones</a:t>
            </a:r>
          </a:p>
          <a:p>
            <a:r>
              <a:rPr lang="en-US"/>
              <a:t>Also the timeline should be included</a:t>
            </a:r>
          </a:p>
          <a:p>
            <a:r>
              <a:rPr lang="en-US"/>
              <a:t>Find a background that fit‘s the overall topic to illustrate the approach</a:t>
            </a:r>
          </a:p>
          <a:p>
            <a:r>
              <a:rPr lang="en-US"/>
              <a:t>Does the result fit your expectations? If not, give it another turn and Copilot Chat will adapt accordingly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a:effectLst/>
                <a:latin typeface="Segoe UI" panose="020B0502040204020203" pitchFamily="34" charset="0"/>
              </a:rPr>
              <a:t>If you are interested in diving deeper into the create features, follow this </a:t>
            </a:r>
            <a:r>
              <a:rPr lang="en-US" sz="1200" b="0" i="0">
                <a:effectLst/>
                <a:latin typeface="Segoe UI" panose="020B0502040204020203" pitchFamily="34" charset="0"/>
                <a:hlinkClick r:id="rId3"/>
              </a:rPr>
              <a:t>external link</a:t>
            </a:r>
            <a:r>
              <a:rPr lang="en-US" sz="1200" b="0" i="0">
                <a:effectLst/>
                <a:latin typeface="Segoe UI" panose="020B0502040204020203" pitchFamily="34" charset="0"/>
              </a:rPr>
              <a:t>.</a:t>
            </a:r>
            <a:endParaRPr lang="de-DE" sz="1200"/>
          </a:p>
          <a:p>
            <a:r>
              <a:rPr lang="de-DE" sz="1200"/>
              <a:t>To </a:t>
            </a:r>
            <a:r>
              <a:rPr lang="de-DE" sz="1200" err="1"/>
              <a:t>continue</a:t>
            </a:r>
            <a:r>
              <a:rPr lang="de-DE" sz="1200"/>
              <a:t>, </a:t>
            </a:r>
            <a:r>
              <a:rPr lang="de-DE" sz="1200" err="1"/>
              <a:t>click</a:t>
            </a:r>
            <a:r>
              <a:rPr lang="de-DE" sz="1200"/>
              <a:t> </a:t>
            </a:r>
            <a:r>
              <a:rPr lang="de-DE" sz="1200" err="1"/>
              <a:t>next</a:t>
            </a:r>
            <a:endParaRPr lang="de-DE" sz="1200"/>
          </a:p>
        </p:txBody>
      </p:sp>
      <p:sp>
        <p:nvSpPr>
          <p:cNvPr id="4" name="Foliennummernplatzhalter 3">
            <a:extLst>
              <a:ext uri="{FF2B5EF4-FFF2-40B4-BE49-F238E27FC236}">
                <a16:creationId xmlns:a16="http://schemas.microsoft.com/office/drawing/2014/main" id="{C1D6D6F9-83AC-A67C-709C-C2DF2A185075}"/>
              </a:ext>
            </a:extLst>
          </p:cNvPr>
          <p:cNvSpPr>
            <a:spLocks noGrp="1"/>
          </p:cNvSpPr>
          <p:nvPr>
            <p:ph type="sldNum" sz="quarter" idx="5"/>
          </p:nvPr>
        </p:nvSpPr>
        <p:spPr/>
        <p:txBody>
          <a:bodyPr/>
          <a:lstStyle/>
          <a:p>
            <a:pPr rtl="0"/>
            <a:fld id="{D4B9A9E5-4F7F-4A7D-9DE1-899232329269}" type="slidenum">
              <a:rPr lang="de-DE" noProof="0" smtClean="0"/>
              <a:t>33</a:t>
            </a:fld>
            <a:endParaRPr lang="de-DE" noProof="0"/>
          </a:p>
        </p:txBody>
      </p:sp>
    </p:spTree>
    <p:extLst>
      <p:ext uri="{BB962C8B-B14F-4D97-AF65-F5344CB8AC3E}">
        <p14:creationId xmlns:p14="http://schemas.microsoft.com/office/powerpoint/2010/main" val="341730666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5747E-18B0-D628-1737-DB6A595F58D9}"/>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FE040851-EE16-1F5E-99DF-9979016618D7}"/>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7F7ECBFF-429C-D154-AC00-B965E941843F}"/>
              </a:ext>
            </a:extLst>
          </p:cNvPr>
          <p:cNvSpPr>
            <a:spLocks noGrp="1"/>
          </p:cNvSpPr>
          <p:nvPr>
            <p:ph type="body" idx="1"/>
          </p:nvPr>
        </p:nvSpPr>
        <p:spPr/>
        <p:txBody>
          <a:bodyPr/>
          <a:lstStyle/>
          <a:p>
            <a:r>
              <a:rPr lang="de-DE" err="1"/>
              <a:t>Visualize</a:t>
            </a:r>
            <a:r>
              <a:rPr lang="de-DE"/>
              <a:t> Data</a:t>
            </a:r>
          </a:p>
          <a:p>
            <a:r>
              <a:rPr lang="en-US"/>
              <a:t>Now, only one more thing to do. The Marketing plan has been set up and we see gaining traction on it. But our tables are a mess!</a:t>
            </a:r>
          </a:p>
          <a:p>
            <a:r>
              <a:rPr lang="en-US"/>
              <a:t>Upload another document, maybe an excel</a:t>
            </a:r>
          </a:p>
          <a:p>
            <a:r>
              <a:rPr lang="en-US"/>
              <a:t>It should contain some simple sample data</a:t>
            </a:r>
          </a:p>
          <a:p>
            <a:r>
              <a:rPr lang="en-US"/>
              <a:t>Let Copilot Chat create a stunning chart out of it</a:t>
            </a:r>
          </a:p>
          <a:p>
            <a:r>
              <a:rPr lang="en-US"/>
              <a:t>As always: specify what you need and iterate if the result doesn‘t meet your expectations</a:t>
            </a:r>
          </a:p>
          <a:p>
            <a:r>
              <a:rPr lang="en-US"/>
              <a:t>How did it work out for you?</a:t>
            </a:r>
          </a:p>
          <a:p>
            <a:r>
              <a:rPr lang="en-US"/>
              <a:t>If you are interested in diving deeper into the create features, follow this external link.</a:t>
            </a:r>
          </a:p>
          <a:p>
            <a:r>
              <a:rPr lang="de-DE" sz="1200"/>
              <a:t>To </a:t>
            </a:r>
            <a:r>
              <a:rPr lang="de-DE" sz="1200" err="1"/>
              <a:t>continue</a:t>
            </a:r>
            <a:r>
              <a:rPr lang="de-DE" sz="1200"/>
              <a:t>, </a:t>
            </a:r>
            <a:r>
              <a:rPr lang="de-DE" sz="1200" err="1"/>
              <a:t>click</a:t>
            </a:r>
            <a:r>
              <a:rPr lang="de-DE" sz="1200"/>
              <a:t> </a:t>
            </a:r>
            <a:r>
              <a:rPr lang="de-DE" sz="1200" err="1"/>
              <a:t>next</a:t>
            </a:r>
            <a:endParaRPr lang="de-DE" sz="1200"/>
          </a:p>
        </p:txBody>
      </p:sp>
      <p:sp>
        <p:nvSpPr>
          <p:cNvPr id="4" name="Foliennummernplatzhalter 3">
            <a:extLst>
              <a:ext uri="{FF2B5EF4-FFF2-40B4-BE49-F238E27FC236}">
                <a16:creationId xmlns:a16="http://schemas.microsoft.com/office/drawing/2014/main" id="{99D01207-86BD-DC0B-F4DF-46B56D301F46}"/>
              </a:ext>
            </a:extLst>
          </p:cNvPr>
          <p:cNvSpPr>
            <a:spLocks noGrp="1"/>
          </p:cNvSpPr>
          <p:nvPr>
            <p:ph type="sldNum" sz="quarter" idx="5"/>
          </p:nvPr>
        </p:nvSpPr>
        <p:spPr/>
        <p:txBody>
          <a:bodyPr/>
          <a:lstStyle/>
          <a:p>
            <a:pPr rtl="0"/>
            <a:fld id="{D4B9A9E5-4F7F-4A7D-9DE1-899232329269}" type="slidenum">
              <a:rPr lang="de-DE" noProof="0" smtClean="0"/>
              <a:t>34</a:t>
            </a:fld>
            <a:endParaRPr lang="de-DE" noProof="0"/>
          </a:p>
        </p:txBody>
      </p:sp>
    </p:spTree>
    <p:extLst>
      <p:ext uri="{BB962C8B-B14F-4D97-AF65-F5344CB8AC3E}">
        <p14:creationId xmlns:p14="http://schemas.microsoft.com/office/powerpoint/2010/main" val="271813510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D8BC4-F3C9-5B1F-D015-E632D8207014}"/>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1081ACE6-3D72-64CD-7129-C8F4F8523BE9}"/>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26E570C7-6B11-0287-8F78-0FCA166E4279}"/>
              </a:ext>
            </a:extLst>
          </p:cNvPr>
          <p:cNvSpPr>
            <a:spLocks noGrp="1"/>
          </p:cNvSpPr>
          <p:nvPr>
            <p:ph type="body" idx="1"/>
          </p:nvPr>
        </p:nvSpPr>
        <p:spPr/>
        <p:txBody>
          <a:bodyPr/>
          <a:lstStyle/>
          <a:p>
            <a:r>
              <a:rPr lang="de-DE"/>
              <a:t>Share </a:t>
            </a:r>
            <a:r>
              <a:rPr lang="de-DE" err="1"/>
              <a:t>your</a:t>
            </a:r>
            <a:r>
              <a:rPr lang="de-DE"/>
              <a:t> </a:t>
            </a:r>
            <a:r>
              <a:rPr lang="de-DE" err="1"/>
              <a:t>results</a:t>
            </a:r>
            <a:endParaRPr lang="de-DE"/>
          </a:p>
          <a:p>
            <a:r>
              <a:rPr lang="en-US"/>
              <a:t>Let’s be honest, in most cases we won’t be working on this on our own, wouldn’t we? So let’s share the results with our Coworkers! </a:t>
            </a:r>
          </a:p>
          <a:p>
            <a:r>
              <a:rPr lang="en-US"/>
              <a:t>There are different ways to share results</a:t>
            </a:r>
          </a:p>
          <a:p>
            <a:r>
              <a:rPr lang="en-US"/>
              <a:t>Simple and fast is to download the generated documents and pictures</a:t>
            </a:r>
          </a:p>
          <a:p>
            <a:r>
              <a:rPr lang="en-US"/>
              <a:t>More elaborated would be to just share the result</a:t>
            </a:r>
          </a:p>
          <a:p>
            <a:r>
              <a:rPr lang="en-US"/>
              <a:t>You’ll find the options to do so at the end of Copilots answer</a:t>
            </a:r>
          </a:p>
          <a:p>
            <a:r>
              <a:rPr lang="en-US"/>
              <a:t>Curious on additional sharing options? Then let’s continue!</a:t>
            </a:r>
          </a:p>
          <a:p>
            <a:r>
              <a:rPr lang="de-DE" sz="1200"/>
              <a:t>To </a:t>
            </a:r>
            <a:r>
              <a:rPr lang="de-DE" sz="1200" err="1"/>
              <a:t>continue</a:t>
            </a:r>
            <a:r>
              <a:rPr lang="de-DE" sz="1200"/>
              <a:t>, </a:t>
            </a:r>
            <a:r>
              <a:rPr lang="de-DE" sz="1200" err="1"/>
              <a:t>click</a:t>
            </a:r>
            <a:r>
              <a:rPr lang="de-DE" sz="1200"/>
              <a:t> </a:t>
            </a:r>
            <a:r>
              <a:rPr lang="de-DE" sz="1200" err="1"/>
              <a:t>next</a:t>
            </a:r>
            <a:endParaRPr lang="de-DE" sz="1200"/>
          </a:p>
        </p:txBody>
      </p:sp>
      <p:sp>
        <p:nvSpPr>
          <p:cNvPr id="4" name="Foliennummernplatzhalter 3">
            <a:extLst>
              <a:ext uri="{FF2B5EF4-FFF2-40B4-BE49-F238E27FC236}">
                <a16:creationId xmlns:a16="http://schemas.microsoft.com/office/drawing/2014/main" id="{69A974BD-B945-726B-2EA4-BD3B45F9DD3E}"/>
              </a:ext>
            </a:extLst>
          </p:cNvPr>
          <p:cNvSpPr>
            <a:spLocks noGrp="1"/>
          </p:cNvSpPr>
          <p:nvPr>
            <p:ph type="sldNum" sz="quarter" idx="5"/>
          </p:nvPr>
        </p:nvSpPr>
        <p:spPr/>
        <p:txBody>
          <a:bodyPr/>
          <a:lstStyle/>
          <a:p>
            <a:pPr rtl="0"/>
            <a:fld id="{D4B9A9E5-4F7F-4A7D-9DE1-899232329269}" type="slidenum">
              <a:rPr lang="de-DE" noProof="0" smtClean="0"/>
              <a:t>35</a:t>
            </a:fld>
            <a:endParaRPr lang="de-DE" noProof="0"/>
          </a:p>
        </p:txBody>
      </p:sp>
    </p:spTree>
    <p:extLst>
      <p:ext uri="{BB962C8B-B14F-4D97-AF65-F5344CB8AC3E}">
        <p14:creationId xmlns:p14="http://schemas.microsoft.com/office/powerpoint/2010/main" val="158147251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3F87A-ADFE-3D67-21D3-3C6D892296C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FF172871-0759-02D5-36CE-AFCC8912B261}"/>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A86CA96E-ECF0-9138-4214-48F7EE686F3B}"/>
              </a:ext>
            </a:extLst>
          </p:cNvPr>
          <p:cNvSpPr>
            <a:spLocks noGrp="1"/>
          </p:cNvSpPr>
          <p:nvPr>
            <p:ph type="body" idx="1"/>
          </p:nvPr>
        </p:nvSpPr>
        <p:spPr/>
        <p:txBody>
          <a:bodyPr/>
          <a:lstStyle/>
          <a:p>
            <a:r>
              <a:rPr lang="de-DE"/>
              <a:t>Copilot Pages</a:t>
            </a:r>
          </a:p>
          <a:p>
            <a:r>
              <a:rPr lang="en-US"/>
              <a:t>With Copilot Pages you are stepping on a collaborative level of sharing with your teammates – to achieve more together</a:t>
            </a:r>
          </a:p>
          <a:p>
            <a:r>
              <a:rPr lang="en-US"/>
              <a:t>It's your digital place for generating, organizing, and refining content in real-time</a:t>
            </a:r>
          </a:p>
          <a:p>
            <a:r>
              <a:rPr lang="en-US"/>
              <a:t>You chat with Copilot</a:t>
            </a:r>
          </a:p>
          <a:p>
            <a:r>
              <a:rPr lang="en-US"/>
              <a:t>Transfer Copilot’s response to a new page that opens side-by-side with Chat</a:t>
            </a:r>
          </a:p>
          <a:p>
            <a:r>
              <a:rPr lang="en-US"/>
              <a:t>And can continue your conversation with Copilot and add more responses to your page</a:t>
            </a:r>
          </a:p>
          <a:p>
            <a:r>
              <a:rPr lang="en-US"/>
              <a:t>Edit your page at any time – or share the page with colleagues</a:t>
            </a:r>
          </a:p>
          <a:p>
            <a:r>
              <a:rPr lang="en-US"/>
              <a:t>If you are interested in diving deeper into pages, follow this external link.</a:t>
            </a:r>
          </a:p>
          <a:p>
            <a:r>
              <a:rPr lang="de-DE" sz="1200"/>
              <a:t>To </a:t>
            </a:r>
            <a:r>
              <a:rPr lang="de-DE" sz="1200" err="1"/>
              <a:t>continue</a:t>
            </a:r>
            <a:r>
              <a:rPr lang="de-DE" sz="1200"/>
              <a:t>, </a:t>
            </a:r>
            <a:r>
              <a:rPr lang="de-DE" sz="1200" err="1"/>
              <a:t>click</a:t>
            </a:r>
            <a:r>
              <a:rPr lang="de-DE" sz="1200"/>
              <a:t> </a:t>
            </a:r>
            <a:r>
              <a:rPr lang="de-DE" sz="1200" err="1"/>
              <a:t>next</a:t>
            </a:r>
            <a:endParaRPr lang="de-DE" sz="1200"/>
          </a:p>
        </p:txBody>
      </p:sp>
      <p:sp>
        <p:nvSpPr>
          <p:cNvPr id="4" name="Foliennummernplatzhalter 3">
            <a:extLst>
              <a:ext uri="{FF2B5EF4-FFF2-40B4-BE49-F238E27FC236}">
                <a16:creationId xmlns:a16="http://schemas.microsoft.com/office/drawing/2014/main" id="{1E173E74-945A-F76B-F2CB-7A543DF39992}"/>
              </a:ext>
            </a:extLst>
          </p:cNvPr>
          <p:cNvSpPr>
            <a:spLocks noGrp="1"/>
          </p:cNvSpPr>
          <p:nvPr>
            <p:ph type="sldNum" sz="quarter" idx="5"/>
          </p:nvPr>
        </p:nvSpPr>
        <p:spPr/>
        <p:txBody>
          <a:bodyPr/>
          <a:lstStyle/>
          <a:p>
            <a:pPr rtl="0"/>
            <a:fld id="{D4B9A9E5-4F7F-4A7D-9DE1-899232329269}" type="slidenum">
              <a:rPr lang="de-DE" noProof="0" smtClean="0"/>
              <a:t>36</a:t>
            </a:fld>
            <a:endParaRPr lang="de-DE" noProof="0"/>
          </a:p>
        </p:txBody>
      </p:sp>
    </p:spTree>
    <p:extLst>
      <p:ext uri="{BB962C8B-B14F-4D97-AF65-F5344CB8AC3E}">
        <p14:creationId xmlns:p14="http://schemas.microsoft.com/office/powerpoint/2010/main" val="51004175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18E92-1DE4-B70D-E820-025CE87CE5EE}"/>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CB00848D-0AEB-EDEE-F875-BA6E0E6EE7A1}"/>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5B4A4A3A-E2C1-8FA9-CAD9-B2D5B1040AC8}"/>
              </a:ext>
            </a:extLst>
          </p:cNvPr>
          <p:cNvSpPr>
            <a:spLocks noGrp="1"/>
          </p:cNvSpPr>
          <p:nvPr>
            <p:ph type="body" idx="1"/>
          </p:nvPr>
        </p:nvSpPr>
        <p:spPr/>
        <p:txBody>
          <a:bodyPr/>
          <a:lstStyle/>
          <a:p>
            <a:r>
              <a:rPr lang="de-DE"/>
              <a:t>Module 3 </a:t>
            </a:r>
            <a:r>
              <a:rPr lang="de-DE" err="1"/>
              <a:t>recap</a:t>
            </a:r>
            <a:endParaRPr lang="de-DE"/>
          </a:p>
          <a:p>
            <a:r>
              <a:rPr lang="en-US" sz="1200"/>
              <a:t>You made it through Module 3 - Enrich! We hope you enjoyed the time and are more than curious to continue. </a:t>
            </a:r>
          </a:p>
          <a:p>
            <a:r>
              <a:rPr lang="en-US" sz="1200"/>
              <a:t>If you just can’t stop and want to deepen the topics, use the additional links provided on the respective sites.</a:t>
            </a:r>
          </a:p>
          <a:p>
            <a:r>
              <a:rPr lang="en-US" sz="1200"/>
              <a:t>As a bonus, we also want you to know these valuable resources to further fuel your journey with Microsoft 365 Copilot Chat (external links):</a:t>
            </a:r>
          </a:p>
          <a:p>
            <a:r>
              <a:rPr lang="en-US" sz="1200"/>
              <a:t>Copilot Scenario Gallery – Best practices based on functional roles</a:t>
            </a:r>
          </a:p>
          <a:p>
            <a:r>
              <a:rPr lang="en-US" sz="1200"/>
              <a:t>Copilot Chat Prompt examples in weekly challenges</a:t>
            </a:r>
          </a:p>
          <a:p>
            <a:r>
              <a:rPr lang="en-US" sz="1200"/>
              <a:t>Additional Prompting Guidance</a:t>
            </a:r>
          </a:p>
          <a:p>
            <a:r>
              <a:rPr lang="en-US" sz="1200"/>
              <a:t>Copilot Prompt Gallery for inspiration</a:t>
            </a:r>
          </a:p>
          <a:p>
            <a:r>
              <a:rPr lang="en-US" sz="1200"/>
              <a:t>Microsoft help and learning center</a:t>
            </a:r>
          </a:p>
          <a:p>
            <a:r>
              <a:rPr lang="en-US" sz="1200"/>
              <a:t>Frequently asked questions about Copilot Chat</a:t>
            </a:r>
          </a:p>
          <a:p>
            <a:r>
              <a:rPr lang="en-US" sz="1200"/>
              <a:t>See you in the next module “Expand” to continue the journey.</a:t>
            </a:r>
          </a:p>
          <a:p>
            <a:r>
              <a:rPr lang="de-DE" sz="1200"/>
              <a:t>To </a:t>
            </a:r>
            <a:r>
              <a:rPr lang="de-DE" sz="1200" err="1"/>
              <a:t>continue</a:t>
            </a:r>
            <a:r>
              <a:rPr lang="de-DE" sz="1200"/>
              <a:t>, </a:t>
            </a:r>
            <a:r>
              <a:rPr lang="de-DE" sz="1200" err="1"/>
              <a:t>click</a:t>
            </a:r>
            <a:r>
              <a:rPr lang="de-DE" sz="1200"/>
              <a:t> </a:t>
            </a:r>
            <a:r>
              <a:rPr lang="de-DE" sz="1200" err="1"/>
              <a:t>next</a:t>
            </a:r>
            <a:endParaRPr lang="de-DE" sz="1200"/>
          </a:p>
        </p:txBody>
      </p:sp>
      <p:sp>
        <p:nvSpPr>
          <p:cNvPr id="4" name="Foliennummernplatzhalter 3">
            <a:extLst>
              <a:ext uri="{FF2B5EF4-FFF2-40B4-BE49-F238E27FC236}">
                <a16:creationId xmlns:a16="http://schemas.microsoft.com/office/drawing/2014/main" id="{2164A158-3C1C-0B05-5940-3E0B752EB8C4}"/>
              </a:ext>
            </a:extLst>
          </p:cNvPr>
          <p:cNvSpPr>
            <a:spLocks noGrp="1"/>
          </p:cNvSpPr>
          <p:nvPr>
            <p:ph type="sldNum" sz="quarter" idx="5"/>
          </p:nvPr>
        </p:nvSpPr>
        <p:spPr/>
        <p:txBody>
          <a:bodyPr/>
          <a:lstStyle/>
          <a:p>
            <a:pPr rtl="0"/>
            <a:fld id="{D4B9A9E5-4F7F-4A7D-9DE1-899232329269}" type="slidenum">
              <a:rPr lang="de-DE" noProof="0" smtClean="0"/>
              <a:t>37</a:t>
            </a:fld>
            <a:endParaRPr lang="de-DE" noProof="0"/>
          </a:p>
        </p:txBody>
      </p:sp>
    </p:spTree>
    <p:extLst>
      <p:ext uri="{BB962C8B-B14F-4D97-AF65-F5344CB8AC3E}">
        <p14:creationId xmlns:p14="http://schemas.microsoft.com/office/powerpoint/2010/main" val="58216129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Welcome to Module 4 – </a:t>
            </a:r>
            <a:r>
              <a:rPr lang="de-DE" err="1"/>
              <a:t>Expand</a:t>
            </a:r>
            <a:endParaRPr lang="de-DE"/>
          </a:p>
          <a:p>
            <a:r>
              <a:rPr lang="de-DE"/>
              <a:t>In </a:t>
            </a:r>
            <a:r>
              <a:rPr lang="de-DE" err="1"/>
              <a:t>this</a:t>
            </a:r>
            <a:r>
              <a:rPr lang="de-DE"/>
              <a:t> last </a:t>
            </a:r>
            <a:r>
              <a:rPr lang="de-DE" err="1"/>
              <a:t>episode</a:t>
            </a:r>
            <a:r>
              <a:rPr lang="de-DE"/>
              <a:t> </a:t>
            </a:r>
            <a:r>
              <a:rPr lang="de-DE" err="1"/>
              <a:t>we</a:t>
            </a:r>
            <a:r>
              <a:rPr lang="de-DE"/>
              <a:t> </a:t>
            </a:r>
            <a:r>
              <a:rPr lang="de-DE" err="1"/>
              <a:t>are</a:t>
            </a:r>
            <a:r>
              <a:rPr lang="de-DE"/>
              <a:t> </a:t>
            </a:r>
            <a:r>
              <a:rPr lang="de-DE" err="1"/>
              <a:t>focusing</a:t>
            </a:r>
            <a:r>
              <a:rPr lang="de-DE"/>
              <a:t> on </a:t>
            </a:r>
            <a:r>
              <a:rPr lang="de-DE" err="1"/>
              <a:t>going</a:t>
            </a:r>
            <a:r>
              <a:rPr lang="de-DE"/>
              <a:t> </a:t>
            </a:r>
            <a:r>
              <a:rPr lang="de-DE" err="1"/>
              <a:t>beyond</a:t>
            </a:r>
            <a:r>
              <a:rPr lang="de-DE"/>
              <a:t> </a:t>
            </a:r>
            <a:r>
              <a:rPr lang="de-DE" err="1"/>
              <a:t>the</a:t>
            </a:r>
            <a:r>
              <a:rPr lang="de-DE"/>
              <a:t> </a:t>
            </a:r>
            <a:r>
              <a:rPr lang="de-DE" err="1"/>
              <a:t>standard</a:t>
            </a:r>
            <a:r>
              <a:rPr lang="de-DE"/>
              <a:t>. </a:t>
            </a:r>
            <a:r>
              <a:rPr lang="de-DE" err="1"/>
              <a:t>We</a:t>
            </a:r>
            <a:r>
              <a:rPr lang="de-DE"/>
              <a:t> </a:t>
            </a:r>
            <a:r>
              <a:rPr lang="de-DE" err="1"/>
              <a:t>are</a:t>
            </a:r>
            <a:r>
              <a:rPr lang="de-DE"/>
              <a:t> </a:t>
            </a:r>
            <a:r>
              <a:rPr lang="de-DE" err="1"/>
              <a:t>going</a:t>
            </a:r>
            <a:r>
              <a:rPr lang="de-DE"/>
              <a:t> to </a:t>
            </a:r>
            <a:r>
              <a:rPr lang="de-DE" err="1"/>
              <a:t>cover</a:t>
            </a:r>
            <a:r>
              <a:rPr lang="de-DE"/>
              <a:t>:</a:t>
            </a:r>
          </a:p>
          <a:p>
            <a:endParaRPr lang="en-US"/>
          </a:p>
          <a:p>
            <a:r>
              <a:rPr lang="en-US"/>
              <a:t>Overview on Copilot Extensions</a:t>
            </a:r>
          </a:p>
          <a:p>
            <a:r>
              <a:rPr lang="en-US"/>
              <a:t>Finding Agents</a:t>
            </a:r>
          </a:p>
          <a:p>
            <a:r>
              <a:rPr lang="en-US"/>
              <a:t>Agent Types</a:t>
            </a:r>
          </a:p>
          <a:p>
            <a:r>
              <a:rPr lang="en-US"/>
              <a:t>Limitations and Mitigations</a:t>
            </a:r>
          </a:p>
          <a:p>
            <a:r>
              <a:rPr lang="en-US"/>
              <a:t>Building own agents</a:t>
            </a:r>
          </a:p>
          <a:p>
            <a:r>
              <a:rPr lang="en-US"/>
              <a:t>Sharing agents</a:t>
            </a:r>
          </a:p>
          <a:p>
            <a:endParaRPr lang="en-US"/>
          </a:p>
          <a:p>
            <a:r>
              <a:rPr lang="de-DE"/>
              <a:t>To </a:t>
            </a:r>
            <a:r>
              <a:rPr lang="de-DE" err="1"/>
              <a:t>continue</a:t>
            </a:r>
            <a:r>
              <a:rPr lang="de-DE"/>
              <a:t>, </a:t>
            </a:r>
            <a:r>
              <a:rPr lang="de-DE" err="1"/>
              <a:t>click</a:t>
            </a:r>
            <a:r>
              <a:rPr lang="de-DE"/>
              <a:t> </a:t>
            </a:r>
            <a:r>
              <a:rPr lang="de-DE" err="1"/>
              <a:t>next</a:t>
            </a:r>
            <a:endParaRPr lang="de-DE"/>
          </a:p>
        </p:txBody>
      </p:sp>
      <p:sp>
        <p:nvSpPr>
          <p:cNvPr id="4" name="Foliennummernplatzhalter 3"/>
          <p:cNvSpPr>
            <a:spLocks noGrp="1"/>
          </p:cNvSpPr>
          <p:nvPr>
            <p:ph type="sldNum" sz="quarter" idx="5"/>
          </p:nvPr>
        </p:nvSpPr>
        <p:spPr/>
        <p:txBody>
          <a:bodyPr/>
          <a:lstStyle/>
          <a:p>
            <a:pPr rtl="0"/>
            <a:fld id="{D4B9A9E5-4F7F-4A7D-9DE1-899232329269}" type="slidenum">
              <a:rPr lang="de-DE" noProof="0" smtClean="0"/>
              <a:t>38</a:t>
            </a:fld>
            <a:endParaRPr lang="de-DE" noProof="0"/>
          </a:p>
        </p:txBody>
      </p:sp>
    </p:spTree>
    <p:extLst>
      <p:ext uri="{BB962C8B-B14F-4D97-AF65-F5344CB8AC3E}">
        <p14:creationId xmlns:p14="http://schemas.microsoft.com/office/powerpoint/2010/main" val="274846598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46F37-0A9D-50EC-B4AC-CFFEBDC2D622}"/>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A150DB05-FAB5-61AF-BC17-87923EC99733}"/>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5B7BC111-F299-89F2-D33E-72DCE52075BE}"/>
              </a:ext>
            </a:extLst>
          </p:cNvPr>
          <p:cNvSpPr>
            <a:spLocks noGrp="1"/>
          </p:cNvSpPr>
          <p:nvPr>
            <p:ph type="body" idx="1"/>
          </p:nvPr>
        </p:nvSpPr>
        <p:spPr/>
        <p:txBody>
          <a:bodyPr/>
          <a:lstStyle/>
          <a:p>
            <a:r>
              <a:rPr lang="de-DE" err="1"/>
              <a:t>Extending</a:t>
            </a:r>
            <a:r>
              <a:rPr lang="de-DE"/>
              <a:t> Copilot Chat</a:t>
            </a:r>
          </a:p>
          <a:p>
            <a:r>
              <a:rPr lang="en-US"/>
              <a:t>Just when you thought you’ve seen it all…..there is one more thing to know about Microsoft 365 Copilot Chat. </a:t>
            </a:r>
          </a:p>
          <a:p>
            <a:r>
              <a:rPr lang="en-US"/>
              <a:t>All we‘ve seen until now has been what comes out of the box</a:t>
            </a:r>
          </a:p>
          <a:p>
            <a:r>
              <a:rPr lang="en-US"/>
              <a:t>But what if you could add even more functionality?</a:t>
            </a:r>
          </a:p>
          <a:p>
            <a:r>
              <a:rPr lang="en-US"/>
              <a:t>so-called agents extend the basis functionality, add specialized features or could even let you access additional applications</a:t>
            </a:r>
          </a:p>
          <a:p>
            <a:r>
              <a:rPr lang="en-US"/>
              <a:t>Remember already having used one? Yes, right! The Prompt Coach and the Idea Coach.</a:t>
            </a:r>
          </a:p>
          <a:p>
            <a:r>
              <a:rPr lang="en-US"/>
              <a:t>Recently used agents are to be found in the left menu pane. </a:t>
            </a:r>
          </a:p>
          <a:p>
            <a:r>
              <a:rPr lang="en-US"/>
              <a:t>You can pin an agent by clicking the three dots and choosing „pin“.</a:t>
            </a:r>
          </a:p>
          <a:p>
            <a:r>
              <a:rPr lang="en-US"/>
              <a:t>Let‘s see where to find more agents and integrations</a:t>
            </a:r>
          </a:p>
          <a:p>
            <a:r>
              <a:rPr lang="de-DE" sz="1200"/>
              <a:t>To </a:t>
            </a:r>
            <a:r>
              <a:rPr lang="de-DE" sz="1200" err="1"/>
              <a:t>continue</a:t>
            </a:r>
            <a:r>
              <a:rPr lang="de-DE" sz="1200"/>
              <a:t>, </a:t>
            </a:r>
            <a:r>
              <a:rPr lang="de-DE" sz="1200" err="1"/>
              <a:t>click</a:t>
            </a:r>
            <a:r>
              <a:rPr lang="de-DE" sz="1200"/>
              <a:t> </a:t>
            </a:r>
            <a:r>
              <a:rPr lang="de-DE" sz="1200" err="1"/>
              <a:t>next</a:t>
            </a:r>
            <a:endParaRPr lang="de-DE" sz="1200"/>
          </a:p>
        </p:txBody>
      </p:sp>
      <p:sp>
        <p:nvSpPr>
          <p:cNvPr id="4" name="Foliennummernplatzhalter 3">
            <a:extLst>
              <a:ext uri="{FF2B5EF4-FFF2-40B4-BE49-F238E27FC236}">
                <a16:creationId xmlns:a16="http://schemas.microsoft.com/office/drawing/2014/main" id="{1D585306-2567-8BE1-6C87-C43A7556EF91}"/>
              </a:ext>
            </a:extLst>
          </p:cNvPr>
          <p:cNvSpPr>
            <a:spLocks noGrp="1"/>
          </p:cNvSpPr>
          <p:nvPr>
            <p:ph type="sldNum" sz="quarter" idx="5"/>
          </p:nvPr>
        </p:nvSpPr>
        <p:spPr/>
        <p:txBody>
          <a:bodyPr/>
          <a:lstStyle/>
          <a:p>
            <a:pPr rtl="0"/>
            <a:fld id="{D4B9A9E5-4F7F-4A7D-9DE1-899232329269}" type="slidenum">
              <a:rPr lang="de-DE" noProof="0" smtClean="0"/>
              <a:t>39</a:t>
            </a:fld>
            <a:endParaRPr lang="de-DE" noProof="0"/>
          </a:p>
        </p:txBody>
      </p:sp>
    </p:spTree>
    <p:extLst>
      <p:ext uri="{BB962C8B-B14F-4D97-AF65-F5344CB8AC3E}">
        <p14:creationId xmlns:p14="http://schemas.microsoft.com/office/powerpoint/2010/main" val="170860227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5FCCD-CA26-285B-B142-AF7E5ED42755}"/>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B0BF4548-C699-0033-ACE8-1AC4464442AC}"/>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3D2ADCA0-C7CD-DCFA-269A-95ACF784F052}"/>
              </a:ext>
            </a:extLst>
          </p:cNvPr>
          <p:cNvSpPr>
            <a:spLocks noGrp="1"/>
          </p:cNvSpPr>
          <p:nvPr>
            <p:ph type="body" idx="1"/>
          </p:nvPr>
        </p:nvSpPr>
        <p:spPr/>
        <p:txBody>
          <a:bodyPr/>
          <a:lstStyle/>
          <a:p>
            <a:r>
              <a:rPr lang="de-DE"/>
              <a:t>Find additional </a:t>
            </a:r>
            <a:r>
              <a:rPr lang="de-DE" err="1"/>
              <a:t>agents</a:t>
            </a:r>
            <a:endParaRPr lang="de-DE"/>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a:latin typeface="Segoe UI" panose="020B0502040204020203" pitchFamily="34" charset="0"/>
                <a:cs typeface="Segoe UI" panose="020B0502040204020203" pitchFamily="34" charset="0"/>
              </a:rPr>
              <a:t>Click „All </a:t>
            </a:r>
            <a:r>
              <a:rPr lang="de-DE" sz="1200" err="1">
                <a:latin typeface="Segoe UI" panose="020B0502040204020203" pitchFamily="34" charset="0"/>
                <a:cs typeface="Segoe UI" panose="020B0502040204020203" pitchFamily="34" charset="0"/>
              </a:rPr>
              <a:t>Agents</a:t>
            </a:r>
            <a:r>
              <a:rPr lang="de-DE" sz="1200">
                <a:latin typeface="Segoe UI" panose="020B0502040204020203" pitchFamily="34" charset="0"/>
                <a:cs typeface="Segoe UI" panose="020B0502040204020203" pitchFamily="34" charset="0"/>
              </a:rPr>
              <a:t>“ in </a:t>
            </a:r>
            <a:r>
              <a:rPr lang="de-DE" sz="1200" err="1">
                <a:latin typeface="Segoe UI" panose="020B0502040204020203" pitchFamily="34" charset="0"/>
                <a:cs typeface="Segoe UI" panose="020B0502040204020203" pitchFamily="34" charset="0"/>
              </a:rPr>
              <a:t>the</a:t>
            </a:r>
            <a:r>
              <a:rPr lang="de-DE" sz="1200">
                <a:latin typeface="Segoe UI" panose="020B0502040204020203" pitchFamily="34" charset="0"/>
                <a:cs typeface="Segoe UI" panose="020B0502040204020203" pitchFamily="34" charset="0"/>
              </a:rPr>
              <a:t> </a:t>
            </a:r>
            <a:r>
              <a:rPr lang="de-DE" sz="1200" err="1">
                <a:latin typeface="Segoe UI" panose="020B0502040204020203" pitchFamily="34" charset="0"/>
                <a:cs typeface="Segoe UI" panose="020B0502040204020203" pitchFamily="34" charset="0"/>
              </a:rPr>
              <a:t>left</a:t>
            </a:r>
            <a:r>
              <a:rPr lang="de-DE" sz="1200">
                <a:latin typeface="Segoe UI" panose="020B0502040204020203" pitchFamily="34" charset="0"/>
                <a:cs typeface="Segoe UI" panose="020B0502040204020203" pitchFamily="34" charset="0"/>
              </a:rPr>
              <a:t> </a:t>
            </a:r>
            <a:r>
              <a:rPr lang="de-DE" sz="1200" err="1">
                <a:latin typeface="Segoe UI" panose="020B0502040204020203" pitchFamily="34" charset="0"/>
                <a:cs typeface="Segoe UI" panose="020B0502040204020203" pitchFamily="34" charset="0"/>
              </a:rPr>
              <a:t>menu</a:t>
            </a:r>
            <a:r>
              <a:rPr lang="de-DE" sz="1200">
                <a:latin typeface="Segoe UI" panose="020B0502040204020203" pitchFamily="34" charset="0"/>
                <a:cs typeface="Segoe UI" panose="020B0502040204020203" pitchFamily="34" charset="0"/>
              </a:rPr>
              <a:t> </a:t>
            </a:r>
            <a:r>
              <a:rPr lang="de-DE" sz="1200" err="1">
                <a:latin typeface="Segoe UI" panose="020B0502040204020203" pitchFamily="34" charset="0"/>
                <a:cs typeface="Segoe UI" panose="020B0502040204020203" pitchFamily="34" charset="0"/>
              </a:rPr>
              <a:t>pane</a:t>
            </a:r>
            <a:r>
              <a:rPr lang="de-DE" sz="1200">
                <a:latin typeface="Segoe UI" panose="020B0502040204020203" pitchFamily="34" charset="0"/>
                <a:cs typeface="Segoe UI" panose="020B0502040204020203" pitchFamily="34" charset="0"/>
              </a:rPr>
              <a:t>, </a:t>
            </a:r>
            <a:r>
              <a:rPr lang="de-DE" sz="1200" err="1">
                <a:latin typeface="Segoe UI" panose="020B0502040204020203" pitchFamily="34" charset="0"/>
                <a:cs typeface="Segoe UI" panose="020B0502040204020203" pitchFamily="34" charset="0"/>
              </a:rPr>
              <a:t>the</a:t>
            </a:r>
            <a:r>
              <a:rPr lang="de-DE" sz="1200">
                <a:latin typeface="Segoe UI" panose="020B0502040204020203" pitchFamily="34" charset="0"/>
                <a:cs typeface="Segoe UI" panose="020B0502040204020203" pitchFamily="34" charset="0"/>
              </a:rPr>
              <a:t> Agent Store </a:t>
            </a:r>
            <a:r>
              <a:rPr lang="de-DE" sz="1200" err="1">
                <a:latin typeface="Segoe UI" panose="020B0502040204020203" pitchFamily="34" charset="0"/>
                <a:cs typeface="Segoe UI" panose="020B0502040204020203" pitchFamily="34" charset="0"/>
              </a:rPr>
              <a:t>opens</a:t>
            </a:r>
            <a:r>
              <a:rPr lang="de-DE" sz="1200">
                <a:latin typeface="Segoe UI" panose="020B0502040204020203" pitchFamily="34" charset="0"/>
                <a:cs typeface="Segoe UI" panose="020B0502040204020203" pitchFamily="34" charset="0"/>
              </a:rPr>
              <a:t> and </a:t>
            </a:r>
            <a:r>
              <a:rPr lang="de-DE" sz="1200" err="1">
                <a:latin typeface="Segoe UI" panose="020B0502040204020203" pitchFamily="34" charset="0"/>
                <a:cs typeface="Segoe UI" panose="020B0502040204020203" pitchFamily="34" charset="0"/>
              </a:rPr>
              <a:t>you</a:t>
            </a:r>
            <a:r>
              <a:rPr lang="de-DE" sz="1200">
                <a:latin typeface="Segoe UI" panose="020B0502040204020203" pitchFamily="34" charset="0"/>
                <a:cs typeface="Segoe UI" panose="020B0502040204020203" pitchFamily="34" charset="0"/>
              </a:rPr>
              <a:t> </a:t>
            </a:r>
            <a:r>
              <a:rPr lang="de-DE" sz="1200" err="1">
                <a:latin typeface="Segoe UI" panose="020B0502040204020203" pitchFamily="34" charset="0"/>
                <a:cs typeface="Segoe UI" panose="020B0502040204020203" pitchFamily="34" charset="0"/>
              </a:rPr>
              <a:t>can</a:t>
            </a:r>
            <a:r>
              <a:rPr lang="de-DE" sz="1200">
                <a:latin typeface="Segoe UI" panose="020B0502040204020203" pitchFamily="34" charset="0"/>
                <a:cs typeface="Segoe UI" panose="020B0502040204020203" pitchFamily="34" charset="0"/>
              </a:rPr>
              <a:t> </a:t>
            </a:r>
            <a:r>
              <a:rPr lang="de-DE" sz="1200" err="1">
                <a:latin typeface="Segoe UI" panose="020B0502040204020203" pitchFamily="34" charset="0"/>
                <a:cs typeface="Segoe UI" panose="020B0502040204020203" pitchFamily="34" charset="0"/>
              </a:rPr>
              <a:t>search</a:t>
            </a:r>
            <a:r>
              <a:rPr lang="de-DE" sz="1200">
                <a:latin typeface="Segoe UI" panose="020B0502040204020203" pitchFamily="34" charset="0"/>
                <a:cs typeface="Segoe UI" panose="020B0502040204020203" pitchFamily="34" charset="0"/>
              </a:rPr>
              <a:t> </a:t>
            </a:r>
            <a:r>
              <a:rPr lang="de-DE" sz="1200" err="1">
                <a:latin typeface="Segoe UI" panose="020B0502040204020203" pitchFamily="34" charset="0"/>
                <a:cs typeface="Segoe UI" panose="020B0502040204020203" pitchFamily="34" charset="0"/>
              </a:rPr>
              <a:t>through</a:t>
            </a:r>
            <a:r>
              <a:rPr lang="de-DE" sz="1200">
                <a:latin typeface="Segoe UI" panose="020B0502040204020203" pitchFamily="34" charset="0"/>
                <a:cs typeface="Segoe UI" panose="020B0502040204020203" pitchFamily="34" charset="0"/>
              </a:rPr>
              <a:t> all </a:t>
            </a:r>
            <a:r>
              <a:rPr lang="de-DE" sz="1200" err="1">
                <a:latin typeface="Segoe UI" panose="020B0502040204020203" pitchFamily="34" charset="0"/>
                <a:cs typeface="Segoe UI" panose="020B0502040204020203" pitchFamily="34" charset="0"/>
              </a:rPr>
              <a:t>available</a:t>
            </a:r>
            <a:r>
              <a:rPr lang="de-DE" sz="1200">
                <a:latin typeface="Segoe UI" panose="020B0502040204020203" pitchFamily="34" charset="0"/>
                <a:cs typeface="Segoe UI" panose="020B0502040204020203" pitchFamily="34" charset="0"/>
              </a:rPr>
              <a:t> </a:t>
            </a:r>
            <a:r>
              <a:rPr lang="de-DE" sz="1200" err="1">
                <a:latin typeface="Segoe UI" panose="020B0502040204020203" pitchFamily="34" charset="0"/>
                <a:cs typeface="Segoe UI" panose="020B0502040204020203" pitchFamily="34" charset="0"/>
              </a:rPr>
              <a:t>agents</a:t>
            </a:r>
            <a:r>
              <a:rPr lang="de-DE" sz="1200">
                <a:latin typeface="Segoe UI" panose="020B0502040204020203" pitchFamily="34" charset="0"/>
                <a:cs typeface="Segoe UI" panose="020B0502040204020203" pitchFamily="34"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err="1">
                <a:latin typeface="Segoe UI" panose="020B0502040204020203" pitchFamily="34" charset="0"/>
                <a:cs typeface="Segoe UI" panose="020B0502040204020203" pitchFamily="34" charset="0"/>
              </a:rPr>
              <a:t>Agents</a:t>
            </a:r>
            <a:r>
              <a:rPr lang="de-DE" sz="1200">
                <a:latin typeface="Segoe UI" panose="020B0502040204020203" pitchFamily="34" charset="0"/>
                <a:cs typeface="Segoe UI" panose="020B0502040204020203" pitchFamily="34" charset="0"/>
              </a:rPr>
              <a:t> </a:t>
            </a:r>
            <a:r>
              <a:rPr lang="de-DE" sz="1200" err="1">
                <a:latin typeface="Segoe UI" panose="020B0502040204020203" pitchFamily="34" charset="0"/>
                <a:cs typeface="Segoe UI" panose="020B0502040204020203" pitchFamily="34" charset="0"/>
              </a:rPr>
              <a:t>you</a:t>
            </a:r>
            <a:r>
              <a:rPr lang="de-DE" sz="1200">
                <a:latin typeface="Segoe UI" panose="020B0502040204020203" pitchFamily="34" charset="0"/>
                <a:cs typeface="Segoe UI" panose="020B0502040204020203" pitchFamily="34" charset="0"/>
              </a:rPr>
              <a:t> </a:t>
            </a:r>
            <a:r>
              <a:rPr lang="de-DE" sz="1200" err="1">
                <a:latin typeface="Segoe UI" panose="020B0502040204020203" pitchFamily="34" charset="0"/>
                <a:cs typeface="Segoe UI" panose="020B0502040204020203" pitchFamily="34" charset="0"/>
              </a:rPr>
              <a:t>already</a:t>
            </a:r>
            <a:r>
              <a:rPr lang="de-DE" sz="1200">
                <a:latin typeface="Segoe UI" panose="020B0502040204020203" pitchFamily="34" charset="0"/>
                <a:cs typeface="Segoe UI" panose="020B0502040204020203" pitchFamily="34" charset="0"/>
              </a:rPr>
              <a:t> </a:t>
            </a:r>
            <a:r>
              <a:rPr lang="de-DE" sz="1200" err="1">
                <a:latin typeface="Segoe UI" panose="020B0502040204020203" pitchFamily="34" charset="0"/>
                <a:cs typeface="Segoe UI" panose="020B0502040204020203" pitchFamily="34" charset="0"/>
              </a:rPr>
              <a:t>have</a:t>
            </a:r>
            <a:r>
              <a:rPr lang="de-DE" sz="1200">
                <a:latin typeface="Segoe UI" panose="020B0502040204020203" pitchFamily="34" charset="0"/>
                <a:cs typeface="Segoe UI" panose="020B0502040204020203" pitchFamily="34" charset="0"/>
              </a:rPr>
              <a:t> </a:t>
            </a:r>
            <a:r>
              <a:rPr lang="de-DE" sz="1200" err="1">
                <a:latin typeface="Segoe UI" panose="020B0502040204020203" pitchFamily="34" charset="0"/>
                <a:cs typeface="Segoe UI" panose="020B0502040204020203" pitchFamily="34" charset="0"/>
              </a:rPr>
              <a:t>been</a:t>
            </a:r>
            <a:r>
              <a:rPr lang="de-DE" sz="1200">
                <a:latin typeface="Segoe UI" panose="020B0502040204020203" pitchFamily="34" charset="0"/>
                <a:cs typeface="Segoe UI" panose="020B0502040204020203" pitchFamily="34" charset="0"/>
              </a:rPr>
              <a:t> </a:t>
            </a:r>
            <a:r>
              <a:rPr lang="de-DE" sz="1200" err="1">
                <a:latin typeface="Segoe UI" panose="020B0502040204020203" pitchFamily="34" charset="0"/>
                <a:cs typeface="Segoe UI" panose="020B0502040204020203" pitchFamily="34" charset="0"/>
              </a:rPr>
              <a:t>using</a:t>
            </a:r>
            <a:r>
              <a:rPr lang="de-DE" sz="1200">
                <a:latin typeface="Segoe UI" panose="020B0502040204020203" pitchFamily="34" charset="0"/>
                <a:cs typeface="Segoe UI" panose="020B0502040204020203" pitchFamily="34" charset="0"/>
              </a:rPr>
              <a:t> </a:t>
            </a:r>
            <a:r>
              <a:rPr lang="de-DE" sz="1200" err="1">
                <a:latin typeface="Segoe UI" panose="020B0502040204020203" pitchFamily="34" charset="0"/>
                <a:cs typeface="Segoe UI" panose="020B0502040204020203" pitchFamily="34" charset="0"/>
              </a:rPr>
              <a:t>or</a:t>
            </a:r>
            <a:r>
              <a:rPr lang="de-DE" sz="1200">
                <a:latin typeface="Segoe UI" panose="020B0502040204020203" pitchFamily="34" charset="0"/>
                <a:cs typeface="Segoe UI" panose="020B0502040204020203" pitchFamily="34" charset="0"/>
              </a:rPr>
              <a:t> </a:t>
            </a:r>
            <a:r>
              <a:rPr lang="de-DE" sz="1200" err="1">
                <a:latin typeface="Segoe UI" panose="020B0502040204020203" pitchFamily="34" charset="0"/>
                <a:cs typeface="Segoe UI" panose="020B0502040204020203" pitchFamily="34" charset="0"/>
              </a:rPr>
              <a:t>have</a:t>
            </a:r>
            <a:r>
              <a:rPr lang="de-DE" sz="1200">
                <a:latin typeface="Segoe UI" panose="020B0502040204020203" pitchFamily="34" charset="0"/>
                <a:cs typeface="Segoe UI" panose="020B0502040204020203" pitchFamily="34" charset="0"/>
              </a:rPr>
              <a:t> </a:t>
            </a:r>
            <a:r>
              <a:rPr lang="de-DE" sz="1200" err="1">
                <a:latin typeface="Segoe UI" panose="020B0502040204020203" pitchFamily="34" charset="0"/>
                <a:cs typeface="Segoe UI" panose="020B0502040204020203" pitchFamily="34" charset="0"/>
              </a:rPr>
              <a:t>installed</a:t>
            </a:r>
            <a:r>
              <a:rPr lang="de-DE" sz="1200">
                <a:latin typeface="Segoe UI" panose="020B0502040204020203" pitchFamily="34" charset="0"/>
                <a:cs typeface="Segoe UI" panose="020B0502040204020203" pitchFamily="34" charset="0"/>
              </a:rPr>
              <a:t> will </a:t>
            </a:r>
            <a:r>
              <a:rPr lang="de-DE" sz="1200" err="1">
                <a:latin typeface="Segoe UI" panose="020B0502040204020203" pitchFamily="34" charset="0"/>
                <a:cs typeface="Segoe UI" panose="020B0502040204020203" pitchFamily="34" charset="0"/>
              </a:rPr>
              <a:t>be</a:t>
            </a:r>
            <a:r>
              <a:rPr lang="de-DE" sz="1200">
                <a:latin typeface="Segoe UI" panose="020B0502040204020203" pitchFamily="34" charset="0"/>
                <a:cs typeface="Segoe UI" panose="020B0502040204020203" pitchFamily="34" charset="0"/>
              </a:rPr>
              <a:t> </a:t>
            </a:r>
            <a:r>
              <a:rPr lang="de-DE" sz="1200" err="1">
                <a:latin typeface="Segoe UI" panose="020B0502040204020203" pitchFamily="34" charset="0"/>
                <a:cs typeface="Segoe UI" panose="020B0502040204020203" pitchFamily="34" charset="0"/>
              </a:rPr>
              <a:t>listed</a:t>
            </a:r>
            <a:r>
              <a:rPr lang="de-DE" sz="1200">
                <a:latin typeface="Segoe UI" panose="020B0502040204020203" pitchFamily="34" charset="0"/>
                <a:cs typeface="Segoe UI" panose="020B0502040204020203" pitchFamily="34" charset="0"/>
              </a:rPr>
              <a:t> </a:t>
            </a:r>
            <a:r>
              <a:rPr lang="de-DE" sz="1200" err="1">
                <a:latin typeface="Segoe UI" panose="020B0502040204020203" pitchFamily="34" charset="0"/>
                <a:cs typeface="Segoe UI" panose="020B0502040204020203" pitchFamily="34" charset="0"/>
              </a:rPr>
              <a:t>as</a:t>
            </a:r>
            <a:r>
              <a:rPr lang="de-DE" sz="1200">
                <a:latin typeface="Segoe UI" panose="020B0502040204020203" pitchFamily="34" charset="0"/>
                <a:cs typeface="Segoe UI" panose="020B0502040204020203" pitchFamily="34" charset="0"/>
              </a:rPr>
              <a:t> „</a:t>
            </a:r>
            <a:r>
              <a:rPr lang="de-DE" sz="1200" err="1">
                <a:latin typeface="Segoe UI" panose="020B0502040204020203" pitchFamily="34" charset="0"/>
                <a:cs typeface="Segoe UI" panose="020B0502040204020203" pitchFamily="34" charset="0"/>
              </a:rPr>
              <a:t>Your</a:t>
            </a:r>
            <a:r>
              <a:rPr lang="de-DE" sz="1200">
                <a:latin typeface="Segoe UI" panose="020B0502040204020203" pitchFamily="34" charset="0"/>
                <a:cs typeface="Segoe UI" panose="020B0502040204020203" pitchFamily="34" charset="0"/>
              </a:rPr>
              <a:t> </a:t>
            </a:r>
            <a:r>
              <a:rPr lang="de-DE" sz="1200" err="1">
                <a:latin typeface="Segoe UI" panose="020B0502040204020203" pitchFamily="34" charset="0"/>
                <a:cs typeface="Segoe UI" panose="020B0502040204020203" pitchFamily="34" charset="0"/>
              </a:rPr>
              <a:t>agents</a:t>
            </a:r>
            <a:r>
              <a:rPr lang="de-DE" sz="1200">
                <a:latin typeface="Segoe UI" panose="020B0502040204020203" pitchFamily="34" charset="0"/>
                <a:cs typeface="Segoe UI" panose="020B0502040204020203" pitchFamily="34"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err="1">
                <a:latin typeface="Segoe UI" panose="020B0502040204020203" pitchFamily="34" charset="0"/>
                <a:cs typeface="Segoe UI" panose="020B0502040204020203" pitchFamily="34" charset="0"/>
              </a:rPr>
              <a:t>Agents</a:t>
            </a:r>
            <a:r>
              <a:rPr lang="de-DE" sz="1200">
                <a:latin typeface="Segoe UI" panose="020B0502040204020203" pitchFamily="34" charset="0"/>
                <a:cs typeface="Segoe UI" panose="020B0502040204020203" pitchFamily="34" charset="0"/>
              </a:rPr>
              <a:t> </a:t>
            </a:r>
            <a:r>
              <a:rPr lang="de-DE" sz="1200" err="1">
                <a:latin typeface="Segoe UI" panose="020B0502040204020203" pitchFamily="34" charset="0"/>
                <a:cs typeface="Segoe UI" panose="020B0502040204020203" pitchFamily="34" charset="0"/>
              </a:rPr>
              <a:t>being</a:t>
            </a:r>
            <a:r>
              <a:rPr lang="de-DE" sz="1200">
                <a:latin typeface="Segoe UI" panose="020B0502040204020203" pitchFamily="34" charset="0"/>
                <a:cs typeface="Segoe UI" panose="020B0502040204020203" pitchFamily="34" charset="0"/>
              </a:rPr>
              <a:t> </a:t>
            </a:r>
            <a:r>
              <a:rPr lang="de-DE" sz="1200" err="1">
                <a:latin typeface="Segoe UI" panose="020B0502040204020203" pitchFamily="34" charset="0"/>
                <a:cs typeface="Segoe UI" panose="020B0502040204020203" pitchFamily="34" charset="0"/>
              </a:rPr>
              <a:t>built</a:t>
            </a:r>
            <a:r>
              <a:rPr lang="de-DE" sz="1200">
                <a:latin typeface="Segoe UI" panose="020B0502040204020203" pitchFamily="34" charset="0"/>
                <a:cs typeface="Segoe UI" panose="020B0502040204020203" pitchFamily="34" charset="0"/>
              </a:rPr>
              <a:t> </a:t>
            </a:r>
            <a:r>
              <a:rPr lang="de-DE" sz="1200" err="1">
                <a:latin typeface="Segoe UI" panose="020B0502040204020203" pitchFamily="34" charset="0"/>
                <a:cs typeface="Segoe UI" panose="020B0502040204020203" pitchFamily="34" charset="0"/>
              </a:rPr>
              <a:t>by</a:t>
            </a:r>
            <a:r>
              <a:rPr lang="de-DE" sz="1200">
                <a:latin typeface="Segoe UI" panose="020B0502040204020203" pitchFamily="34" charset="0"/>
                <a:cs typeface="Segoe UI" panose="020B0502040204020203" pitchFamily="34" charset="0"/>
              </a:rPr>
              <a:t> </a:t>
            </a:r>
            <a:r>
              <a:rPr lang="de-DE" sz="1200" err="1">
                <a:latin typeface="Segoe UI" panose="020B0502040204020203" pitchFamily="34" charset="0"/>
                <a:cs typeface="Segoe UI" panose="020B0502040204020203" pitchFamily="34" charset="0"/>
              </a:rPr>
              <a:t>colleagues</a:t>
            </a:r>
            <a:r>
              <a:rPr lang="de-DE" sz="1200">
                <a:latin typeface="Segoe UI" panose="020B0502040204020203" pitchFamily="34" charset="0"/>
                <a:cs typeface="Segoe UI" panose="020B0502040204020203" pitchFamily="34" charset="0"/>
              </a:rPr>
              <a:t> and </a:t>
            </a:r>
            <a:r>
              <a:rPr lang="de-DE" sz="1200" err="1">
                <a:latin typeface="Segoe UI" panose="020B0502040204020203" pitchFamily="34" charset="0"/>
                <a:cs typeface="Segoe UI" panose="020B0502040204020203" pitchFamily="34" charset="0"/>
              </a:rPr>
              <a:t>shared</a:t>
            </a:r>
            <a:r>
              <a:rPr lang="de-DE" sz="1200">
                <a:latin typeface="Segoe UI" panose="020B0502040204020203" pitchFamily="34" charset="0"/>
                <a:cs typeface="Segoe UI" panose="020B0502040204020203" pitchFamily="34" charset="0"/>
              </a:rPr>
              <a:t> </a:t>
            </a:r>
            <a:r>
              <a:rPr lang="de-DE" sz="1200" err="1">
                <a:latin typeface="Segoe UI" panose="020B0502040204020203" pitchFamily="34" charset="0"/>
                <a:cs typeface="Segoe UI" panose="020B0502040204020203" pitchFamily="34" charset="0"/>
              </a:rPr>
              <a:t>with</a:t>
            </a:r>
            <a:r>
              <a:rPr lang="de-DE" sz="1200">
                <a:latin typeface="Segoe UI" panose="020B0502040204020203" pitchFamily="34" charset="0"/>
                <a:cs typeface="Segoe UI" panose="020B0502040204020203" pitchFamily="34" charset="0"/>
              </a:rPr>
              <a:t> </a:t>
            </a:r>
            <a:r>
              <a:rPr lang="de-DE" sz="1200" err="1">
                <a:latin typeface="Segoe UI" panose="020B0502040204020203" pitchFamily="34" charset="0"/>
                <a:cs typeface="Segoe UI" panose="020B0502040204020203" pitchFamily="34" charset="0"/>
              </a:rPr>
              <a:t>you</a:t>
            </a:r>
            <a:r>
              <a:rPr lang="de-DE" sz="1200">
                <a:latin typeface="Segoe UI" panose="020B0502040204020203" pitchFamily="34" charset="0"/>
                <a:cs typeface="Segoe UI" panose="020B0502040204020203" pitchFamily="34" charset="0"/>
              </a:rPr>
              <a:t> </a:t>
            </a:r>
            <a:r>
              <a:rPr lang="de-DE" sz="1200" err="1">
                <a:latin typeface="Segoe UI" panose="020B0502040204020203" pitchFamily="34" charset="0"/>
                <a:cs typeface="Segoe UI" panose="020B0502040204020203" pitchFamily="34" charset="0"/>
              </a:rPr>
              <a:t>are</a:t>
            </a:r>
            <a:r>
              <a:rPr lang="de-DE" sz="1200">
                <a:latin typeface="Segoe UI" panose="020B0502040204020203" pitchFamily="34" charset="0"/>
                <a:cs typeface="Segoe UI" panose="020B0502040204020203" pitchFamily="34" charset="0"/>
              </a:rPr>
              <a:t> </a:t>
            </a:r>
            <a:r>
              <a:rPr lang="de-DE" sz="1200" err="1">
                <a:latin typeface="Segoe UI" panose="020B0502040204020203" pitchFamily="34" charset="0"/>
                <a:cs typeface="Segoe UI" panose="020B0502040204020203" pitchFamily="34" charset="0"/>
              </a:rPr>
              <a:t>listed</a:t>
            </a:r>
            <a:r>
              <a:rPr lang="de-DE" sz="1200">
                <a:latin typeface="Segoe UI" panose="020B0502040204020203" pitchFamily="34" charset="0"/>
                <a:cs typeface="Segoe UI" panose="020B0502040204020203" pitchFamily="34" charset="0"/>
              </a:rPr>
              <a:t> </a:t>
            </a:r>
            <a:r>
              <a:rPr lang="de-DE" sz="1200" err="1">
                <a:latin typeface="Segoe UI" panose="020B0502040204020203" pitchFamily="34" charset="0"/>
                <a:cs typeface="Segoe UI" panose="020B0502040204020203" pitchFamily="34" charset="0"/>
              </a:rPr>
              <a:t>as</a:t>
            </a:r>
            <a:r>
              <a:rPr lang="de-DE" sz="1200">
                <a:latin typeface="Segoe UI" panose="020B0502040204020203" pitchFamily="34" charset="0"/>
                <a:cs typeface="Segoe UI" panose="020B0502040204020203" pitchFamily="34" charset="0"/>
              </a:rPr>
              <a:t> „</a:t>
            </a:r>
            <a:r>
              <a:rPr lang="de-DE" sz="1200" err="1">
                <a:latin typeface="Segoe UI" panose="020B0502040204020203" pitchFamily="34" charset="0"/>
                <a:cs typeface="Segoe UI" panose="020B0502040204020203" pitchFamily="34" charset="0"/>
              </a:rPr>
              <a:t>built</a:t>
            </a:r>
            <a:r>
              <a:rPr lang="de-DE" sz="1200">
                <a:latin typeface="Segoe UI" panose="020B0502040204020203" pitchFamily="34" charset="0"/>
                <a:cs typeface="Segoe UI" panose="020B0502040204020203" pitchFamily="34" charset="0"/>
              </a:rPr>
              <a:t> </a:t>
            </a:r>
            <a:r>
              <a:rPr lang="de-DE" sz="1200" err="1">
                <a:latin typeface="Segoe UI" panose="020B0502040204020203" pitchFamily="34" charset="0"/>
                <a:cs typeface="Segoe UI" panose="020B0502040204020203" pitchFamily="34" charset="0"/>
              </a:rPr>
              <a:t>by</a:t>
            </a:r>
            <a:r>
              <a:rPr lang="de-DE" sz="1200">
                <a:latin typeface="Segoe UI" panose="020B0502040204020203" pitchFamily="34" charset="0"/>
                <a:cs typeface="Segoe UI" panose="020B0502040204020203" pitchFamily="34" charset="0"/>
              </a:rPr>
              <a:t> </a:t>
            </a:r>
            <a:r>
              <a:rPr lang="de-DE" sz="1200" err="1">
                <a:latin typeface="Segoe UI" panose="020B0502040204020203" pitchFamily="34" charset="0"/>
                <a:cs typeface="Segoe UI" panose="020B0502040204020203" pitchFamily="34" charset="0"/>
              </a:rPr>
              <a:t>your</a:t>
            </a:r>
            <a:r>
              <a:rPr lang="de-DE" sz="1200">
                <a:latin typeface="Segoe UI" panose="020B0502040204020203" pitchFamily="34" charset="0"/>
                <a:cs typeface="Segoe UI" panose="020B0502040204020203" pitchFamily="34" charset="0"/>
              </a:rPr>
              <a:t> </a:t>
            </a:r>
            <a:r>
              <a:rPr lang="de-DE" sz="1200" err="1">
                <a:latin typeface="Segoe UI" panose="020B0502040204020203" pitchFamily="34" charset="0"/>
                <a:cs typeface="Segoe UI" panose="020B0502040204020203" pitchFamily="34" charset="0"/>
              </a:rPr>
              <a:t>org</a:t>
            </a:r>
            <a:r>
              <a:rPr lang="de-DE" sz="1200">
                <a:latin typeface="Segoe UI" panose="020B0502040204020203" pitchFamily="34" charset="0"/>
                <a:cs typeface="Segoe UI" panose="020B0502040204020203" pitchFamily="34" charset="0"/>
              </a:rPr>
              <a:t>“</a:t>
            </a:r>
          </a:p>
          <a:p>
            <a:r>
              <a:rPr lang="de-DE" sz="1200"/>
              <a:t>To </a:t>
            </a:r>
            <a:r>
              <a:rPr lang="de-DE" sz="1200" err="1"/>
              <a:t>continue</a:t>
            </a:r>
            <a:r>
              <a:rPr lang="de-DE" sz="1200"/>
              <a:t>, </a:t>
            </a:r>
            <a:r>
              <a:rPr lang="de-DE" sz="1200" err="1"/>
              <a:t>click</a:t>
            </a:r>
            <a:r>
              <a:rPr lang="de-DE" sz="1200"/>
              <a:t> </a:t>
            </a:r>
            <a:r>
              <a:rPr lang="de-DE" sz="1200" err="1"/>
              <a:t>next</a:t>
            </a:r>
            <a:endParaRPr lang="de-DE" sz="1200"/>
          </a:p>
        </p:txBody>
      </p:sp>
      <p:sp>
        <p:nvSpPr>
          <p:cNvPr id="4" name="Foliennummernplatzhalter 3">
            <a:extLst>
              <a:ext uri="{FF2B5EF4-FFF2-40B4-BE49-F238E27FC236}">
                <a16:creationId xmlns:a16="http://schemas.microsoft.com/office/drawing/2014/main" id="{85E0168D-43A3-15B2-2345-25A5DC704396}"/>
              </a:ext>
            </a:extLst>
          </p:cNvPr>
          <p:cNvSpPr>
            <a:spLocks noGrp="1"/>
          </p:cNvSpPr>
          <p:nvPr>
            <p:ph type="sldNum" sz="quarter" idx="5"/>
          </p:nvPr>
        </p:nvSpPr>
        <p:spPr/>
        <p:txBody>
          <a:bodyPr/>
          <a:lstStyle/>
          <a:p>
            <a:pPr rtl="0"/>
            <a:fld id="{D4B9A9E5-4F7F-4A7D-9DE1-899232329269}" type="slidenum">
              <a:rPr lang="de-DE" noProof="0" smtClean="0"/>
              <a:t>40</a:t>
            </a:fld>
            <a:endParaRPr lang="de-DE" noProof="0"/>
          </a:p>
        </p:txBody>
      </p:sp>
    </p:spTree>
    <p:extLst>
      <p:ext uri="{BB962C8B-B14F-4D97-AF65-F5344CB8AC3E}">
        <p14:creationId xmlns:p14="http://schemas.microsoft.com/office/powerpoint/2010/main" val="221936825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03656-6778-AFD0-18DC-907054132D28}"/>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BFDB5319-2FAE-AEF3-ED10-1899767F85AA}"/>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8DE00BBD-0E2E-B16B-75F5-151178885187}"/>
              </a:ext>
            </a:extLst>
          </p:cNvPr>
          <p:cNvSpPr>
            <a:spLocks noGrp="1"/>
          </p:cNvSpPr>
          <p:nvPr>
            <p:ph type="body" idx="1"/>
          </p:nvPr>
        </p:nvSpPr>
        <p:spPr/>
        <p:txBody>
          <a:bodyPr/>
          <a:lstStyle/>
          <a:p>
            <a:r>
              <a:rPr lang="de-DE"/>
              <a:t>Different </a:t>
            </a:r>
            <a:r>
              <a:rPr lang="de-DE" err="1"/>
              <a:t>agent</a:t>
            </a:r>
            <a:r>
              <a:rPr lang="de-DE"/>
              <a:t> </a:t>
            </a:r>
            <a:r>
              <a:rPr lang="de-DE" err="1"/>
              <a:t>types</a:t>
            </a:r>
            <a:endParaRPr lang="de-DE"/>
          </a:p>
          <a:p>
            <a:r>
              <a:rPr lang="en-US"/>
              <a:t>AI agents are grouped by how they make decisions and react to their environment. Some handle basic tasks, while others take on more complex challenges</a:t>
            </a:r>
          </a:p>
          <a:p>
            <a:r>
              <a:rPr lang="en-US"/>
              <a:t>Reactive agents handle input without storing past experiences and are ideal for simple, rule-based tasks</a:t>
            </a:r>
          </a:p>
          <a:p>
            <a:r>
              <a:rPr lang="en-US"/>
              <a:t>Model-based agents build a basic understanding of their environment. They use this to make informed decisions on what’s happening around them</a:t>
            </a:r>
          </a:p>
          <a:p>
            <a:r>
              <a:rPr lang="en-US"/>
              <a:t>Goal-based agents choose actions to make smart decisions with a clear outcome in mind</a:t>
            </a:r>
          </a:p>
          <a:p>
            <a:r>
              <a:rPr lang="en-US"/>
              <a:t>Utility-based agents evaluate outcomes and aim for the best possible result</a:t>
            </a:r>
          </a:p>
          <a:p>
            <a:r>
              <a:rPr lang="en-US"/>
              <a:t>Learning agents get and use new data to improve over time</a:t>
            </a:r>
          </a:p>
          <a:p>
            <a:r>
              <a:rPr lang="de-DE" sz="1200"/>
              <a:t>To </a:t>
            </a:r>
            <a:r>
              <a:rPr lang="de-DE" sz="1200" err="1"/>
              <a:t>continue</a:t>
            </a:r>
            <a:r>
              <a:rPr lang="de-DE" sz="1200"/>
              <a:t>, </a:t>
            </a:r>
            <a:r>
              <a:rPr lang="de-DE" sz="1200" err="1"/>
              <a:t>click</a:t>
            </a:r>
            <a:r>
              <a:rPr lang="de-DE" sz="1200"/>
              <a:t> </a:t>
            </a:r>
            <a:r>
              <a:rPr lang="de-DE" sz="1200" err="1"/>
              <a:t>next</a:t>
            </a:r>
            <a:endParaRPr lang="de-DE" sz="1200"/>
          </a:p>
        </p:txBody>
      </p:sp>
      <p:sp>
        <p:nvSpPr>
          <p:cNvPr id="4" name="Foliennummernplatzhalter 3">
            <a:extLst>
              <a:ext uri="{FF2B5EF4-FFF2-40B4-BE49-F238E27FC236}">
                <a16:creationId xmlns:a16="http://schemas.microsoft.com/office/drawing/2014/main" id="{FD24C6A5-74B1-68D2-37D7-E8E7C26C6BDC}"/>
              </a:ext>
            </a:extLst>
          </p:cNvPr>
          <p:cNvSpPr>
            <a:spLocks noGrp="1"/>
          </p:cNvSpPr>
          <p:nvPr>
            <p:ph type="sldNum" sz="quarter" idx="5"/>
          </p:nvPr>
        </p:nvSpPr>
        <p:spPr/>
        <p:txBody>
          <a:bodyPr/>
          <a:lstStyle/>
          <a:p>
            <a:pPr rtl="0"/>
            <a:fld id="{D4B9A9E5-4F7F-4A7D-9DE1-899232329269}" type="slidenum">
              <a:rPr lang="de-DE" noProof="0" smtClean="0"/>
              <a:t>41</a:t>
            </a:fld>
            <a:endParaRPr lang="de-DE" noProof="0"/>
          </a:p>
        </p:txBody>
      </p:sp>
    </p:spTree>
    <p:extLst>
      <p:ext uri="{BB962C8B-B14F-4D97-AF65-F5344CB8AC3E}">
        <p14:creationId xmlns:p14="http://schemas.microsoft.com/office/powerpoint/2010/main" val="320739711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2C234-D64E-5CC7-F559-2B7509812E8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DCCAB23-4426-7A91-E3FD-E1DC37879EB0}"/>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C7EFD995-8D52-19C4-DC09-94196BA1DC7B}"/>
              </a:ext>
            </a:extLst>
          </p:cNvPr>
          <p:cNvSpPr>
            <a:spLocks noGrp="1"/>
          </p:cNvSpPr>
          <p:nvPr>
            <p:ph type="body" idx="1"/>
          </p:nvPr>
        </p:nvSpPr>
        <p:spPr/>
        <p:txBody>
          <a:bodyPr/>
          <a:lstStyle/>
          <a:p>
            <a:r>
              <a:rPr lang="de-DE" err="1"/>
              <a:t>Limitations</a:t>
            </a:r>
            <a:r>
              <a:rPr lang="de-DE"/>
              <a:t> and </a:t>
            </a:r>
            <a:r>
              <a:rPr lang="de-DE" err="1"/>
              <a:t>mitigations</a:t>
            </a:r>
            <a:endParaRPr lang="de-DE"/>
          </a:p>
          <a:p>
            <a:r>
              <a:rPr lang="en-US"/>
              <a:t>Be aware that not all agent types and integrations will be available when opening the agent store</a:t>
            </a:r>
          </a:p>
          <a:p>
            <a:r>
              <a:rPr lang="en-US"/>
              <a:t>Your organization controls which agents are available</a:t>
            </a:r>
          </a:p>
          <a:p>
            <a:r>
              <a:rPr lang="en-US"/>
              <a:t>Some agents can be used with Microsoft 365 Copilot Chat for free, others are being billed per use</a:t>
            </a:r>
          </a:p>
          <a:p>
            <a:r>
              <a:rPr lang="en-US"/>
              <a:t>Your administrator might have limited access to agents</a:t>
            </a:r>
          </a:p>
          <a:p>
            <a:r>
              <a:rPr lang="en-US"/>
              <a:t>If you are missing functionality or a specific agent which you know is existent, reach out to your support team</a:t>
            </a:r>
          </a:p>
          <a:p>
            <a:r>
              <a:rPr lang="de-DE" sz="1200"/>
              <a:t>To </a:t>
            </a:r>
            <a:r>
              <a:rPr lang="de-DE" sz="1200" err="1"/>
              <a:t>continue</a:t>
            </a:r>
            <a:r>
              <a:rPr lang="de-DE" sz="1200"/>
              <a:t>, </a:t>
            </a:r>
            <a:r>
              <a:rPr lang="de-DE" sz="1200" err="1"/>
              <a:t>click</a:t>
            </a:r>
            <a:r>
              <a:rPr lang="de-DE" sz="1200"/>
              <a:t> </a:t>
            </a:r>
            <a:r>
              <a:rPr lang="de-DE" sz="1200" err="1"/>
              <a:t>next</a:t>
            </a:r>
            <a:endParaRPr lang="de-DE" sz="1200"/>
          </a:p>
        </p:txBody>
      </p:sp>
      <p:sp>
        <p:nvSpPr>
          <p:cNvPr id="4" name="Foliennummernplatzhalter 3">
            <a:extLst>
              <a:ext uri="{FF2B5EF4-FFF2-40B4-BE49-F238E27FC236}">
                <a16:creationId xmlns:a16="http://schemas.microsoft.com/office/drawing/2014/main" id="{335BA244-F653-C586-69AA-63D94EE62CF2}"/>
              </a:ext>
            </a:extLst>
          </p:cNvPr>
          <p:cNvSpPr>
            <a:spLocks noGrp="1"/>
          </p:cNvSpPr>
          <p:nvPr>
            <p:ph type="sldNum" sz="quarter" idx="5"/>
          </p:nvPr>
        </p:nvSpPr>
        <p:spPr/>
        <p:txBody>
          <a:bodyPr/>
          <a:lstStyle/>
          <a:p>
            <a:pPr rtl="0"/>
            <a:fld id="{D4B9A9E5-4F7F-4A7D-9DE1-899232329269}" type="slidenum">
              <a:rPr lang="de-DE" noProof="0" smtClean="0"/>
              <a:t>42</a:t>
            </a:fld>
            <a:endParaRPr lang="de-DE" noProof="0"/>
          </a:p>
        </p:txBody>
      </p:sp>
    </p:spTree>
    <p:extLst>
      <p:ext uri="{BB962C8B-B14F-4D97-AF65-F5344CB8AC3E}">
        <p14:creationId xmlns:p14="http://schemas.microsoft.com/office/powerpoint/2010/main" val="358502193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C393C-3B0D-CBBB-5858-091D5B099DEB}"/>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03501D0-E57A-F406-F721-7E3382FEC34C}"/>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235F3AFC-331D-9F05-67B5-2D50DB61569B}"/>
              </a:ext>
            </a:extLst>
          </p:cNvPr>
          <p:cNvSpPr>
            <a:spLocks noGrp="1"/>
          </p:cNvSpPr>
          <p:nvPr>
            <p:ph type="body" idx="1"/>
          </p:nvPr>
        </p:nvSpPr>
        <p:spPr/>
        <p:txBody>
          <a:bodyPr/>
          <a:lstStyle/>
          <a:p>
            <a:r>
              <a:rPr lang="de-DE"/>
              <a:t>Create </a:t>
            </a:r>
            <a:r>
              <a:rPr lang="de-DE" err="1"/>
              <a:t>your</a:t>
            </a:r>
            <a:r>
              <a:rPr lang="de-DE"/>
              <a:t> own </a:t>
            </a:r>
            <a:r>
              <a:rPr lang="de-DE" err="1"/>
              <a:t>agent</a:t>
            </a:r>
            <a:endParaRPr lang="de-DE"/>
          </a:p>
          <a:p>
            <a:r>
              <a:rPr lang="en-US"/>
              <a:t>Apart from technical or organizational limitations – what if you could build your very own agent, creating a specific functionality based on Copilot Chats model and knowledge.</a:t>
            </a:r>
          </a:p>
          <a:p>
            <a:r>
              <a:rPr lang="en-US"/>
              <a:t>Also with Microsoft 365 Copilot Chat, you‘ve got the possibility to create agents</a:t>
            </a:r>
          </a:p>
          <a:p>
            <a:r>
              <a:rPr lang="en-US"/>
              <a:t>Within the left menu pane you can click „Create Agent“</a:t>
            </a:r>
          </a:p>
          <a:p>
            <a:r>
              <a:rPr lang="en-US"/>
              <a:t>Or the according button within the Agent store</a:t>
            </a:r>
          </a:p>
          <a:p>
            <a:r>
              <a:rPr lang="en-US"/>
              <a:t>The so-called „Agent Builder“ opens which gives you the possibility to create an agent in an easy and straight-forward manner</a:t>
            </a:r>
          </a:p>
          <a:p>
            <a:r>
              <a:rPr lang="en-US"/>
              <a:t>Let‘s get an overview of it on the next page</a:t>
            </a:r>
          </a:p>
          <a:p>
            <a:r>
              <a:rPr lang="de-DE" sz="1200"/>
              <a:t>To </a:t>
            </a:r>
            <a:r>
              <a:rPr lang="de-DE" sz="1200" err="1"/>
              <a:t>continue</a:t>
            </a:r>
            <a:r>
              <a:rPr lang="de-DE" sz="1200"/>
              <a:t>, </a:t>
            </a:r>
            <a:r>
              <a:rPr lang="de-DE" sz="1200" err="1"/>
              <a:t>click</a:t>
            </a:r>
            <a:r>
              <a:rPr lang="de-DE" sz="1200"/>
              <a:t> </a:t>
            </a:r>
            <a:r>
              <a:rPr lang="de-DE" sz="1200" err="1"/>
              <a:t>next</a:t>
            </a:r>
            <a:endParaRPr lang="de-DE" sz="1200"/>
          </a:p>
        </p:txBody>
      </p:sp>
      <p:sp>
        <p:nvSpPr>
          <p:cNvPr id="4" name="Foliennummernplatzhalter 3">
            <a:extLst>
              <a:ext uri="{FF2B5EF4-FFF2-40B4-BE49-F238E27FC236}">
                <a16:creationId xmlns:a16="http://schemas.microsoft.com/office/drawing/2014/main" id="{E560CC2C-2F4E-CBA6-2F9B-B73E3F57B50A}"/>
              </a:ext>
            </a:extLst>
          </p:cNvPr>
          <p:cNvSpPr>
            <a:spLocks noGrp="1"/>
          </p:cNvSpPr>
          <p:nvPr>
            <p:ph type="sldNum" sz="quarter" idx="5"/>
          </p:nvPr>
        </p:nvSpPr>
        <p:spPr/>
        <p:txBody>
          <a:bodyPr/>
          <a:lstStyle/>
          <a:p>
            <a:pPr rtl="0"/>
            <a:fld id="{D4B9A9E5-4F7F-4A7D-9DE1-899232329269}" type="slidenum">
              <a:rPr lang="de-DE" noProof="0" smtClean="0"/>
              <a:t>43</a:t>
            </a:fld>
            <a:endParaRPr lang="de-DE" noProof="0"/>
          </a:p>
        </p:txBody>
      </p:sp>
    </p:spTree>
    <p:extLst>
      <p:ext uri="{BB962C8B-B14F-4D97-AF65-F5344CB8AC3E}">
        <p14:creationId xmlns:p14="http://schemas.microsoft.com/office/powerpoint/2010/main" val="175938746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BD336-125E-C4BF-3E3B-05BCA37618BE}"/>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59852511-C77E-7BFD-CA2C-DFEFD5418E45}"/>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55F89E0E-F2FE-920E-A634-DC6AEA772810}"/>
              </a:ext>
            </a:extLst>
          </p:cNvPr>
          <p:cNvSpPr>
            <a:spLocks noGrp="1"/>
          </p:cNvSpPr>
          <p:nvPr>
            <p:ph type="body" idx="1"/>
          </p:nvPr>
        </p:nvSpPr>
        <p:spPr/>
        <p:txBody>
          <a:bodyPr/>
          <a:lstStyle/>
          <a:p>
            <a:r>
              <a:rPr lang="de-DE"/>
              <a:t>The </a:t>
            </a:r>
            <a:r>
              <a:rPr lang="de-DE" err="1"/>
              <a:t>agent</a:t>
            </a:r>
            <a:r>
              <a:rPr lang="de-DE"/>
              <a:t> </a:t>
            </a:r>
            <a:r>
              <a:rPr lang="de-DE" err="1"/>
              <a:t>Builder</a:t>
            </a:r>
            <a:endParaRPr lang="de-DE"/>
          </a:p>
          <a:p>
            <a:r>
              <a:rPr lang="en-US"/>
              <a:t>Agent Builder can be used in two different ways</a:t>
            </a:r>
          </a:p>
          <a:p>
            <a:endParaRPr lang="en-US"/>
          </a:p>
          <a:p>
            <a:r>
              <a:rPr lang="en-US"/>
              <a:t>either just describe the functionality you need and it builds the agent itself</a:t>
            </a:r>
          </a:p>
          <a:p>
            <a:r>
              <a:rPr lang="en-US"/>
              <a:t>Or you can write the instructions and define the functionality yourself</a:t>
            </a:r>
          </a:p>
          <a:p>
            <a:r>
              <a:rPr lang="en-US"/>
              <a:t>You can also mix the approach, begin with description and continue with instructions</a:t>
            </a:r>
          </a:p>
          <a:p>
            <a:endParaRPr lang="en-US"/>
          </a:p>
          <a:p>
            <a:r>
              <a:rPr lang="en-US"/>
              <a:t>The agent you are building is a so-called declarative agent, because it‘s solely build on instructions without any code.</a:t>
            </a:r>
          </a:p>
          <a:p>
            <a:endParaRPr lang="en-US"/>
          </a:p>
          <a:p>
            <a:r>
              <a:rPr lang="en-US"/>
              <a:t>Your experience might differ.</a:t>
            </a:r>
          </a:p>
          <a:p>
            <a:endParaRPr lang="en-US"/>
          </a:p>
          <a:p>
            <a:r>
              <a:rPr lang="de-DE" sz="1200"/>
              <a:t>To </a:t>
            </a:r>
            <a:r>
              <a:rPr lang="de-DE" sz="1200" err="1"/>
              <a:t>continue</a:t>
            </a:r>
            <a:r>
              <a:rPr lang="de-DE" sz="1200"/>
              <a:t>, </a:t>
            </a:r>
            <a:r>
              <a:rPr lang="de-DE" sz="1200" err="1"/>
              <a:t>click</a:t>
            </a:r>
            <a:r>
              <a:rPr lang="de-DE" sz="1200"/>
              <a:t> </a:t>
            </a:r>
            <a:r>
              <a:rPr lang="de-DE" sz="1200" err="1"/>
              <a:t>next</a:t>
            </a:r>
            <a:endParaRPr lang="de-DE" sz="1200"/>
          </a:p>
        </p:txBody>
      </p:sp>
      <p:sp>
        <p:nvSpPr>
          <p:cNvPr id="4" name="Foliennummernplatzhalter 3">
            <a:extLst>
              <a:ext uri="{FF2B5EF4-FFF2-40B4-BE49-F238E27FC236}">
                <a16:creationId xmlns:a16="http://schemas.microsoft.com/office/drawing/2014/main" id="{9D6CFFBB-ED0F-A120-7D35-09280D247FEC}"/>
              </a:ext>
            </a:extLst>
          </p:cNvPr>
          <p:cNvSpPr>
            <a:spLocks noGrp="1"/>
          </p:cNvSpPr>
          <p:nvPr>
            <p:ph type="sldNum" sz="quarter" idx="5"/>
          </p:nvPr>
        </p:nvSpPr>
        <p:spPr/>
        <p:txBody>
          <a:bodyPr/>
          <a:lstStyle/>
          <a:p>
            <a:pPr rtl="0"/>
            <a:fld id="{D4B9A9E5-4F7F-4A7D-9DE1-899232329269}" type="slidenum">
              <a:rPr lang="de-DE" noProof="0" smtClean="0"/>
              <a:t>44</a:t>
            </a:fld>
            <a:endParaRPr lang="de-DE" noProof="0"/>
          </a:p>
        </p:txBody>
      </p:sp>
    </p:spTree>
    <p:extLst>
      <p:ext uri="{BB962C8B-B14F-4D97-AF65-F5344CB8AC3E}">
        <p14:creationId xmlns:p14="http://schemas.microsoft.com/office/powerpoint/2010/main" val="374921900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4A40A-22F6-BC89-1617-D46C9E5D8402}"/>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5FBA99C3-BCE8-435E-34BB-A5E44DA503D2}"/>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423D5676-6C46-AA66-A8B2-BC10AEDEDD22}"/>
              </a:ext>
            </a:extLst>
          </p:cNvPr>
          <p:cNvSpPr>
            <a:spLocks noGrp="1"/>
          </p:cNvSpPr>
          <p:nvPr>
            <p:ph type="body" idx="1"/>
          </p:nvPr>
        </p:nvSpPr>
        <p:spPr/>
        <p:txBody>
          <a:bodyPr/>
          <a:lstStyle/>
          <a:p>
            <a:r>
              <a:rPr lang="de-DE" err="1"/>
              <a:t>Describe</a:t>
            </a:r>
            <a:r>
              <a:rPr lang="de-DE"/>
              <a:t> </a:t>
            </a:r>
            <a:r>
              <a:rPr lang="de-DE" err="1"/>
              <a:t>your</a:t>
            </a:r>
            <a:r>
              <a:rPr lang="de-DE"/>
              <a:t> </a:t>
            </a:r>
            <a:r>
              <a:rPr lang="de-DE" err="1"/>
              <a:t>agent</a:t>
            </a:r>
            <a:endParaRPr lang="de-DE"/>
          </a:p>
          <a:p>
            <a:r>
              <a:rPr lang="en-US"/>
              <a:t>By describing what your agent should do, the Agent Builder guides you through each step of the creation process</a:t>
            </a:r>
          </a:p>
          <a:p>
            <a:r>
              <a:rPr lang="en-US"/>
              <a:t>on the left side is what you want it to do</a:t>
            </a:r>
          </a:p>
          <a:p>
            <a:r>
              <a:rPr lang="en-US"/>
              <a:t>on the right you can test your agents functionality</a:t>
            </a:r>
          </a:p>
          <a:p>
            <a:r>
              <a:rPr lang="en-US"/>
              <a:t>You will see how your agents appearance on the right changes with every step you take.</a:t>
            </a:r>
          </a:p>
          <a:p>
            <a:r>
              <a:rPr lang="en-US"/>
              <a:t>It also creates suggested prompts for interaction.</a:t>
            </a:r>
          </a:p>
          <a:p>
            <a:r>
              <a:rPr lang="de-DE" sz="1200"/>
              <a:t>To </a:t>
            </a:r>
            <a:r>
              <a:rPr lang="de-DE" sz="1200" err="1"/>
              <a:t>continue</a:t>
            </a:r>
            <a:r>
              <a:rPr lang="de-DE" sz="1200"/>
              <a:t>, </a:t>
            </a:r>
            <a:r>
              <a:rPr lang="de-DE" sz="1200" err="1"/>
              <a:t>click</a:t>
            </a:r>
            <a:r>
              <a:rPr lang="de-DE" sz="1200"/>
              <a:t> </a:t>
            </a:r>
            <a:r>
              <a:rPr lang="de-DE" sz="1200" err="1"/>
              <a:t>next</a:t>
            </a:r>
            <a:endParaRPr lang="de-DE" sz="1200"/>
          </a:p>
        </p:txBody>
      </p:sp>
      <p:sp>
        <p:nvSpPr>
          <p:cNvPr id="4" name="Foliennummernplatzhalter 3">
            <a:extLst>
              <a:ext uri="{FF2B5EF4-FFF2-40B4-BE49-F238E27FC236}">
                <a16:creationId xmlns:a16="http://schemas.microsoft.com/office/drawing/2014/main" id="{717426D5-2E32-3BFE-7A2C-BF00BF3AEE61}"/>
              </a:ext>
            </a:extLst>
          </p:cNvPr>
          <p:cNvSpPr>
            <a:spLocks noGrp="1"/>
          </p:cNvSpPr>
          <p:nvPr>
            <p:ph type="sldNum" sz="quarter" idx="5"/>
          </p:nvPr>
        </p:nvSpPr>
        <p:spPr/>
        <p:txBody>
          <a:bodyPr/>
          <a:lstStyle/>
          <a:p>
            <a:pPr rtl="0"/>
            <a:fld id="{D4B9A9E5-4F7F-4A7D-9DE1-899232329269}" type="slidenum">
              <a:rPr lang="de-DE" noProof="0" smtClean="0"/>
              <a:t>45</a:t>
            </a:fld>
            <a:endParaRPr lang="de-DE" noProof="0"/>
          </a:p>
        </p:txBody>
      </p:sp>
    </p:spTree>
    <p:extLst>
      <p:ext uri="{BB962C8B-B14F-4D97-AF65-F5344CB8AC3E}">
        <p14:creationId xmlns:p14="http://schemas.microsoft.com/office/powerpoint/2010/main" val="84846842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FD2997-DF50-FF79-AA22-E3D9915970DE}"/>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5A4E708C-BF21-FD85-D0A0-EA64544FFE83}"/>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6D3974E2-C884-9DF2-1AFE-844ED9A8E5A8}"/>
              </a:ext>
            </a:extLst>
          </p:cNvPr>
          <p:cNvSpPr>
            <a:spLocks noGrp="1"/>
          </p:cNvSpPr>
          <p:nvPr>
            <p:ph type="body" idx="1"/>
          </p:nvPr>
        </p:nvSpPr>
        <p:spPr/>
        <p:txBody>
          <a:bodyPr/>
          <a:lstStyle/>
          <a:p>
            <a:r>
              <a:rPr lang="de-DE" err="1"/>
              <a:t>Configure</a:t>
            </a:r>
            <a:r>
              <a:rPr lang="de-DE"/>
              <a:t> </a:t>
            </a:r>
            <a:r>
              <a:rPr lang="de-DE" err="1"/>
              <a:t>your</a:t>
            </a:r>
            <a:r>
              <a:rPr lang="de-DE"/>
              <a:t> </a:t>
            </a:r>
            <a:r>
              <a:rPr lang="de-DE" err="1"/>
              <a:t>agent</a:t>
            </a:r>
            <a:endParaRPr lang="de-DE"/>
          </a:p>
          <a:p>
            <a:r>
              <a:rPr lang="en-US"/>
              <a:t>The configuration of the agent gives you full flexibility</a:t>
            </a:r>
          </a:p>
          <a:p>
            <a:r>
              <a:rPr lang="en-US"/>
              <a:t>You can use up to 8.000 characters for instructions</a:t>
            </a:r>
          </a:p>
          <a:p>
            <a:r>
              <a:rPr lang="en-US"/>
              <a:t>You can define your own suggested prompts</a:t>
            </a:r>
          </a:p>
          <a:p>
            <a:r>
              <a:rPr lang="en-US"/>
              <a:t>Change the icon, name and description</a:t>
            </a:r>
          </a:p>
          <a:p>
            <a:r>
              <a:rPr lang="en-US"/>
              <a:t>Name specific websites where information lies</a:t>
            </a:r>
          </a:p>
          <a:p>
            <a:r>
              <a:rPr lang="en-US"/>
              <a:t>Awesome options like the ability to create pictures or code can be enabled or disabled.</a:t>
            </a:r>
          </a:p>
          <a:p>
            <a:r>
              <a:rPr lang="de-DE" sz="1200" err="1">
                <a:latin typeface="Segoe UI" panose="020B0502040204020203" pitchFamily="34" charset="0"/>
              </a:rPr>
              <a:t>When</a:t>
            </a:r>
            <a:r>
              <a:rPr lang="de-DE" sz="1200">
                <a:latin typeface="Segoe UI" panose="020B0502040204020203" pitchFamily="34" charset="0"/>
              </a:rPr>
              <a:t> </a:t>
            </a:r>
            <a:r>
              <a:rPr lang="de-DE" sz="1200" err="1">
                <a:latin typeface="Segoe UI" panose="020B0502040204020203" pitchFamily="34" charset="0"/>
              </a:rPr>
              <a:t>you</a:t>
            </a:r>
            <a:r>
              <a:rPr lang="de-DE" sz="1200">
                <a:latin typeface="Segoe UI" panose="020B0502040204020203" pitchFamily="34" charset="0"/>
              </a:rPr>
              <a:t> </a:t>
            </a:r>
            <a:r>
              <a:rPr lang="de-DE" sz="1200" err="1">
                <a:latin typeface="Segoe UI" panose="020B0502040204020203" pitchFamily="34" charset="0"/>
              </a:rPr>
              <a:t>are</a:t>
            </a:r>
            <a:r>
              <a:rPr lang="de-DE" sz="1200">
                <a:latin typeface="Segoe UI" panose="020B0502040204020203" pitchFamily="34" charset="0"/>
              </a:rPr>
              <a:t> happy </a:t>
            </a:r>
            <a:r>
              <a:rPr lang="de-DE" sz="1200" err="1">
                <a:latin typeface="Segoe UI" panose="020B0502040204020203" pitchFamily="34" charset="0"/>
              </a:rPr>
              <a:t>with</a:t>
            </a:r>
            <a:r>
              <a:rPr lang="de-DE" sz="1200">
                <a:latin typeface="Segoe UI" panose="020B0502040204020203" pitchFamily="34" charset="0"/>
              </a:rPr>
              <a:t> </a:t>
            </a:r>
            <a:r>
              <a:rPr lang="de-DE" sz="1200" err="1">
                <a:latin typeface="Segoe UI" panose="020B0502040204020203" pitchFamily="34" charset="0"/>
              </a:rPr>
              <a:t>the</a:t>
            </a:r>
            <a:r>
              <a:rPr lang="de-DE" sz="1200">
                <a:latin typeface="Segoe UI" panose="020B0502040204020203" pitchFamily="34" charset="0"/>
              </a:rPr>
              <a:t> </a:t>
            </a:r>
            <a:r>
              <a:rPr lang="de-DE" sz="1200" err="1">
                <a:latin typeface="Segoe UI" panose="020B0502040204020203" pitchFamily="34" charset="0"/>
              </a:rPr>
              <a:t>result</a:t>
            </a:r>
            <a:r>
              <a:rPr lang="de-DE" sz="1200">
                <a:latin typeface="Segoe UI" panose="020B0502040204020203" pitchFamily="34" charset="0"/>
              </a:rPr>
              <a:t>, </a:t>
            </a:r>
            <a:r>
              <a:rPr lang="de-DE" sz="1200" err="1">
                <a:latin typeface="Segoe UI" panose="020B0502040204020203" pitchFamily="34" charset="0"/>
              </a:rPr>
              <a:t>click</a:t>
            </a:r>
            <a:r>
              <a:rPr lang="de-DE" sz="1200">
                <a:latin typeface="Segoe UI" panose="020B0502040204020203" pitchFamily="34" charset="0"/>
              </a:rPr>
              <a:t> „Create“ in </a:t>
            </a:r>
            <a:r>
              <a:rPr lang="de-DE" sz="1200" err="1">
                <a:latin typeface="Segoe UI" panose="020B0502040204020203" pitchFamily="34" charset="0"/>
              </a:rPr>
              <a:t>the</a:t>
            </a:r>
            <a:r>
              <a:rPr lang="de-DE" sz="1200">
                <a:latin typeface="Segoe UI" panose="020B0502040204020203" pitchFamily="34" charset="0"/>
              </a:rPr>
              <a:t> </a:t>
            </a:r>
            <a:r>
              <a:rPr lang="de-DE" sz="1200" err="1">
                <a:latin typeface="Segoe UI" panose="020B0502040204020203" pitchFamily="34" charset="0"/>
              </a:rPr>
              <a:t>upper</a:t>
            </a:r>
            <a:r>
              <a:rPr lang="de-DE" sz="1200">
                <a:latin typeface="Segoe UI" panose="020B0502040204020203" pitchFamily="34" charset="0"/>
              </a:rPr>
              <a:t> </a:t>
            </a:r>
            <a:r>
              <a:rPr lang="de-DE" sz="1200" err="1">
                <a:latin typeface="Segoe UI" panose="020B0502040204020203" pitchFamily="34" charset="0"/>
              </a:rPr>
              <a:t>left</a:t>
            </a:r>
            <a:r>
              <a:rPr lang="de-DE" sz="1200">
                <a:latin typeface="Segoe UI" panose="020B0502040204020203" pitchFamily="34" charset="0"/>
              </a:rPr>
              <a:t> </a:t>
            </a:r>
            <a:r>
              <a:rPr lang="de-DE" sz="1200" err="1">
                <a:latin typeface="Segoe UI" panose="020B0502040204020203" pitchFamily="34" charset="0"/>
              </a:rPr>
              <a:t>corner</a:t>
            </a:r>
            <a:r>
              <a:rPr lang="de-DE" sz="1200">
                <a:latin typeface="Segoe UI" panose="020B0502040204020203" pitchFamily="34" charset="0"/>
              </a:rPr>
              <a:t>.</a:t>
            </a:r>
          </a:p>
          <a:p>
            <a:r>
              <a:rPr lang="de-DE" sz="1200">
                <a:latin typeface="Segoe UI" panose="020B0502040204020203" pitchFamily="34" charset="0"/>
              </a:rPr>
              <a:t>And </a:t>
            </a:r>
            <a:r>
              <a:rPr lang="de-DE" sz="1200" err="1">
                <a:latin typeface="Segoe UI" panose="020B0502040204020203" pitchFamily="34" charset="0"/>
              </a:rPr>
              <a:t>that‘s</a:t>
            </a:r>
            <a:r>
              <a:rPr lang="de-DE" sz="1200">
                <a:latin typeface="Segoe UI" panose="020B0502040204020203" pitchFamily="34" charset="0"/>
              </a:rPr>
              <a:t> </a:t>
            </a:r>
            <a:r>
              <a:rPr lang="de-DE" sz="1200" err="1">
                <a:latin typeface="Segoe UI" panose="020B0502040204020203" pitchFamily="34" charset="0"/>
              </a:rPr>
              <a:t>it!</a:t>
            </a:r>
            <a:endParaRPr lang="de-DE" sz="1200"/>
          </a:p>
          <a:p>
            <a:r>
              <a:rPr lang="de-DE" sz="1200"/>
              <a:t>To </a:t>
            </a:r>
            <a:r>
              <a:rPr lang="de-DE" sz="1200" err="1"/>
              <a:t>continue</a:t>
            </a:r>
            <a:r>
              <a:rPr lang="de-DE" sz="1200"/>
              <a:t>, </a:t>
            </a:r>
            <a:r>
              <a:rPr lang="de-DE" sz="1200" err="1"/>
              <a:t>click</a:t>
            </a:r>
            <a:r>
              <a:rPr lang="de-DE" sz="1200"/>
              <a:t> </a:t>
            </a:r>
            <a:r>
              <a:rPr lang="de-DE" sz="1200" err="1"/>
              <a:t>next</a:t>
            </a:r>
            <a:endParaRPr lang="de-DE" sz="1200"/>
          </a:p>
        </p:txBody>
      </p:sp>
      <p:sp>
        <p:nvSpPr>
          <p:cNvPr id="4" name="Foliennummernplatzhalter 3">
            <a:extLst>
              <a:ext uri="{FF2B5EF4-FFF2-40B4-BE49-F238E27FC236}">
                <a16:creationId xmlns:a16="http://schemas.microsoft.com/office/drawing/2014/main" id="{7A4BC7C3-8D92-A12A-A183-78467D2F11F3}"/>
              </a:ext>
            </a:extLst>
          </p:cNvPr>
          <p:cNvSpPr>
            <a:spLocks noGrp="1"/>
          </p:cNvSpPr>
          <p:nvPr>
            <p:ph type="sldNum" sz="quarter" idx="5"/>
          </p:nvPr>
        </p:nvSpPr>
        <p:spPr/>
        <p:txBody>
          <a:bodyPr/>
          <a:lstStyle/>
          <a:p>
            <a:pPr rtl="0"/>
            <a:fld id="{D4B9A9E5-4F7F-4A7D-9DE1-899232329269}" type="slidenum">
              <a:rPr lang="de-DE" noProof="0" smtClean="0"/>
              <a:t>46</a:t>
            </a:fld>
            <a:endParaRPr lang="de-DE" noProof="0"/>
          </a:p>
        </p:txBody>
      </p:sp>
    </p:spTree>
    <p:extLst>
      <p:ext uri="{BB962C8B-B14F-4D97-AF65-F5344CB8AC3E}">
        <p14:creationId xmlns:p14="http://schemas.microsoft.com/office/powerpoint/2010/main" val="242911433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2B1C9-E556-D4FB-8789-617E3D978CD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30BC6BD8-2DAE-830D-C304-3568899E107A}"/>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3BC3C619-A529-F262-5E87-CCEE916F47B2}"/>
              </a:ext>
            </a:extLst>
          </p:cNvPr>
          <p:cNvSpPr>
            <a:spLocks noGrp="1"/>
          </p:cNvSpPr>
          <p:nvPr>
            <p:ph type="body" idx="1"/>
          </p:nvPr>
        </p:nvSpPr>
        <p:spPr/>
        <p:txBody>
          <a:bodyPr/>
          <a:lstStyle/>
          <a:p>
            <a:r>
              <a:rPr lang="de-DE"/>
              <a:t>Share </a:t>
            </a:r>
            <a:r>
              <a:rPr lang="de-DE" err="1"/>
              <a:t>your</a:t>
            </a:r>
            <a:r>
              <a:rPr lang="de-DE"/>
              <a:t> </a:t>
            </a:r>
            <a:r>
              <a:rPr lang="de-DE" err="1"/>
              <a:t>agent</a:t>
            </a:r>
            <a:endParaRPr lang="de-DE"/>
          </a:p>
          <a:p>
            <a:r>
              <a:rPr lang="en-US"/>
              <a:t>Let‘s be honest, this is not just like a new Word document, this is a personal highlight and „I made fire“ moment we want to share. </a:t>
            </a:r>
          </a:p>
          <a:p>
            <a:r>
              <a:rPr lang="en-US"/>
              <a:t>And in most cases the functionality is not only for personal use, but cloud also be helpful to others.</a:t>
            </a:r>
          </a:p>
          <a:p>
            <a:r>
              <a:rPr lang="en-US"/>
              <a:t>You decide if you want to share your agent or not.</a:t>
            </a:r>
          </a:p>
          <a:p>
            <a:r>
              <a:rPr lang="en-US"/>
              <a:t>And you decide with whom. Just some very selected colleagues, or your whole organization.</a:t>
            </a:r>
          </a:p>
          <a:p>
            <a:r>
              <a:rPr lang="en-US"/>
              <a:t>Just click the ellipses – which would also always give you the possibility to edit your agent. And if you don‘t want to share anymore – take the same path to revoke sharing.</a:t>
            </a:r>
          </a:p>
          <a:p>
            <a:r>
              <a:rPr lang="en-US"/>
              <a:t>Your administrator might have limited or disabled sharing options.</a:t>
            </a:r>
          </a:p>
          <a:p>
            <a:r>
              <a:rPr lang="de-DE" sz="1200"/>
              <a:t>To </a:t>
            </a:r>
            <a:r>
              <a:rPr lang="de-DE" sz="1200" err="1"/>
              <a:t>continue</a:t>
            </a:r>
            <a:r>
              <a:rPr lang="de-DE" sz="1200"/>
              <a:t>, </a:t>
            </a:r>
            <a:r>
              <a:rPr lang="de-DE" sz="1200" err="1"/>
              <a:t>click</a:t>
            </a:r>
            <a:r>
              <a:rPr lang="de-DE" sz="1200"/>
              <a:t> </a:t>
            </a:r>
            <a:r>
              <a:rPr lang="de-DE" sz="1200" err="1"/>
              <a:t>next</a:t>
            </a:r>
            <a:endParaRPr lang="de-DE" sz="1200"/>
          </a:p>
        </p:txBody>
      </p:sp>
      <p:sp>
        <p:nvSpPr>
          <p:cNvPr id="4" name="Foliennummernplatzhalter 3">
            <a:extLst>
              <a:ext uri="{FF2B5EF4-FFF2-40B4-BE49-F238E27FC236}">
                <a16:creationId xmlns:a16="http://schemas.microsoft.com/office/drawing/2014/main" id="{A89191F7-19A0-3FC8-4430-1C91456D9085}"/>
              </a:ext>
            </a:extLst>
          </p:cNvPr>
          <p:cNvSpPr>
            <a:spLocks noGrp="1"/>
          </p:cNvSpPr>
          <p:nvPr>
            <p:ph type="sldNum" sz="quarter" idx="5"/>
          </p:nvPr>
        </p:nvSpPr>
        <p:spPr/>
        <p:txBody>
          <a:bodyPr/>
          <a:lstStyle/>
          <a:p>
            <a:pPr rtl="0"/>
            <a:fld id="{D4B9A9E5-4F7F-4A7D-9DE1-899232329269}" type="slidenum">
              <a:rPr lang="de-DE" noProof="0" smtClean="0"/>
              <a:t>47</a:t>
            </a:fld>
            <a:endParaRPr lang="de-DE" noProof="0"/>
          </a:p>
        </p:txBody>
      </p:sp>
    </p:spTree>
    <p:extLst>
      <p:ext uri="{BB962C8B-B14F-4D97-AF65-F5344CB8AC3E}">
        <p14:creationId xmlns:p14="http://schemas.microsoft.com/office/powerpoint/2010/main" val="119465880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1AFA4E-E1F5-1EFD-CA16-C0A00020A95B}"/>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44B8AA22-1747-6589-82C2-09D0A76FCAF4}"/>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D28355E1-E7EC-AB09-453F-86F9E541065C}"/>
              </a:ext>
            </a:extLst>
          </p:cNvPr>
          <p:cNvSpPr>
            <a:spLocks noGrp="1"/>
          </p:cNvSpPr>
          <p:nvPr>
            <p:ph type="body" idx="1"/>
          </p:nvPr>
        </p:nvSpPr>
        <p:spPr/>
        <p:txBody>
          <a:bodyPr/>
          <a:lstStyle/>
          <a:p>
            <a:r>
              <a:rPr lang="de-DE"/>
              <a:t>Module 4 </a:t>
            </a:r>
            <a:r>
              <a:rPr lang="de-DE" err="1"/>
              <a:t>recap</a:t>
            </a:r>
            <a:endParaRPr lang="de-DE"/>
          </a:p>
          <a:p>
            <a:r>
              <a:rPr lang="en-US" sz="1200"/>
              <a:t>What a blaze – you made it, you did it! We hope you enjoyed the time. Now that you are more than ready to go – have a great time and joyful journey with Microsoft 365 Copilot Chat as Safe AI at work!</a:t>
            </a:r>
          </a:p>
          <a:p>
            <a:r>
              <a:rPr lang="en-US" sz="1200"/>
              <a:t>If you just can’t stop and want to deepen the topics, use the additional links provided on the respective sites.</a:t>
            </a:r>
          </a:p>
          <a:p>
            <a:r>
              <a:rPr lang="en-US" sz="1200"/>
              <a:t>As a bonus, we also want you to know these valuable resources to further fuel your journey (external links):</a:t>
            </a:r>
          </a:p>
          <a:p>
            <a:r>
              <a:rPr lang="en-US" sz="1200"/>
              <a:t>Declarative Agent example which uses almost full 8000 characters, including sources and </a:t>
            </a:r>
            <a:r>
              <a:rPr lang="en-US" sz="1200" err="1"/>
              <a:t>howto</a:t>
            </a:r>
            <a:r>
              <a:rPr lang="en-US" sz="1200"/>
              <a:t> video</a:t>
            </a:r>
          </a:p>
          <a:p>
            <a:r>
              <a:rPr lang="en-US" sz="1200"/>
              <a:t>Get started with Agent Builder</a:t>
            </a:r>
          </a:p>
          <a:p>
            <a:r>
              <a:rPr lang="en-US" sz="1200"/>
              <a:t>Beyond agent builder</a:t>
            </a:r>
          </a:p>
          <a:p>
            <a:r>
              <a:rPr lang="en-US" sz="1200"/>
              <a:t>Get started with Copilot Studio</a:t>
            </a:r>
          </a:p>
          <a:p>
            <a:r>
              <a:rPr lang="en-US" sz="1200"/>
              <a:t>Create your first agent with Copilot Studio</a:t>
            </a:r>
          </a:p>
          <a:p>
            <a:r>
              <a:rPr lang="en-US" sz="1200"/>
              <a:t>Only one more step and we close this session.</a:t>
            </a:r>
          </a:p>
          <a:p>
            <a:r>
              <a:rPr lang="de-DE" sz="1200"/>
              <a:t>To </a:t>
            </a:r>
            <a:r>
              <a:rPr lang="de-DE" sz="1200" err="1"/>
              <a:t>continue</a:t>
            </a:r>
            <a:r>
              <a:rPr lang="de-DE" sz="1200"/>
              <a:t>, </a:t>
            </a:r>
            <a:r>
              <a:rPr lang="de-DE" sz="1200" err="1"/>
              <a:t>click</a:t>
            </a:r>
            <a:r>
              <a:rPr lang="de-DE" sz="1200"/>
              <a:t> </a:t>
            </a:r>
            <a:r>
              <a:rPr lang="de-DE" sz="1200" err="1"/>
              <a:t>next</a:t>
            </a:r>
            <a:endParaRPr lang="de-DE" sz="1200"/>
          </a:p>
        </p:txBody>
      </p:sp>
      <p:sp>
        <p:nvSpPr>
          <p:cNvPr id="4" name="Foliennummernplatzhalter 3">
            <a:extLst>
              <a:ext uri="{FF2B5EF4-FFF2-40B4-BE49-F238E27FC236}">
                <a16:creationId xmlns:a16="http://schemas.microsoft.com/office/drawing/2014/main" id="{066868A6-D6DF-383C-8564-8A7E9615C076}"/>
              </a:ext>
            </a:extLst>
          </p:cNvPr>
          <p:cNvSpPr>
            <a:spLocks noGrp="1"/>
          </p:cNvSpPr>
          <p:nvPr>
            <p:ph type="sldNum" sz="quarter" idx="5"/>
          </p:nvPr>
        </p:nvSpPr>
        <p:spPr/>
        <p:txBody>
          <a:bodyPr/>
          <a:lstStyle/>
          <a:p>
            <a:pPr rtl="0"/>
            <a:fld id="{D4B9A9E5-4F7F-4A7D-9DE1-899232329269}" type="slidenum">
              <a:rPr lang="de-DE" noProof="0" smtClean="0"/>
              <a:t>48</a:t>
            </a:fld>
            <a:endParaRPr lang="de-DE" noProof="0"/>
          </a:p>
        </p:txBody>
      </p:sp>
    </p:spTree>
    <p:extLst>
      <p:ext uri="{BB962C8B-B14F-4D97-AF65-F5344CB8AC3E}">
        <p14:creationId xmlns:p14="http://schemas.microsoft.com/office/powerpoint/2010/main" val="390950384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b="1"/>
              <a:t>Closing</a:t>
            </a:r>
          </a:p>
          <a:p>
            <a:endParaRPr lang="de-DE" b="1"/>
          </a:p>
          <a:p>
            <a:pPr marL="0" indent="0">
              <a:buNone/>
            </a:pPr>
            <a:endParaRPr lang="de-DE" sz="1200">
              <a:latin typeface="Segoe UI" panose="020B0502040204020203" pitchFamily="34" charset="0"/>
              <a:cs typeface="Segoe UI" panose="020B0502040204020203" pitchFamily="34" charset="0"/>
            </a:endParaRPr>
          </a:p>
          <a:p>
            <a:pPr marL="0" indent="0">
              <a:buNone/>
            </a:pPr>
            <a:r>
              <a:rPr lang="de-DE" sz="1200" err="1">
                <a:latin typeface="Segoe UI" panose="020B0502040204020203" pitchFamily="34" charset="0"/>
                <a:cs typeface="Segoe UI" panose="020B0502040204020203" pitchFamily="34" charset="0"/>
              </a:rPr>
              <a:t>We‘re</a:t>
            </a:r>
            <a:r>
              <a:rPr lang="de-DE" sz="1200">
                <a:latin typeface="Segoe UI" panose="020B0502040204020203" pitchFamily="34" charset="0"/>
                <a:cs typeface="Segoe UI" panose="020B0502040204020203" pitchFamily="34" charset="0"/>
              </a:rPr>
              <a:t> </a:t>
            </a:r>
            <a:r>
              <a:rPr lang="de-DE" sz="1200" err="1">
                <a:latin typeface="Segoe UI" panose="020B0502040204020203" pitchFamily="34" charset="0"/>
                <a:cs typeface="Segoe UI" panose="020B0502040204020203" pitchFamily="34" charset="0"/>
              </a:rPr>
              <a:t>done</a:t>
            </a:r>
            <a:r>
              <a:rPr lang="de-DE" sz="1200">
                <a:latin typeface="Segoe UI" panose="020B0502040204020203" pitchFamily="34" charset="0"/>
                <a:cs typeface="Segoe UI" panose="020B0502040204020203" pitchFamily="34" charset="0"/>
              </a:rPr>
              <a:t>! Time to </a:t>
            </a:r>
            <a:r>
              <a:rPr lang="de-DE" sz="1200" err="1">
                <a:latin typeface="Segoe UI" panose="020B0502040204020203" pitchFamily="34" charset="0"/>
                <a:cs typeface="Segoe UI" panose="020B0502040204020203" pitchFamily="34" charset="0"/>
              </a:rPr>
              <a:t>celebrate</a:t>
            </a:r>
            <a:r>
              <a:rPr lang="de-DE" sz="1200">
                <a:latin typeface="Segoe UI" panose="020B0502040204020203" pitchFamily="34" charset="0"/>
                <a:cs typeface="Segoe UI" panose="020B0502040204020203" pitchFamily="34" charset="0"/>
              </a:rPr>
              <a:t> </a:t>
            </a:r>
            <a:r>
              <a:rPr lang="de-DE" sz="1200" err="1">
                <a:latin typeface="Segoe UI" panose="020B0502040204020203" pitchFamily="34" charset="0"/>
                <a:cs typeface="Segoe UI" panose="020B0502040204020203" pitchFamily="34" charset="0"/>
              </a:rPr>
              <a:t>yourself</a:t>
            </a:r>
            <a:r>
              <a:rPr lang="de-DE" sz="1200">
                <a:latin typeface="Segoe UI" panose="020B0502040204020203" pitchFamily="34" charset="0"/>
                <a:cs typeface="Segoe UI" panose="020B0502040204020203" pitchFamily="34" charset="0"/>
              </a:rPr>
              <a:t>!</a:t>
            </a:r>
          </a:p>
          <a:p>
            <a:pPr marL="0" indent="0">
              <a:buNone/>
            </a:pPr>
            <a:endParaRPr lang="de-DE" sz="1200">
              <a:latin typeface="Segoe UI" panose="020B0502040204020203" pitchFamily="34" charset="0"/>
              <a:cs typeface="Segoe UI" panose="020B0502040204020203" pitchFamily="34" charset="0"/>
            </a:endParaRPr>
          </a:p>
          <a:p>
            <a:pPr marL="0" indent="0">
              <a:buNone/>
            </a:pPr>
            <a:r>
              <a:rPr lang="de-DE" sz="1200">
                <a:latin typeface="Segoe UI" panose="020B0502040204020203" pitchFamily="34" charset="0"/>
                <a:cs typeface="Segoe UI" panose="020B0502040204020203" pitchFamily="34" charset="0"/>
              </a:rPr>
              <a:t>Open Copilot Chat and </a:t>
            </a:r>
            <a:r>
              <a:rPr lang="de-DE" sz="1200" err="1">
                <a:latin typeface="Segoe UI" panose="020B0502040204020203" pitchFamily="34" charset="0"/>
                <a:cs typeface="Segoe UI" panose="020B0502040204020203" pitchFamily="34" charset="0"/>
              </a:rPr>
              <a:t>create</a:t>
            </a:r>
            <a:r>
              <a:rPr lang="de-DE" sz="1200">
                <a:latin typeface="Segoe UI" panose="020B0502040204020203" pitchFamily="34" charset="0"/>
                <a:cs typeface="Segoe UI" panose="020B0502040204020203" pitchFamily="34" charset="0"/>
              </a:rPr>
              <a:t> </a:t>
            </a:r>
            <a:r>
              <a:rPr lang="de-DE" sz="1200" err="1">
                <a:latin typeface="Segoe UI" panose="020B0502040204020203" pitchFamily="34" charset="0"/>
                <a:cs typeface="Segoe UI" panose="020B0502040204020203" pitchFamily="34" charset="0"/>
              </a:rPr>
              <a:t>yourself</a:t>
            </a:r>
            <a:r>
              <a:rPr lang="de-DE" sz="1200">
                <a:latin typeface="Segoe UI" panose="020B0502040204020203" pitchFamily="34" charset="0"/>
                <a:cs typeface="Segoe UI" panose="020B0502040204020203" pitchFamily="34" charset="0"/>
              </a:rPr>
              <a:t> an </a:t>
            </a:r>
            <a:r>
              <a:rPr lang="de-DE" sz="1200" err="1">
                <a:latin typeface="Segoe UI" panose="020B0502040204020203" pitchFamily="34" charset="0"/>
                <a:cs typeface="Segoe UI" panose="020B0502040204020203" pitchFamily="34" charset="0"/>
              </a:rPr>
              <a:t>achievement</a:t>
            </a:r>
            <a:r>
              <a:rPr lang="de-DE" sz="1200">
                <a:latin typeface="Segoe UI" panose="020B0502040204020203" pitchFamily="34" charset="0"/>
                <a:cs typeface="Segoe UI" panose="020B0502040204020203" pitchFamily="34" charset="0"/>
              </a:rPr>
              <a:t> </a:t>
            </a:r>
            <a:r>
              <a:rPr lang="de-DE" sz="1200" err="1">
                <a:latin typeface="Segoe UI" panose="020B0502040204020203" pitchFamily="34" charset="0"/>
                <a:cs typeface="Segoe UI" panose="020B0502040204020203" pitchFamily="34" charset="0"/>
              </a:rPr>
              <a:t>badge</a:t>
            </a:r>
            <a:r>
              <a:rPr lang="de-DE" sz="1200">
                <a:latin typeface="Segoe UI" panose="020B0502040204020203" pitchFamily="34" charset="0"/>
                <a:cs typeface="Segoe UI" panose="020B0502040204020203" pitchFamily="34" charset="0"/>
              </a:rPr>
              <a:t>. </a:t>
            </a:r>
            <a:r>
              <a:rPr lang="de-DE" sz="1200" err="1">
                <a:latin typeface="Segoe UI" panose="020B0502040204020203" pitchFamily="34" charset="0"/>
                <a:cs typeface="Segoe UI" panose="020B0502040204020203" pitchFamily="34" charset="0"/>
              </a:rPr>
              <a:t>You</a:t>
            </a:r>
            <a:r>
              <a:rPr lang="de-DE" sz="1200">
                <a:latin typeface="Segoe UI" panose="020B0502040204020203" pitchFamily="34" charset="0"/>
                <a:cs typeface="Segoe UI" panose="020B0502040204020203" pitchFamily="34" charset="0"/>
              </a:rPr>
              <a:t> </a:t>
            </a:r>
            <a:r>
              <a:rPr lang="de-DE" sz="1200" err="1">
                <a:latin typeface="Segoe UI" panose="020B0502040204020203" pitchFamily="34" charset="0"/>
                <a:cs typeface="Segoe UI" panose="020B0502040204020203" pitchFamily="34" charset="0"/>
              </a:rPr>
              <a:t>maybe</a:t>
            </a:r>
            <a:r>
              <a:rPr lang="de-DE" sz="1200">
                <a:latin typeface="Segoe UI" panose="020B0502040204020203" pitchFamily="34" charset="0"/>
                <a:cs typeface="Segoe UI" panose="020B0502040204020203" pitchFamily="34" charset="0"/>
              </a:rPr>
              <a:t> </a:t>
            </a:r>
            <a:r>
              <a:rPr lang="de-DE" sz="1200" err="1">
                <a:latin typeface="Segoe UI" panose="020B0502040204020203" pitchFamily="34" charset="0"/>
                <a:cs typeface="Segoe UI" panose="020B0502040204020203" pitchFamily="34" charset="0"/>
              </a:rPr>
              <a:t>want</a:t>
            </a:r>
            <a:r>
              <a:rPr lang="de-DE" sz="1200">
                <a:latin typeface="Segoe UI" panose="020B0502040204020203" pitchFamily="34" charset="0"/>
                <a:cs typeface="Segoe UI" panose="020B0502040204020203" pitchFamily="34" charset="0"/>
              </a:rPr>
              <a:t> to </a:t>
            </a:r>
            <a:r>
              <a:rPr lang="de-DE" sz="1200" err="1">
                <a:latin typeface="Segoe UI" panose="020B0502040204020203" pitchFamily="34" charset="0"/>
                <a:cs typeface="Segoe UI" panose="020B0502040204020203" pitchFamily="34" charset="0"/>
              </a:rPr>
              <a:t>incorporate</a:t>
            </a:r>
            <a:r>
              <a:rPr lang="de-DE" sz="1200">
                <a:latin typeface="Segoe UI" panose="020B0502040204020203" pitchFamily="34" charset="0"/>
                <a:cs typeface="Segoe UI" panose="020B0502040204020203" pitchFamily="34" charset="0"/>
              </a:rPr>
              <a:t> </a:t>
            </a:r>
            <a:r>
              <a:rPr lang="de-DE" sz="1200" err="1">
                <a:latin typeface="Segoe UI" panose="020B0502040204020203" pitchFamily="34" charset="0"/>
                <a:cs typeface="Segoe UI" panose="020B0502040204020203" pitchFamily="34" charset="0"/>
              </a:rPr>
              <a:t>your</a:t>
            </a:r>
            <a:r>
              <a:rPr lang="de-DE" sz="1200">
                <a:latin typeface="Segoe UI" panose="020B0502040204020203" pitchFamily="34" charset="0"/>
                <a:cs typeface="Segoe UI" panose="020B0502040204020203" pitchFamily="34" charset="0"/>
              </a:rPr>
              <a:t> </a:t>
            </a:r>
            <a:r>
              <a:rPr lang="de-DE" sz="1200" err="1">
                <a:latin typeface="Segoe UI" panose="020B0502040204020203" pitchFamily="34" charset="0"/>
                <a:cs typeface="Segoe UI" panose="020B0502040204020203" pitchFamily="34" charset="0"/>
              </a:rPr>
              <a:t>organization</a:t>
            </a:r>
            <a:r>
              <a:rPr lang="de-DE" sz="1200">
                <a:latin typeface="Segoe UI" panose="020B0502040204020203" pitchFamily="34" charset="0"/>
                <a:cs typeface="Segoe UI" panose="020B0502040204020203" pitchFamily="34" charset="0"/>
              </a:rPr>
              <a:t> </a:t>
            </a:r>
            <a:r>
              <a:rPr lang="de-DE" sz="1200" err="1">
                <a:latin typeface="Segoe UI" panose="020B0502040204020203" pitchFamily="34" charset="0"/>
                <a:cs typeface="Segoe UI" panose="020B0502040204020203" pitchFamily="34" charset="0"/>
              </a:rPr>
              <a:t>or</a:t>
            </a:r>
            <a:r>
              <a:rPr lang="de-DE" sz="1200">
                <a:latin typeface="Segoe UI" panose="020B0502040204020203" pitchFamily="34" charset="0"/>
                <a:cs typeface="Segoe UI" panose="020B0502040204020203" pitchFamily="34" charset="0"/>
              </a:rPr>
              <a:t> </a:t>
            </a:r>
            <a:r>
              <a:rPr lang="de-DE" sz="1200" err="1">
                <a:latin typeface="Segoe UI" panose="020B0502040204020203" pitchFamily="34" charset="0"/>
                <a:cs typeface="Segoe UI" panose="020B0502040204020203" pitchFamily="34" charset="0"/>
              </a:rPr>
              <a:t>your</a:t>
            </a:r>
            <a:r>
              <a:rPr lang="de-DE" sz="1200">
                <a:latin typeface="Segoe UI" panose="020B0502040204020203" pitchFamily="34" charset="0"/>
                <a:cs typeface="Segoe UI" panose="020B0502040204020203" pitchFamily="34" charset="0"/>
              </a:rPr>
              <a:t> </a:t>
            </a:r>
            <a:r>
              <a:rPr lang="de-DE" sz="1200" err="1">
                <a:latin typeface="Segoe UI" panose="020B0502040204020203" pitchFamily="34" charset="0"/>
                <a:cs typeface="Segoe UI" panose="020B0502040204020203" pitchFamily="34" charset="0"/>
              </a:rPr>
              <a:t>name</a:t>
            </a:r>
            <a:r>
              <a:rPr lang="de-DE" sz="1200">
                <a:latin typeface="Segoe UI" panose="020B0502040204020203" pitchFamily="34" charset="0"/>
                <a:cs typeface="Segoe UI" panose="020B0502040204020203" pitchFamily="34" charset="0"/>
              </a:rPr>
              <a:t>, </a:t>
            </a:r>
            <a:r>
              <a:rPr lang="de-DE" sz="1200" err="1">
                <a:latin typeface="Segoe UI" panose="020B0502040204020203" pitchFamily="34" charset="0"/>
                <a:cs typeface="Segoe UI" panose="020B0502040204020203" pitchFamily="34" charset="0"/>
              </a:rPr>
              <a:t>have</a:t>
            </a:r>
            <a:r>
              <a:rPr lang="de-DE" sz="1200">
                <a:latin typeface="Segoe UI" panose="020B0502040204020203" pitchFamily="34" charset="0"/>
                <a:cs typeface="Segoe UI" panose="020B0502040204020203" pitchFamily="34" charset="0"/>
              </a:rPr>
              <a:t> </a:t>
            </a:r>
            <a:r>
              <a:rPr lang="de-DE" sz="1200" err="1">
                <a:latin typeface="Segoe UI" panose="020B0502040204020203" pitchFamily="34" charset="0"/>
                <a:cs typeface="Segoe UI" panose="020B0502040204020203" pitchFamily="34" charset="0"/>
              </a:rPr>
              <a:t>fun</a:t>
            </a:r>
            <a:r>
              <a:rPr lang="de-DE" sz="1200">
                <a:latin typeface="Segoe UI" panose="020B0502040204020203" pitchFamily="34" charset="0"/>
                <a:cs typeface="Segoe UI" panose="020B0502040204020203" pitchFamily="34" charset="0"/>
              </a:rPr>
              <a:t>, </a:t>
            </a:r>
            <a:r>
              <a:rPr lang="de-DE" sz="1200" err="1">
                <a:latin typeface="Segoe UI" panose="020B0502040204020203" pitchFamily="34" charset="0"/>
                <a:cs typeface="Segoe UI" panose="020B0502040204020203" pitchFamily="34" charset="0"/>
              </a:rPr>
              <a:t>make</a:t>
            </a:r>
            <a:r>
              <a:rPr lang="de-DE" sz="1200">
                <a:latin typeface="Segoe UI" panose="020B0502040204020203" pitchFamily="34" charset="0"/>
                <a:cs typeface="Segoe UI" panose="020B0502040204020203" pitchFamily="34" charset="0"/>
              </a:rPr>
              <a:t> </a:t>
            </a:r>
            <a:r>
              <a:rPr lang="de-DE" sz="1200" err="1">
                <a:latin typeface="Segoe UI" panose="020B0502040204020203" pitchFamily="34" charset="0"/>
                <a:cs typeface="Segoe UI" panose="020B0502040204020203" pitchFamily="34" charset="0"/>
              </a:rPr>
              <a:t>it</a:t>
            </a:r>
            <a:r>
              <a:rPr lang="de-DE" sz="1200">
                <a:latin typeface="Segoe UI" panose="020B0502040204020203" pitchFamily="34" charset="0"/>
                <a:cs typeface="Segoe UI" panose="020B0502040204020203" pitchFamily="34" charset="0"/>
              </a:rPr>
              <a:t> </a:t>
            </a:r>
            <a:r>
              <a:rPr lang="de-DE" sz="1200" err="1">
                <a:latin typeface="Segoe UI" panose="020B0502040204020203" pitchFamily="34" charset="0"/>
                <a:cs typeface="Segoe UI" panose="020B0502040204020203" pitchFamily="34" charset="0"/>
              </a:rPr>
              <a:t>yours</a:t>
            </a:r>
            <a:r>
              <a:rPr lang="de-DE" sz="1200">
                <a:latin typeface="Segoe UI" panose="020B0502040204020203" pitchFamily="34" charset="0"/>
                <a:cs typeface="Segoe UI" panose="020B0502040204020203" pitchFamily="34" charset="0"/>
              </a:rPr>
              <a:t>, </a:t>
            </a:r>
            <a:r>
              <a:rPr lang="de-DE" sz="1200" err="1">
                <a:latin typeface="Segoe UI" panose="020B0502040204020203" pitchFamily="34" charset="0"/>
                <a:cs typeface="Segoe UI" panose="020B0502040204020203" pitchFamily="34" charset="0"/>
              </a:rPr>
              <a:t>share</a:t>
            </a:r>
            <a:r>
              <a:rPr lang="de-DE" sz="1200">
                <a:latin typeface="Segoe UI" panose="020B0502040204020203" pitchFamily="34" charset="0"/>
                <a:cs typeface="Segoe UI" panose="020B0502040204020203" pitchFamily="34" charset="0"/>
              </a:rPr>
              <a:t> </a:t>
            </a:r>
            <a:r>
              <a:rPr lang="de-DE" sz="1200" err="1">
                <a:latin typeface="Segoe UI" panose="020B0502040204020203" pitchFamily="34" charset="0"/>
                <a:cs typeface="Segoe UI" panose="020B0502040204020203" pitchFamily="34" charset="0"/>
              </a:rPr>
              <a:t>with</a:t>
            </a:r>
            <a:r>
              <a:rPr lang="de-DE" sz="1200">
                <a:latin typeface="Segoe UI" panose="020B0502040204020203" pitchFamily="34" charset="0"/>
                <a:cs typeface="Segoe UI" panose="020B0502040204020203" pitchFamily="34" charset="0"/>
              </a:rPr>
              <a:t> </a:t>
            </a:r>
            <a:r>
              <a:rPr lang="de-DE" sz="1200" err="1">
                <a:latin typeface="Segoe UI" panose="020B0502040204020203" pitchFamily="34" charset="0"/>
                <a:cs typeface="Segoe UI" panose="020B0502040204020203" pitchFamily="34" charset="0"/>
              </a:rPr>
              <a:t>pride</a:t>
            </a:r>
            <a:r>
              <a:rPr lang="de-DE" sz="1200">
                <a:latin typeface="Segoe UI" panose="020B0502040204020203" pitchFamily="34" charset="0"/>
                <a:cs typeface="Segoe UI" panose="020B0502040204020203" pitchFamily="34" charset="0"/>
              </a:rPr>
              <a:t>.</a:t>
            </a:r>
          </a:p>
          <a:p>
            <a:pPr marL="0" indent="0">
              <a:buNone/>
            </a:pPr>
            <a:endParaRPr lang="de-DE" sz="1200">
              <a:latin typeface="Segoe UI" panose="020B0502040204020203" pitchFamily="34" charset="0"/>
              <a:cs typeface="Segoe UI" panose="020B0502040204020203" pitchFamily="34" charset="0"/>
            </a:endParaRPr>
          </a:p>
          <a:p>
            <a:pPr marL="0" indent="0">
              <a:buNone/>
            </a:pPr>
            <a:r>
              <a:rPr lang="de-DE" sz="1200" err="1">
                <a:latin typeface="Segoe UI" panose="020B0502040204020203" pitchFamily="34" charset="0"/>
                <a:cs typeface="Segoe UI" panose="020B0502040204020203" pitchFamily="34" charset="0"/>
              </a:rPr>
              <a:t>Only</a:t>
            </a:r>
            <a:r>
              <a:rPr lang="de-DE" sz="1200">
                <a:latin typeface="Segoe UI" panose="020B0502040204020203" pitchFamily="34" charset="0"/>
                <a:cs typeface="Segoe UI" panose="020B0502040204020203" pitchFamily="34" charset="0"/>
              </a:rPr>
              <a:t> </a:t>
            </a:r>
            <a:r>
              <a:rPr lang="de-DE" sz="1200" err="1">
                <a:latin typeface="Segoe UI" panose="020B0502040204020203" pitchFamily="34" charset="0"/>
                <a:cs typeface="Segoe UI" panose="020B0502040204020203" pitchFamily="34" charset="0"/>
              </a:rPr>
              <a:t>one</a:t>
            </a:r>
            <a:r>
              <a:rPr lang="de-DE" sz="1200">
                <a:latin typeface="Segoe UI" panose="020B0502040204020203" pitchFamily="34" charset="0"/>
                <a:cs typeface="Segoe UI" panose="020B0502040204020203" pitchFamily="34" charset="0"/>
              </a:rPr>
              <a:t> last </a:t>
            </a:r>
            <a:r>
              <a:rPr lang="de-DE" sz="1200" err="1">
                <a:latin typeface="Segoe UI" panose="020B0502040204020203" pitchFamily="34" charset="0"/>
                <a:cs typeface="Segoe UI" panose="020B0502040204020203" pitchFamily="34" charset="0"/>
              </a:rPr>
              <a:t>thing</a:t>
            </a:r>
            <a:r>
              <a:rPr lang="de-DE" sz="1200">
                <a:latin typeface="Segoe UI" panose="020B0502040204020203" pitchFamily="34" charset="0"/>
                <a:cs typeface="Segoe UI" panose="020B0502040204020203" pitchFamily="34" charset="0"/>
              </a:rPr>
              <a:t>: </a:t>
            </a:r>
            <a:r>
              <a:rPr lang="de-DE" sz="1200" err="1">
                <a:latin typeface="Segoe UI" panose="020B0502040204020203" pitchFamily="34" charset="0"/>
                <a:cs typeface="Segoe UI" panose="020B0502040204020203" pitchFamily="34" charset="0"/>
              </a:rPr>
              <a:t>if</a:t>
            </a:r>
            <a:r>
              <a:rPr lang="de-DE" sz="1200">
                <a:latin typeface="Segoe UI" panose="020B0502040204020203" pitchFamily="34" charset="0"/>
                <a:cs typeface="Segoe UI" panose="020B0502040204020203" pitchFamily="34" charset="0"/>
              </a:rPr>
              <a:t> </a:t>
            </a:r>
            <a:r>
              <a:rPr lang="de-DE" sz="1200" err="1">
                <a:latin typeface="Segoe UI" panose="020B0502040204020203" pitchFamily="34" charset="0"/>
                <a:cs typeface="Segoe UI" panose="020B0502040204020203" pitchFamily="34" charset="0"/>
              </a:rPr>
              <a:t>you</a:t>
            </a:r>
            <a:r>
              <a:rPr lang="de-DE" sz="1200">
                <a:latin typeface="Segoe UI" panose="020B0502040204020203" pitchFamily="34" charset="0"/>
                <a:cs typeface="Segoe UI" panose="020B0502040204020203" pitchFamily="34" charset="0"/>
              </a:rPr>
              <a:t> </a:t>
            </a:r>
            <a:r>
              <a:rPr lang="de-DE" sz="1200" err="1">
                <a:latin typeface="Segoe UI" panose="020B0502040204020203" pitchFamily="34" charset="0"/>
                <a:cs typeface="Segoe UI" panose="020B0502040204020203" pitchFamily="34" charset="0"/>
              </a:rPr>
              <a:t>want</a:t>
            </a:r>
            <a:r>
              <a:rPr lang="de-DE" sz="1200">
                <a:latin typeface="Segoe UI" panose="020B0502040204020203" pitchFamily="34" charset="0"/>
                <a:cs typeface="Segoe UI" panose="020B0502040204020203" pitchFamily="34" charset="0"/>
              </a:rPr>
              <a:t> to </a:t>
            </a:r>
            <a:r>
              <a:rPr lang="de-DE" sz="1200" err="1">
                <a:latin typeface="Segoe UI" panose="020B0502040204020203" pitchFamily="34" charset="0"/>
                <a:cs typeface="Segoe UI" panose="020B0502040204020203" pitchFamily="34" charset="0"/>
              </a:rPr>
              <a:t>stay</a:t>
            </a:r>
            <a:r>
              <a:rPr lang="de-DE" sz="1200">
                <a:latin typeface="Segoe UI" panose="020B0502040204020203" pitchFamily="34" charset="0"/>
                <a:cs typeface="Segoe UI" panose="020B0502040204020203" pitchFamily="34" charset="0"/>
              </a:rPr>
              <a:t> </a:t>
            </a:r>
            <a:r>
              <a:rPr lang="de-DE" sz="1200" err="1">
                <a:latin typeface="Segoe UI" panose="020B0502040204020203" pitchFamily="34" charset="0"/>
                <a:cs typeface="Segoe UI" panose="020B0502040204020203" pitchFamily="34" charset="0"/>
              </a:rPr>
              <a:t>up</a:t>
            </a:r>
            <a:r>
              <a:rPr lang="de-DE" sz="1200">
                <a:latin typeface="Segoe UI" panose="020B0502040204020203" pitchFamily="34" charset="0"/>
                <a:cs typeface="Segoe UI" panose="020B0502040204020203" pitchFamily="34" charset="0"/>
              </a:rPr>
              <a:t> to date, follow </a:t>
            </a:r>
            <a:r>
              <a:rPr lang="de-DE" sz="1200" err="1">
                <a:latin typeface="Segoe UI" panose="020B0502040204020203" pitchFamily="34" charset="0"/>
                <a:cs typeface="Segoe UI" panose="020B0502040204020203" pitchFamily="34" charset="0"/>
              </a:rPr>
              <a:t>the</a:t>
            </a:r>
            <a:r>
              <a:rPr lang="de-DE" sz="1200">
                <a:latin typeface="Segoe UI" panose="020B0502040204020203" pitchFamily="34" charset="0"/>
                <a:cs typeface="Segoe UI" panose="020B0502040204020203" pitchFamily="34" charset="0"/>
              </a:rPr>
              <a:t> 👉 </a:t>
            </a:r>
            <a:r>
              <a:rPr lang="de-DE" sz="1200">
                <a:latin typeface="Segoe UI" panose="020B0502040204020203" pitchFamily="34" charset="0"/>
                <a:cs typeface="Segoe UI" panose="020B0502040204020203" pitchFamily="34" charset="0"/>
                <a:hlinkClick r:id="rId3"/>
              </a:rPr>
              <a:t>Copilot Blog</a:t>
            </a:r>
            <a:r>
              <a:rPr lang="de-DE" sz="1200">
                <a:latin typeface="Segoe UI" panose="020B0502040204020203" pitchFamily="34" charset="0"/>
                <a:cs typeface="Segoe UI" panose="020B0502040204020203" pitchFamily="34" charset="0"/>
              </a:rPr>
              <a:t> </a:t>
            </a:r>
          </a:p>
          <a:p>
            <a:pPr marL="0" indent="0">
              <a:buNone/>
            </a:pPr>
            <a:endParaRPr lang="de-DE" sz="1200">
              <a:latin typeface="Segoe UI" panose="020B0502040204020203" pitchFamily="34" charset="0"/>
              <a:cs typeface="Segoe UI" panose="020B0502040204020203" pitchFamily="34" charset="0"/>
            </a:endParaRPr>
          </a:p>
          <a:p>
            <a:pPr marL="0" indent="0">
              <a:buNone/>
            </a:pPr>
            <a:r>
              <a:rPr lang="de-DE" sz="1200">
                <a:latin typeface="Segoe UI" panose="020B0502040204020203" pitchFamily="34" charset="0"/>
                <a:cs typeface="Segoe UI" panose="020B0502040204020203" pitchFamily="34" charset="0"/>
              </a:rPr>
              <a:t>Cheers! </a:t>
            </a:r>
          </a:p>
          <a:p>
            <a:endParaRPr lang="de-DE"/>
          </a:p>
        </p:txBody>
      </p:sp>
      <p:sp>
        <p:nvSpPr>
          <p:cNvPr id="4" name="Foliennummernplatzhalter 3"/>
          <p:cNvSpPr>
            <a:spLocks noGrp="1"/>
          </p:cNvSpPr>
          <p:nvPr>
            <p:ph type="sldNum" sz="quarter" idx="5"/>
          </p:nvPr>
        </p:nvSpPr>
        <p:spPr/>
        <p:txBody>
          <a:bodyPr/>
          <a:lstStyle/>
          <a:p>
            <a:pPr rtl="0"/>
            <a:fld id="{D4B9A9E5-4F7F-4A7D-9DE1-899232329269}" type="slidenum">
              <a:rPr lang="de-DE" noProof="0" smtClean="0"/>
              <a:t>49</a:t>
            </a:fld>
            <a:endParaRPr lang="de-DE" noProof="0"/>
          </a:p>
        </p:txBody>
      </p:sp>
    </p:spTree>
    <p:extLst>
      <p:ext uri="{BB962C8B-B14F-4D97-AF65-F5344CB8AC3E}">
        <p14:creationId xmlns:p14="http://schemas.microsoft.com/office/powerpoint/2010/main" val="155464683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image" Target="../media/image15.png"/><Relationship Id="rId1" Type="http://schemas.openxmlformats.org/officeDocument/2006/relationships/slideMaster" Target="../slideMasters/slideMaster1.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bg>
      <p:bgPr>
        <a:solidFill>
          <a:schemeClr val="accent2"/>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16040" y="4434840"/>
            <a:ext cx="4941771" cy="1122202"/>
          </a:xfrm>
        </p:spPr>
        <p:txBody>
          <a:bodyPr rtlCol="0" anchor="b">
            <a:noAutofit/>
          </a:bodyPr>
          <a:lstStyle>
            <a:lvl1pPr algn="l">
              <a:defRPr sz="3600" cap="all" spc="150" baseline="0">
                <a:solidFill>
                  <a:schemeClr val="tx1">
                    <a:lumMod val="75000"/>
                    <a:lumOff val="25000"/>
                  </a:schemeClr>
                </a:solidFill>
              </a:defRPr>
            </a:lvl1pPr>
          </a:lstStyle>
          <a:p>
            <a:pPr rtl="0"/>
            <a:r>
              <a:rPr lang="de-DE" noProof="0"/>
              <a:t>TITELMASTERFORMAT DURCH KLICKEN BEARBEITEN</a:t>
            </a:r>
          </a:p>
        </p:txBody>
      </p:sp>
      <p:sp>
        <p:nvSpPr>
          <p:cNvPr id="3" name="Untertitel 2">
            <a:extLst>
              <a:ext uri="{FF2B5EF4-FFF2-40B4-BE49-F238E27FC236}">
                <a16:creationId xmlns:a16="http://schemas.microsoft.com/office/drawing/2014/main" id="{55457758-A125-4CEA-A3D5-CBD010417BD2}"/>
              </a:ext>
            </a:extLst>
          </p:cNvPr>
          <p:cNvSpPr>
            <a:spLocks noGrp="1"/>
          </p:cNvSpPr>
          <p:nvPr>
            <p:ph type="subTitle" idx="1" hasCustomPrompt="1"/>
          </p:nvPr>
        </p:nvSpPr>
        <p:spPr>
          <a:xfrm>
            <a:off x="6416041" y="5586890"/>
            <a:ext cx="4941770" cy="396660"/>
          </a:xfrm>
        </p:spPr>
        <p:txBody>
          <a:bodyPr rtlCol="0">
            <a:normAutofit/>
          </a:bodyPr>
          <a:lstStyle>
            <a:lvl1pPr marL="0" indent="0" algn="l">
              <a:lnSpc>
                <a:spcPct val="100000"/>
              </a:lnSpc>
              <a:buNone/>
              <a:defRPr sz="16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de-DE" noProof="0"/>
              <a:t>Formatvorlage des Untertitelmasters durch Klicken bearbeiten</a:t>
            </a:r>
          </a:p>
        </p:txBody>
      </p:sp>
      <p:pic>
        <p:nvPicPr>
          <p:cNvPr id="8" name="Grafik 7">
            <a:extLst>
              <a:ext uri="{FF2B5EF4-FFF2-40B4-BE49-F238E27FC236}">
                <a16:creationId xmlns:a16="http://schemas.microsoft.com/office/drawing/2014/main" id="{A04F1E16-9A84-4D0E-9706-79C396AF6AE6}"/>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913108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agesordnung">
    <p:bg>
      <p:bgPr>
        <a:solidFill>
          <a:schemeClr val="bg1"/>
        </a:solidFill>
        <a:effectLst/>
      </p:bgPr>
    </p:bg>
    <p:spTree>
      <p:nvGrpSpPr>
        <p:cNvPr id="1" name=""/>
        <p:cNvGrpSpPr/>
        <p:nvPr/>
      </p:nvGrpSpPr>
      <p:grpSpPr>
        <a:xfrm>
          <a:off x="0" y="0"/>
          <a:ext cx="0" cy="0"/>
          <a:chOff x="0" y="0"/>
          <a:chExt cx="0" cy="0"/>
        </a:xfrm>
      </p:grpSpPr>
      <p:pic>
        <p:nvPicPr>
          <p:cNvPr id="8" name="Grafik 7">
            <a:extLst>
              <a:ext uri="{FF2B5EF4-FFF2-40B4-BE49-F238E27FC236}">
                <a16:creationId xmlns:a16="http://schemas.microsoft.com/office/drawing/2014/main" id="{D514C6BF-376E-43E8-881D-2E767426990A}"/>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t="18301" r="28341" b="23071"/>
          <a:stretch/>
        </p:blipFill>
        <p:spPr>
          <a:xfrm>
            <a:off x="5488815" y="0"/>
            <a:ext cx="6703185" cy="6858000"/>
          </a:xfrm>
          <a:prstGeom prst="rect">
            <a:avLst/>
          </a:prstGeom>
        </p:spPr>
      </p:pic>
      <p:sp>
        <p:nvSpPr>
          <p:cNvPr id="2" name="Titel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499" y="1020445"/>
            <a:ext cx="3171825" cy="1325563"/>
          </a:xfrm>
        </p:spPr>
        <p:txBody>
          <a:bodyPr rtlCol="0" anchor="b">
            <a:normAutofit/>
          </a:bodyPr>
          <a:lstStyle>
            <a:lvl1pPr>
              <a:defRPr sz="2800" spc="150" baseline="0">
                <a:solidFill>
                  <a:schemeClr val="tx1">
                    <a:lumMod val="75000"/>
                    <a:lumOff val="25000"/>
                  </a:schemeClr>
                </a:solidFill>
              </a:defRPr>
            </a:lvl1pPr>
          </a:lstStyle>
          <a:p>
            <a:pPr rtl="0"/>
            <a:r>
              <a:rPr lang="de-DE" noProof="0"/>
              <a:t>TITELMASTERFORMAT DURCH KLICKEN BEARBEITEN</a:t>
            </a:r>
          </a:p>
        </p:txBody>
      </p:sp>
      <p:sp>
        <p:nvSpPr>
          <p:cNvPr id="3" name="Inhaltsplatzhalter 2">
            <a:extLst>
              <a:ext uri="{FF2B5EF4-FFF2-40B4-BE49-F238E27FC236}">
                <a16:creationId xmlns:a16="http://schemas.microsoft.com/office/drawing/2014/main" id="{2DA41CE6-5A88-4C5C-B2A4-6A5D2153B16F}"/>
              </a:ext>
            </a:extLst>
          </p:cNvPr>
          <p:cNvSpPr>
            <a:spLocks noGrp="1"/>
          </p:cNvSpPr>
          <p:nvPr>
            <p:ph idx="1" hasCustomPrompt="1"/>
          </p:nvPr>
        </p:nvSpPr>
        <p:spPr>
          <a:xfrm>
            <a:off x="1333499" y="2924175"/>
            <a:ext cx="3171825" cy="2519363"/>
          </a:xfrm>
        </p:spPr>
        <p:txBody>
          <a:bodyPr rtlCol="0">
            <a:normAutofit/>
          </a:bodyPr>
          <a:lstStyle>
            <a:lvl1pPr marL="0" indent="0">
              <a:lnSpc>
                <a:spcPct val="120000"/>
              </a:lnSpc>
              <a:spcBef>
                <a:spcPts val="1000"/>
              </a:spcBef>
              <a:buNone/>
              <a:defRPr sz="1400">
                <a:solidFill>
                  <a:schemeClr val="tx1">
                    <a:lumMod val="75000"/>
                    <a:lumOff val="25000"/>
                  </a:schemeClr>
                </a:solidFill>
              </a:defRPr>
            </a:lvl1pPr>
            <a:lvl2pPr marL="457200" indent="0">
              <a:lnSpc>
                <a:spcPct val="120000"/>
              </a:lnSpc>
              <a:spcBef>
                <a:spcPts val="1000"/>
              </a:spcBef>
              <a:buNone/>
              <a:defRPr sz="1400">
                <a:solidFill>
                  <a:schemeClr val="tx1">
                    <a:lumMod val="75000"/>
                    <a:lumOff val="25000"/>
                  </a:schemeClr>
                </a:solidFill>
              </a:defRPr>
            </a:lvl2pPr>
            <a:lvl3pPr marL="914400" indent="0">
              <a:lnSpc>
                <a:spcPct val="120000"/>
              </a:lnSpc>
              <a:spcBef>
                <a:spcPts val="1000"/>
              </a:spcBef>
              <a:buNone/>
              <a:defRPr sz="1400">
                <a:solidFill>
                  <a:schemeClr val="tx1">
                    <a:lumMod val="75000"/>
                    <a:lumOff val="25000"/>
                  </a:schemeClr>
                </a:solidFill>
              </a:defRPr>
            </a:lvl3pPr>
            <a:lvl4pPr marL="1371600" indent="0">
              <a:lnSpc>
                <a:spcPct val="120000"/>
              </a:lnSpc>
              <a:spcBef>
                <a:spcPts val="1000"/>
              </a:spcBef>
              <a:buNone/>
              <a:defRPr sz="1400">
                <a:solidFill>
                  <a:schemeClr val="tx1">
                    <a:lumMod val="75000"/>
                    <a:lumOff val="25000"/>
                  </a:schemeClr>
                </a:solidFill>
              </a:defRPr>
            </a:lvl4pPr>
            <a:lvl5pPr marL="1828800" indent="0">
              <a:lnSpc>
                <a:spcPct val="120000"/>
              </a:lnSpc>
              <a:spcBef>
                <a:spcPts val="1000"/>
              </a:spcBef>
              <a:buNone/>
              <a:defRPr sz="1400">
                <a:solidFill>
                  <a:schemeClr val="tx1">
                    <a:lumMod val="75000"/>
                    <a:lumOff val="25000"/>
                  </a:schemeClr>
                </a:solidFill>
              </a:defRPr>
            </a:lvl5pPr>
          </a:lstStyle>
          <a:p>
            <a:pPr lvl="0" rtl="0"/>
            <a:r>
              <a:rPr lang="de-DE" noProof="0"/>
              <a:t>Textmasterformat durch Klicken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p>
        </p:txBody>
      </p:sp>
      <p:sp>
        <p:nvSpPr>
          <p:cNvPr id="4" name="Datumsplatzhalter 3">
            <a:extLst>
              <a:ext uri="{FF2B5EF4-FFF2-40B4-BE49-F238E27FC236}">
                <a16:creationId xmlns:a16="http://schemas.microsoft.com/office/drawing/2014/main" id="{A39F5093-3C53-4152-B8FE-0522E0795269}"/>
              </a:ext>
            </a:extLst>
          </p:cNvPr>
          <p:cNvSpPr>
            <a:spLocks noGrp="1"/>
          </p:cNvSpPr>
          <p:nvPr>
            <p:ph type="dt" sz="half" idx="10"/>
          </p:nvPr>
        </p:nvSpPr>
        <p:spPr>
          <a:xfrm>
            <a:off x="1333500" y="6356350"/>
            <a:ext cx="985157" cy="365125"/>
          </a:xfrm>
        </p:spPr>
        <p:txBody>
          <a:bodyPr rtlCol="0"/>
          <a:lstStyle>
            <a:lvl1pPr>
              <a:defRPr sz="900"/>
            </a:lvl1pPr>
          </a:lstStyle>
          <a:p>
            <a:pPr rtl="0"/>
            <a:r>
              <a:rPr lang="de-DE" noProof="0"/>
              <a:t>20XX</a:t>
            </a:r>
          </a:p>
        </p:txBody>
      </p:sp>
      <p:sp>
        <p:nvSpPr>
          <p:cNvPr id="5" name="Fußzeilenplatzhalter 4">
            <a:extLst>
              <a:ext uri="{FF2B5EF4-FFF2-40B4-BE49-F238E27FC236}">
                <a16:creationId xmlns:a16="http://schemas.microsoft.com/office/drawing/2014/main" id="{7727F11D-8AF8-44D6-A48B-D8C7779B8B08}"/>
              </a:ext>
            </a:extLst>
          </p:cNvPr>
          <p:cNvSpPr>
            <a:spLocks noGrp="1"/>
          </p:cNvSpPr>
          <p:nvPr>
            <p:ph type="ftr" sz="quarter" idx="11"/>
          </p:nvPr>
        </p:nvSpPr>
        <p:spPr>
          <a:xfrm>
            <a:off x="2669886" y="6356349"/>
            <a:ext cx="2482842" cy="365125"/>
          </a:xfrm>
        </p:spPr>
        <p:txBody>
          <a:bodyPr rtlCol="0"/>
          <a:lstStyle>
            <a:lvl1pPr>
              <a:defRPr sz="900"/>
            </a:lvl1pPr>
          </a:lstStyle>
          <a:p>
            <a:pPr rtl="0"/>
            <a:r>
              <a:rPr lang="de-DE" noProof="0"/>
              <a:t>Verkaufspräsentation</a:t>
            </a:r>
          </a:p>
        </p:txBody>
      </p:sp>
      <p:sp>
        <p:nvSpPr>
          <p:cNvPr id="6" name="Foliennummernplatzhalter 5">
            <a:extLst>
              <a:ext uri="{FF2B5EF4-FFF2-40B4-BE49-F238E27FC236}">
                <a16:creationId xmlns:a16="http://schemas.microsoft.com/office/drawing/2014/main" id="{658C0879-6B0F-4AF6-A997-EC61DA8964AE}"/>
              </a:ext>
            </a:extLst>
          </p:cNvPr>
          <p:cNvSpPr>
            <a:spLocks noGrp="1"/>
          </p:cNvSpPr>
          <p:nvPr>
            <p:ph type="sldNum" sz="quarter" idx="12"/>
          </p:nvPr>
        </p:nvSpPr>
        <p:spPr>
          <a:xfrm>
            <a:off x="5536305" y="6356350"/>
            <a:ext cx="987552" cy="365125"/>
          </a:xfrm>
        </p:spPr>
        <p:txBody>
          <a:bodyPr rtlCol="0"/>
          <a:lstStyle>
            <a:lvl1pPr>
              <a:defRPr sz="900"/>
            </a:lvl1pPr>
          </a:lstStyle>
          <a:p>
            <a:pPr rtl="0"/>
            <a:fld id="{B5CEABB6-07DC-46E8-9B57-56EC44A396E5}" type="slidenum">
              <a:rPr lang="de-DE" noProof="0" smtClean="0"/>
              <a:t>‹Nr.›</a:t>
            </a:fld>
            <a:endParaRPr lang="de-DE" noProof="0"/>
          </a:p>
        </p:txBody>
      </p:sp>
    </p:spTree>
    <p:extLst>
      <p:ext uri="{BB962C8B-B14F-4D97-AF65-F5344CB8AC3E}">
        <p14:creationId xmlns:p14="http://schemas.microsoft.com/office/powerpoint/2010/main" val="2631270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Zeitachse">
    <p:spTree>
      <p:nvGrpSpPr>
        <p:cNvPr id="1" name=""/>
        <p:cNvGrpSpPr/>
        <p:nvPr/>
      </p:nvGrpSpPr>
      <p:grpSpPr>
        <a:xfrm>
          <a:off x="0" y="0"/>
          <a:ext cx="0" cy="0"/>
          <a:chOff x="0" y="0"/>
          <a:chExt cx="0" cy="0"/>
        </a:xfrm>
      </p:grpSpPr>
      <p:sp>
        <p:nvSpPr>
          <p:cNvPr id="12" name="Grafik 10">
            <a:extLst>
              <a:ext uri="{FF2B5EF4-FFF2-40B4-BE49-F238E27FC236}">
                <a16:creationId xmlns:a16="http://schemas.microsoft.com/office/drawing/2014/main" id="{9D2AF524-D4B4-4A3A-9CE4-EDAFE1D5A37B}"/>
              </a:ext>
              <a:ext uri="{C183D7F6-B498-43B3-948B-1728B52AA6E4}">
                <adec:decorative xmlns:adec="http://schemas.microsoft.com/office/drawing/2017/decorative" val="1"/>
              </a:ext>
            </a:extLst>
          </p:cNvPr>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pPr rtl="0"/>
            <a:endParaRPr lang="de-DE" noProof="0"/>
          </a:p>
        </p:txBody>
      </p:sp>
      <p:sp>
        <p:nvSpPr>
          <p:cNvPr id="2" name="Titel 1">
            <a:extLst>
              <a:ext uri="{FF2B5EF4-FFF2-40B4-BE49-F238E27FC236}">
                <a16:creationId xmlns:a16="http://schemas.microsoft.com/office/drawing/2014/main" id="{6E3987A5-99A6-4B33-BAAF-53159635382E}"/>
              </a:ext>
            </a:extLst>
          </p:cNvPr>
          <p:cNvSpPr>
            <a:spLocks noGrp="1"/>
          </p:cNvSpPr>
          <p:nvPr>
            <p:ph type="title" hasCustomPrompt="1"/>
          </p:nvPr>
        </p:nvSpPr>
        <p:spPr>
          <a:xfrm>
            <a:off x="838200" y="5509419"/>
            <a:ext cx="4082142" cy="585788"/>
          </a:xfrm>
        </p:spPr>
        <p:txBody>
          <a:bodyPr rtlCol="0">
            <a:normAutofit/>
          </a:bodyPr>
          <a:lstStyle>
            <a:lvl1pPr>
              <a:defRPr lang="en-US" sz="2800" kern="1200" cap="all" spc="150" baseline="0" dirty="0">
                <a:solidFill>
                  <a:schemeClr val="tx1">
                    <a:lumMod val="75000"/>
                    <a:lumOff val="25000"/>
                  </a:schemeClr>
                </a:solidFill>
                <a:latin typeface="+mj-lt"/>
                <a:ea typeface="+mj-ea"/>
                <a:cs typeface="+mj-cs"/>
              </a:defRPr>
            </a:lvl1pPr>
          </a:lstStyle>
          <a:p>
            <a:pPr rtl="0"/>
            <a:r>
              <a:rPr lang="de-DE" noProof="0"/>
              <a:t>TITEL DURCH KLICKEN BEARBEITEN</a:t>
            </a:r>
          </a:p>
        </p:txBody>
      </p:sp>
      <p:sp>
        <p:nvSpPr>
          <p:cNvPr id="16" name="Textplatzhalter 15">
            <a:extLst>
              <a:ext uri="{FF2B5EF4-FFF2-40B4-BE49-F238E27FC236}">
                <a16:creationId xmlns:a16="http://schemas.microsoft.com/office/drawing/2014/main" id="{3BABF6CA-407C-4BF0-8234-1321A676E756}"/>
              </a:ext>
            </a:extLst>
          </p:cNvPr>
          <p:cNvSpPr>
            <a:spLocks noGrp="1"/>
          </p:cNvSpPr>
          <p:nvPr>
            <p:ph type="body" sz="quarter" idx="13" hasCustomPrompt="1"/>
          </p:nvPr>
        </p:nvSpPr>
        <p:spPr>
          <a:xfrm>
            <a:off x="148318" y="1481138"/>
            <a:ext cx="2141764" cy="514350"/>
          </a:xfrm>
        </p:spPr>
        <p:txBody>
          <a:bodyPr rtlCol="0" anchor="ctr">
            <a:noAutofit/>
          </a:bodyPr>
          <a:lstStyle>
            <a:lvl1pPr marL="0" indent="0" algn="r">
              <a:buNone/>
              <a:defRPr sz="1600" cap="all" spc="150" baseline="0">
                <a:solidFill>
                  <a:schemeClr val="tx1">
                    <a:lumMod val="75000"/>
                    <a:lumOff val="25000"/>
                  </a:schemeClr>
                </a:solidFill>
              </a:defRPr>
            </a:lvl1pPr>
          </a:lstStyle>
          <a:p>
            <a:pPr lvl="0" rtl="0"/>
            <a:r>
              <a:rPr lang="de-DE" noProof="0"/>
              <a:t>MASTERTEXTFORMAT DURCH KLICKEN BEARBEITEN</a:t>
            </a:r>
          </a:p>
        </p:txBody>
      </p:sp>
      <p:sp>
        <p:nvSpPr>
          <p:cNvPr id="17" name="Textplatzhalter 15">
            <a:extLst>
              <a:ext uri="{FF2B5EF4-FFF2-40B4-BE49-F238E27FC236}">
                <a16:creationId xmlns:a16="http://schemas.microsoft.com/office/drawing/2014/main" id="{76D8129B-5B68-421C-968C-3663C86EFC7C}"/>
              </a:ext>
            </a:extLst>
          </p:cNvPr>
          <p:cNvSpPr>
            <a:spLocks noGrp="1"/>
          </p:cNvSpPr>
          <p:nvPr>
            <p:ph type="body" sz="quarter" idx="14" hasCustomPrompt="1"/>
          </p:nvPr>
        </p:nvSpPr>
        <p:spPr>
          <a:xfrm>
            <a:off x="714375" y="2557463"/>
            <a:ext cx="2141764" cy="514350"/>
          </a:xfrm>
        </p:spPr>
        <p:txBody>
          <a:bodyPr rtlCol="0" anchor="ctr">
            <a:noAutofit/>
          </a:bodyPr>
          <a:lstStyle>
            <a:lvl1pPr marL="0" indent="0" algn="r">
              <a:buNone/>
              <a:defRPr sz="1600" cap="all" spc="150" baseline="0">
                <a:solidFill>
                  <a:schemeClr val="tx1">
                    <a:lumMod val="75000"/>
                    <a:lumOff val="25000"/>
                  </a:schemeClr>
                </a:solidFill>
              </a:defRPr>
            </a:lvl1pPr>
          </a:lstStyle>
          <a:p>
            <a:pPr lvl="0" rtl="0"/>
            <a:r>
              <a:rPr lang="de-DE" noProof="0"/>
              <a:t>MASTERTEXTFORMAT DURCH KLICKEN BEARBEITEN</a:t>
            </a:r>
          </a:p>
        </p:txBody>
      </p:sp>
      <p:sp>
        <p:nvSpPr>
          <p:cNvPr id="18" name="Textplatzhalter 15">
            <a:extLst>
              <a:ext uri="{FF2B5EF4-FFF2-40B4-BE49-F238E27FC236}">
                <a16:creationId xmlns:a16="http://schemas.microsoft.com/office/drawing/2014/main" id="{6C741DCA-8EBD-44F5-9D38-E938A628ADCD}"/>
              </a:ext>
            </a:extLst>
          </p:cNvPr>
          <p:cNvSpPr>
            <a:spLocks noGrp="1"/>
          </p:cNvSpPr>
          <p:nvPr>
            <p:ph type="body" sz="quarter" idx="15" hasCustomPrompt="1"/>
          </p:nvPr>
        </p:nvSpPr>
        <p:spPr>
          <a:xfrm>
            <a:off x="1320800" y="3633788"/>
            <a:ext cx="2141764" cy="514350"/>
          </a:xfrm>
        </p:spPr>
        <p:txBody>
          <a:bodyPr rtlCol="0" anchor="ctr">
            <a:noAutofit/>
          </a:bodyPr>
          <a:lstStyle>
            <a:lvl1pPr marL="0" indent="0" algn="r">
              <a:buNone/>
              <a:defRPr sz="1600" cap="all" spc="150" baseline="0">
                <a:solidFill>
                  <a:schemeClr val="tx1">
                    <a:lumMod val="75000"/>
                    <a:lumOff val="25000"/>
                  </a:schemeClr>
                </a:solidFill>
              </a:defRPr>
            </a:lvl1pPr>
          </a:lstStyle>
          <a:p>
            <a:pPr lvl="0" rtl="0"/>
            <a:r>
              <a:rPr lang="de-DE" noProof="0"/>
              <a:t>MASTERTEXTFORMAT DURCH KLICKEN BEARBEITEN</a:t>
            </a:r>
          </a:p>
        </p:txBody>
      </p:sp>
      <p:sp>
        <p:nvSpPr>
          <p:cNvPr id="19" name="Textplatzhalter 15">
            <a:extLst>
              <a:ext uri="{FF2B5EF4-FFF2-40B4-BE49-F238E27FC236}">
                <a16:creationId xmlns:a16="http://schemas.microsoft.com/office/drawing/2014/main" id="{5C43C6B1-A1BD-4A90-8B4B-F361C1BEDD26}"/>
              </a:ext>
            </a:extLst>
          </p:cNvPr>
          <p:cNvSpPr>
            <a:spLocks noGrp="1"/>
          </p:cNvSpPr>
          <p:nvPr>
            <p:ph type="body" sz="quarter" idx="16" hasCustomPrompt="1"/>
          </p:nvPr>
        </p:nvSpPr>
        <p:spPr>
          <a:xfrm>
            <a:off x="1905000" y="4710114"/>
            <a:ext cx="2141764" cy="514350"/>
          </a:xfrm>
        </p:spPr>
        <p:txBody>
          <a:bodyPr rtlCol="0" anchor="ctr">
            <a:noAutofit/>
          </a:bodyPr>
          <a:lstStyle>
            <a:lvl1pPr marL="0" indent="0" algn="r">
              <a:buNone/>
              <a:defRPr sz="1600" cap="all" spc="150" baseline="0">
                <a:solidFill>
                  <a:schemeClr val="tx1">
                    <a:lumMod val="75000"/>
                    <a:lumOff val="25000"/>
                  </a:schemeClr>
                </a:solidFill>
              </a:defRPr>
            </a:lvl1pPr>
          </a:lstStyle>
          <a:p>
            <a:pPr lvl="0" rtl="0"/>
            <a:r>
              <a:rPr lang="de-DE" noProof="0"/>
              <a:t>MASTERTEXTFORMAT DURCH KLICKEN BEARBEITEN</a:t>
            </a:r>
          </a:p>
        </p:txBody>
      </p:sp>
      <p:sp>
        <p:nvSpPr>
          <p:cNvPr id="34" name="Textplatzhalter 15">
            <a:extLst>
              <a:ext uri="{FF2B5EF4-FFF2-40B4-BE49-F238E27FC236}">
                <a16:creationId xmlns:a16="http://schemas.microsoft.com/office/drawing/2014/main" id="{0C66E1BD-33F0-4B94-BF94-CD4698F85C3D}"/>
              </a:ext>
            </a:extLst>
          </p:cNvPr>
          <p:cNvSpPr>
            <a:spLocks noGrp="1"/>
          </p:cNvSpPr>
          <p:nvPr>
            <p:ph type="body" sz="quarter" idx="17" hasCustomPrompt="1"/>
          </p:nvPr>
        </p:nvSpPr>
        <p:spPr>
          <a:xfrm>
            <a:off x="4401535" y="1594478"/>
            <a:ext cx="5539095" cy="1010842"/>
          </a:xfrm>
        </p:spPr>
        <p:txBody>
          <a:bodyPr rtlCol="0" anchor="t">
            <a:normAutofit/>
          </a:bodyPr>
          <a:lstStyle>
            <a:lvl1pPr marL="0" indent="0" algn="l">
              <a:lnSpc>
                <a:spcPct val="100000"/>
              </a:lnSpc>
              <a:buNone/>
              <a:defRPr sz="1400" spc="50" baseline="0">
                <a:solidFill>
                  <a:schemeClr val="tx1">
                    <a:lumMod val="75000"/>
                    <a:lumOff val="25000"/>
                  </a:schemeClr>
                </a:solidFill>
              </a:defRPr>
            </a:lvl1pPr>
          </a:lstStyle>
          <a:p>
            <a:pPr lvl="0" rtl="0"/>
            <a:r>
              <a:rPr lang="de-DE" noProof="0"/>
              <a:t>Textmasterformat durch Klicken bearbeiten</a:t>
            </a:r>
          </a:p>
        </p:txBody>
      </p:sp>
      <p:sp>
        <p:nvSpPr>
          <p:cNvPr id="35" name="Textplatzhalter 15">
            <a:extLst>
              <a:ext uri="{FF2B5EF4-FFF2-40B4-BE49-F238E27FC236}">
                <a16:creationId xmlns:a16="http://schemas.microsoft.com/office/drawing/2014/main" id="{2D4661B1-6559-407A-9AEC-A46A0570AE8F}"/>
              </a:ext>
            </a:extLst>
          </p:cNvPr>
          <p:cNvSpPr>
            <a:spLocks noGrp="1"/>
          </p:cNvSpPr>
          <p:nvPr>
            <p:ph type="body" sz="quarter" idx="18" hasCustomPrompt="1"/>
          </p:nvPr>
        </p:nvSpPr>
        <p:spPr>
          <a:xfrm>
            <a:off x="4986028" y="2682564"/>
            <a:ext cx="5539095" cy="1010842"/>
          </a:xfrm>
        </p:spPr>
        <p:txBody>
          <a:bodyPr rtlCol="0" anchor="t">
            <a:normAutofit/>
          </a:bodyPr>
          <a:lstStyle>
            <a:lvl1pPr marL="0" indent="0" algn="l">
              <a:lnSpc>
                <a:spcPct val="100000"/>
              </a:lnSpc>
              <a:buNone/>
              <a:defRPr sz="1400" spc="50" baseline="0">
                <a:solidFill>
                  <a:schemeClr val="tx1">
                    <a:lumMod val="75000"/>
                    <a:lumOff val="25000"/>
                  </a:schemeClr>
                </a:solidFill>
              </a:defRPr>
            </a:lvl1pPr>
          </a:lstStyle>
          <a:p>
            <a:pPr lvl="0" rtl="0"/>
            <a:r>
              <a:rPr lang="de-DE" noProof="0"/>
              <a:t>Textmasterformat durch Klicken bearbeiten</a:t>
            </a:r>
          </a:p>
        </p:txBody>
      </p:sp>
      <p:sp>
        <p:nvSpPr>
          <p:cNvPr id="36" name="Textplatzhalter 15">
            <a:extLst>
              <a:ext uri="{FF2B5EF4-FFF2-40B4-BE49-F238E27FC236}">
                <a16:creationId xmlns:a16="http://schemas.microsoft.com/office/drawing/2014/main" id="{DCC983F7-6A25-42C0-811C-EA32138C5B80}"/>
              </a:ext>
            </a:extLst>
          </p:cNvPr>
          <p:cNvSpPr>
            <a:spLocks noGrp="1"/>
          </p:cNvSpPr>
          <p:nvPr>
            <p:ph type="body" sz="quarter" idx="19" hasCustomPrompt="1"/>
          </p:nvPr>
        </p:nvSpPr>
        <p:spPr>
          <a:xfrm>
            <a:off x="5576937" y="3755394"/>
            <a:ext cx="5539095" cy="1010842"/>
          </a:xfrm>
        </p:spPr>
        <p:txBody>
          <a:bodyPr rtlCol="0" anchor="t">
            <a:normAutofit/>
          </a:bodyPr>
          <a:lstStyle>
            <a:lvl1pPr marL="0" indent="0" algn="l">
              <a:lnSpc>
                <a:spcPct val="100000"/>
              </a:lnSpc>
              <a:buNone/>
              <a:defRPr sz="1400" spc="50" baseline="0">
                <a:solidFill>
                  <a:schemeClr val="tx1">
                    <a:lumMod val="75000"/>
                    <a:lumOff val="25000"/>
                  </a:schemeClr>
                </a:solidFill>
              </a:defRPr>
            </a:lvl1pPr>
          </a:lstStyle>
          <a:p>
            <a:pPr lvl="0" rtl="0"/>
            <a:r>
              <a:rPr lang="de-DE" noProof="0"/>
              <a:t>Textmasterformat durch Klicken bearbeiten</a:t>
            </a:r>
          </a:p>
        </p:txBody>
      </p:sp>
      <p:sp>
        <p:nvSpPr>
          <p:cNvPr id="37" name="Textplatzhalter 15">
            <a:extLst>
              <a:ext uri="{FF2B5EF4-FFF2-40B4-BE49-F238E27FC236}">
                <a16:creationId xmlns:a16="http://schemas.microsoft.com/office/drawing/2014/main" id="{E83DA0EB-27DD-416A-8DA5-4AFDC8587E5C}"/>
              </a:ext>
            </a:extLst>
          </p:cNvPr>
          <p:cNvSpPr>
            <a:spLocks noGrp="1"/>
          </p:cNvSpPr>
          <p:nvPr>
            <p:ph type="body" sz="quarter" idx="20" hasCustomPrompt="1"/>
          </p:nvPr>
        </p:nvSpPr>
        <p:spPr>
          <a:xfrm>
            <a:off x="6175279" y="4824430"/>
            <a:ext cx="5539095" cy="1010842"/>
          </a:xfrm>
        </p:spPr>
        <p:txBody>
          <a:bodyPr rtlCol="0" anchor="t">
            <a:normAutofit/>
          </a:bodyPr>
          <a:lstStyle>
            <a:lvl1pPr marL="0" indent="0" algn="l">
              <a:lnSpc>
                <a:spcPct val="100000"/>
              </a:lnSpc>
              <a:buNone/>
              <a:defRPr sz="1400" spc="50" baseline="0">
                <a:solidFill>
                  <a:schemeClr val="tx1">
                    <a:lumMod val="75000"/>
                    <a:lumOff val="25000"/>
                  </a:schemeClr>
                </a:solidFill>
              </a:defRPr>
            </a:lvl1pPr>
          </a:lstStyle>
          <a:p>
            <a:pPr lvl="0" rtl="0"/>
            <a:r>
              <a:rPr lang="de-DE" noProof="0"/>
              <a:t>Textmasterformat durch Klicken bearbeiten</a:t>
            </a:r>
          </a:p>
        </p:txBody>
      </p:sp>
      <p:cxnSp>
        <p:nvCxnSpPr>
          <p:cNvPr id="3" name="Gerader Verbinder 2">
            <a:extLst>
              <a:ext uri="{FF2B5EF4-FFF2-40B4-BE49-F238E27FC236}">
                <a16:creationId xmlns:a16="http://schemas.microsoft.com/office/drawing/2014/main" id="{D3795F91-C721-4363-956D-756673AE7957}"/>
              </a:ext>
              <a:ext uri="{C183D7F6-B498-43B3-948B-1728B52AA6E4}">
                <adec:decorative xmlns:adec="http://schemas.microsoft.com/office/drawing/2017/decorative" val="1"/>
              </a:ext>
            </a:extLst>
          </p:cNvPr>
          <p:cNvCxnSpPr>
            <a:cxnSpLocks/>
          </p:cNvCxnSpPr>
          <p:nvPr/>
        </p:nvCxnSpPr>
        <p:spPr>
          <a:xfrm>
            <a:off x="4353515" y="502393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4" name="Gerader Verbinder 3">
            <a:extLst>
              <a:ext uri="{FF2B5EF4-FFF2-40B4-BE49-F238E27FC236}">
                <a16:creationId xmlns:a16="http://schemas.microsoft.com/office/drawing/2014/main" id="{8AC14461-E27D-413D-B31A-47B74646AF25}"/>
              </a:ext>
              <a:ext uri="{C183D7F6-B498-43B3-948B-1728B52AA6E4}">
                <adec:decorative xmlns:adec="http://schemas.microsoft.com/office/drawing/2017/decorative" val="1"/>
              </a:ext>
            </a:extLst>
          </p:cNvPr>
          <p:cNvCxnSpPr>
            <a:cxnSpLocks/>
          </p:cNvCxnSpPr>
          <p:nvPr/>
        </p:nvCxnSpPr>
        <p:spPr>
          <a:xfrm>
            <a:off x="3759917" y="3948451"/>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8" name="Gerader Verbinder 7">
            <a:extLst>
              <a:ext uri="{FF2B5EF4-FFF2-40B4-BE49-F238E27FC236}">
                <a16:creationId xmlns:a16="http://schemas.microsoft.com/office/drawing/2014/main" id="{4D6AEA4C-7710-4829-BA87-8DD77F15932C}"/>
              </a:ext>
              <a:ext uri="{C183D7F6-B498-43B3-948B-1728B52AA6E4}">
                <adec:decorative xmlns:adec="http://schemas.microsoft.com/office/drawing/2017/decorative" val="1"/>
              </a:ext>
            </a:extLst>
          </p:cNvPr>
          <p:cNvCxnSpPr>
            <a:cxnSpLocks/>
          </p:cNvCxnSpPr>
          <p:nvPr/>
        </p:nvCxnSpPr>
        <p:spPr>
          <a:xfrm>
            <a:off x="3173453" y="2872686"/>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9" name="Gerader Verbinder 8">
            <a:extLst>
              <a:ext uri="{FF2B5EF4-FFF2-40B4-BE49-F238E27FC236}">
                <a16:creationId xmlns:a16="http://schemas.microsoft.com/office/drawing/2014/main" id="{E9BD473E-6203-491C-87AC-54AC0AB23333}"/>
              </a:ext>
              <a:ext uri="{C183D7F6-B498-43B3-948B-1728B52AA6E4}">
                <adec:decorative xmlns:adec="http://schemas.microsoft.com/office/drawing/2017/decorative" val="1"/>
              </a:ext>
            </a:extLst>
          </p:cNvPr>
          <p:cNvCxnSpPr>
            <a:cxnSpLocks/>
          </p:cNvCxnSpPr>
          <p:nvPr/>
        </p:nvCxnSpPr>
        <p:spPr>
          <a:xfrm>
            <a:off x="2586263" y="179608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sp>
        <p:nvSpPr>
          <p:cNvPr id="5" name="Datumsplatzhalter 4">
            <a:extLst>
              <a:ext uri="{FF2B5EF4-FFF2-40B4-BE49-F238E27FC236}">
                <a16:creationId xmlns:a16="http://schemas.microsoft.com/office/drawing/2014/main" id="{874DC36F-5D3E-439D-80B5-32633FC34434}"/>
              </a:ext>
            </a:extLst>
          </p:cNvPr>
          <p:cNvSpPr>
            <a:spLocks noGrp="1"/>
          </p:cNvSpPr>
          <p:nvPr>
            <p:ph type="dt" sz="half" idx="10"/>
          </p:nvPr>
        </p:nvSpPr>
        <p:spPr/>
        <p:txBody>
          <a:bodyPr rtlCol="0"/>
          <a:lstStyle>
            <a:lvl1pPr>
              <a:defRPr sz="900">
                <a:solidFill>
                  <a:srgbClr val="898989"/>
                </a:solidFill>
              </a:defRPr>
            </a:lvl1pPr>
          </a:lstStyle>
          <a:p>
            <a:pPr rtl="0"/>
            <a:r>
              <a:rPr lang="de-DE" noProof="0"/>
              <a:t>20XX</a:t>
            </a:r>
          </a:p>
        </p:txBody>
      </p:sp>
      <p:sp>
        <p:nvSpPr>
          <p:cNvPr id="6" name="Fußzeilenplatzhalter 5">
            <a:extLst>
              <a:ext uri="{FF2B5EF4-FFF2-40B4-BE49-F238E27FC236}">
                <a16:creationId xmlns:a16="http://schemas.microsoft.com/office/drawing/2014/main" id="{6C710A8A-CEC9-4787-A745-C28DD965F7DD}"/>
              </a:ext>
            </a:extLst>
          </p:cNvPr>
          <p:cNvSpPr>
            <a:spLocks noGrp="1"/>
          </p:cNvSpPr>
          <p:nvPr>
            <p:ph type="ftr" sz="quarter" idx="11"/>
          </p:nvPr>
        </p:nvSpPr>
        <p:spPr>
          <a:xfrm>
            <a:off x="6155823" y="6356350"/>
            <a:ext cx="1808712" cy="365125"/>
          </a:xfrm>
        </p:spPr>
        <p:txBody>
          <a:bodyPr rtlCol="0"/>
          <a:lstStyle>
            <a:lvl1pPr algn="l">
              <a:defRPr sz="900"/>
            </a:lvl1pPr>
          </a:lstStyle>
          <a:p>
            <a:pPr rtl="0"/>
            <a:r>
              <a:rPr lang="de-DE" noProof="0"/>
              <a:t>Verkaufspräsentation</a:t>
            </a:r>
          </a:p>
        </p:txBody>
      </p:sp>
      <p:sp>
        <p:nvSpPr>
          <p:cNvPr id="7" name="Foliennummernplatzhalter 6">
            <a:extLst>
              <a:ext uri="{FF2B5EF4-FFF2-40B4-BE49-F238E27FC236}">
                <a16:creationId xmlns:a16="http://schemas.microsoft.com/office/drawing/2014/main" id="{4162BD04-8F01-472A-9456-4702A2218BB5}"/>
              </a:ext>
            </a:extLst>
          </p:cNvPr>
          <p:cNvSpPr>
            <a:spLocks noGrp="1"/>
          </p:cNvSpPr>
          <p:nvPr>
            <p:ph type="sldNum" sz="quarter" idx="12"/>
          </p:nvPr>
        </p:nvSpPr>
        <p:spPr>
          <a:xfrm>
            <a:off x="10810874" y="6356350"/>
            <a:ext cx="542925" cy="365125"/>
          </a:xfrm>
        </p:spPr>
        <p:txBody>
          <a:bodyPr rtlCol="0"/>
          <a:lstStyle>
            <a:lvl1pPr>
              <a:defRPr sz="900"/>
            </a:lvl1pPr>
          </a:lstStyle>
          <a:p>
            <a:pPr rtl="0"/>
            <a:fld id="{B5CEABB6-07DC-46E8-9B57-56EC44A396E5}" type="slidenum">
              <a:rPr lang="de-DE" noProof="0" smtClean="0"/>
              <a:t>‹Nr.›</a:t>
            </a:fld>
            <a:endParaRPr lang="de-DE" noProof="0"/>
          </a:p>
        </p:txBody>
      </p:sp>
      <p:cxnSp>
        <p:nvCxnSpPr>
          <p:cNvPr id="10" name="Gerader Verbinder 9">
            <a:extLst>
              <a:ext uri="{FF2B5EF4-FFF2-40B4-BE49-F238E27FC236}">
                <a16:creationId xmlns:a16="http://schemas.microsoft.com/office/drawing/2014/main" id="{D6B38E80-AFC0-0ABA-1D1D-9E29A5A81E51}"/>
              </a:ext>
              <a:ext uri="{C183D7F6-B498-43B3-948B-1728B52AA6E4}">
                <adec:decorative xmlns:adec="http://schemas.microsoft.com/office/drawing/2017/decorative" val="1"/>
              </a:ext>
            </a:extLst>
          </p:cNvPr>
          <p:cNvCxnSpPr>
            <a:cxnSpLocks/>
          </p:cNvCxnSpPr>
          <p:nvPr userDrawn="1"/>
        </p:nvCxnSpPr>
        <p:spPr>
          <a:xfrm>
            <a:off x="4871728" y="6019007"/>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3052812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nhalt 3 Spalte">
    <p:bg>
      <p:bgPr>
        <a:solidFill>
          <a:schemeClr val="accent2"/>
        </a:solidFill>
        <a:effectLst/>
      </p:bgPr>
    </p:bg>
    <p:spTree>
      <p:nvGrpSpPr>
        <p:cNvPr id="1" name=""/>
        <p:cNvGrpSpPr/>
        <p:nvPr/>
      </p:nvGrpSpPr>
      <p:grpSpPr>
        <a:xfrm>
          <a:off x="0" y="0"/>
          <a:ext cx="0" cy="0"/>
          <a:chOff x="0" y="0"/>
          <a:chExt cx="0" cy="0"/>
        </a:xfrm>
      </p:grpSpPr>
      <p:sp>
        <p:nvSpPr>
          <p:cNvPr id="14" name="Titel 1">
            <a:extLst>
              <a:ext uri="{FF2B5EF4-FFF2-40B4-BE49-F238E27FC236}">
                <a16:creationId xmlns:a16="http://schemas.microsoft.com/office/drawing/2014/main" id="{42ACEF30-0520-40B3-A1F1-F3D2530563D6}"/>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lumMod val="75000"/>
                    <a:lumOff val="25000"/>
                  </a:schemeClr>
                </a:solidFill>
                <a:latin typeface="+mj-lt"/>
                <a:ea typeface="+mj-ea"/>
                <a:cs typeface="+mj-cs"/>
              </a:defRPr>
            </a:lvl1pPr>
          </a:lstStyle>
          <a:p>
            <a:pPr rtl="0"/>
            <a:r>
              <a:rPr lang="de-DE" noProof="0"/>
              <a:t>TITELMASTERFORMAT DURCH KLICKEN BEARBEITEN</a:t>
            </a:r>
          </a:p>
        </p:txBody>
      </p:sp>
      <p:sp>
        <p:nvSpPr>
          <p:cNvPr id="15" name="Textplatzhalt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1485900" y="2563123"/>
            <a:ext cx="4031945" cy="365125"/>
          </a:xfrm>
        </p:spPr>
        <p:txBody>
          <a:bodyPr rtlCol="0">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lvl="0" rtl="0"/>
            <a:r>
              <a:rPr lang="de-DE" noProof="0"/>
              <a:t>UNTERTITEL DURCH KLICKEN HINZUFÜGEN</a:t>
            </a:r>
          </a:p>
        </p:txBody>
      </p:sp>
      <p:sp>
        <p:nvSpPr>
          <p:cNvPr id="17" name="Textplatzhalt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1485664" y="3070348"/>
            <a:ext cx="4031030" cy="1057308"/>
          </a:xfrm>
        </p:spPr>
        <p:txBody>
          <a:bodyPr rtlCol="0">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rtl="0"/>
            <a:r>
              <a:rPr lang="de-DE" noProof="0"/>
              <a:t>Klicken Sie, um Text hinzuzufügen.</a:t>
            </a:r>
          </a:p>
        </p:txBody>
      </p:sp>
      <p:sp>
        <p:nvSpPr>
          <p:cNvPr id="31" name="Textplatzhalter 15">
            <a:extLst>
              <a:ext uri="{FF2B5EF4-FFF2-40B4-BE49-F238E27FC236}">
                <a16:creationId xmlns:a16="http://schemas.microsoft.com/office/drawing/2014/main" id="{87DD41A9-B6B3-48D9-A3A6-831B39C9158C}"/>
              </a:ext>
            </a:extLst>
          </p:cNvPr>
          <p:cNvSpPr>
            <a:spLocks noGrp="1"/>
          </p:cNvSpPr>
          <p:nvPr>
            <p:ph type="body" sz="quarter" idx="16" hasCustomPrompt="1"/>
          </p:nvPr>
        </p:nvSpPr>
        <p:spPr>
          <a:xfrm>
            <a:off x="6673004" y="2563123"/>
            <a:ext cx="4031945" cy="365125"/>
          </a:xfrm>
        </p:spPr>
        <p:txBody>
          <a:bodyPr rtlCol="0">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de-DE" noProof="0"/>
              <a:t>UNTERTITEL DURCH KLICKEN HINZUFÜGEN</a:t>
            </a:r>
          </a:p>
        </p:txBody>
      </p:sp>
      <p:sp>
        <p:nvSpPr>
          <p:cNvPr id="32" name="Textplatzhalter 18">
            <a:extLst>
              <a:ext uri="{FF2B5EF4-FFF2-40B4-BE49-F238E27FC236}">
                <a16:creationId xmlns:a16="http://schemas.microsoft.com/office/drawing/2014/main" id="{FB791E68-EDF5-4CC2-8774-A27AEF1D25E6}"/>
              </a:ext>
            </a:extLst>
          </p:cNvPr>
          <p:cNvSpPr>
            <a:spLocks noGrp="1"/>
          </p:cNvSpPr>
          <p:nvPr>
            <p:ph type="body" sz="quarter" idx="17" hasCustomPrompt="1"/>
          </p:nvPr>
        </p:nvSpPr>
        <p:spPr>
          <a:xfrm>
            <a:off x="6673143" y="3070348"/>
            <a:ext cx="4031030" cy="1057308"/>
          </a:xfrm>
        </p:spPr>
        <p:txBody>
          <a:bodyPr rtlCol="0">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rtl="0"/>
            <a:r>
              <a:rPr lang="de-DE" noProof="0"/>
              <a:t>Klicken Sie, um Text hinzuzufügen.</a:t>
            </a:r>
          </a:p>
        </p:txBody>
      </p:sp>
      <p:sp>
        <p:nvSpPr>
          <p:cNvPr id="33" name="Textplatzhalter 15">
            <a:extLst>
              <a:ext uri="{FF2B5EF4-FFF2-40B4-BE49-F238E27FC236}">
                <a16:creationId xmlns:a16="http://schemas.microsoft.com/office/drawing/2014/main" id="{AA224F82-7E0C-4EBF-97D3-132481DBCDA9}"/>
              </a:ext>
            </a:extLst>
          </p:cNvPr>
          <p:cNvSpPr>
            <a:spLocks noGrp="1"/>
          </p:cNvSpPr>
          <p:nvPr>
            <p:ph type="body" sz="quarter" idx="18" hasCustomPrompt="1"/>
          </p:nvPr>
        </p:nvSpPr>
        <p:spPr>
          <a:xfrm>
            <a:off x="1485899" y="4319431"/>
            <a:ext cx="4031945" cy="365125"/>
          </a:xfrm>
        </p:spPr>
        <p:txBody>
          <a:bodyPr rtlCol="0">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de-DE" noProof="0"/>
              <a:t>UNTERTITEL DURCH KLICKEN HINZUFÜGEN</a:t>
            </a:r>
          </a:p>
        </p:txBody>
      </p:sp>
      <p:sp>
        <p:nvSpPr>
          <p:cNvPr id="34" name="Textplatzhalter 18">
            <a:extLst>
              <a:ext uri="{FF2B5EF4-FFF2-40B4-BE49-F238E27FC236}">
                <a16:creationId xmlns:a16="http://schemas.microsoft.com/office/drawing/2014/main" id="{699D24C6-4AFB-4222-8E0C-4D11CD9C0FF7}"/>
              </a:ext>
            </a:extLst>
          </p:cNvPr>
          <p:cNvSpPr>
            <a:spLocks noGrp="1"/>
          </p:cNvSpPr>
          <p:nvPr>
            <p:ph type="body" sz="quarter" idx="19" hasCustomPrompt="1"/>
          </p:nvPr>
        </p:nvSpPr>
        <p:spPr>
          <a:xfrm>
            <a:off x="1486412" y="4826656"/>
            <a:ext cx="4031030" cy="1057308"/>
          </a:xfrm>
        </p:spPr>
        <p:txBody>
          <a:bodyPr rtlCol="0">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rtl="0"/>
            <a:r>
              <a:rPr lang="de-DE" noProof="0"/>
              <a:t>Klicken Sie, um Text hinzuzufügen.</a:t>
            </a:r>
          </a:p>
        </p:txBody>
      </p:sp>
      <p:sp>
        <p:nvSpPr>
          <p:cNvPr id="12" name="Textplatzhalter 15">
            <a:extLst>
              <a:ext uri="{FF2B5EF4-FFF2-40B4-BE49-F238E27FC236}">
                <a16:creationId xmlns:a16="http://schemas.microsoft.com/office/drawing/2014/main" id="{3B05E19C-DF33-4515-AC52-F95850810EC1}"/>
              </a:ext>
            </a:extLst>
          </p:cNvPr>
          <p:cNvSpPr>
            <a:spLocks noGrp="1"/>
          </p:cNvSpPr>
          <p:nvPr>
            <p:ph type="body" sz="quarter" idx="23" hasCustomPrompt="1"/>
          </p:nvPr>
        </p:nvSpPr>
        <p:spPr>
          <a:xfrm>
            <a:off x="6672630" y="4319431"/>
            <a:ext cx="4031945" cy="365125"/>
          </a:xfrm>
        </p:spPr>
        <p:txBody>
          <a:bodyPr rtlCol="0">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de-DE" noProof="0"/>
              <a:t>UNTERTITEL DURCH KLICKEN HINZUFÜGEN</a:t>
            </a:r>
          </a:p>
        </p:txBody>
      </p:sp>
      <p:sp>
        <p:nvSpPr>
          <p:cNvPr id="13" name="Textplatzhalter 18">
            <a:extLst>
              <a:ext uri="{FF2B5EF4-FFF2-40B4-BE49-F238E27FC236}">
                <a16:creationId xmlns:a16="http://schemas.microsoft.com/office/drawing/2014/main" id="{C0EBC62D-442C-45D3-B66B-C6578FBB3370}"/>
              </a:ext>
            </a:extLst>
          </p:cNvPr>
          <p:cNvSpPr>
            <a:spLocks noGrp="1"/>
          </p:cNvSpPr>
          <p:nvPr>
            <p:ph type="body" sz="quarter" idx="24" hasCustomPrompt="1"/>
          </p:nvPr>
        </p:nvSpPr>
        <p:spPr>
          <a:xfrm>
            <a:off x="6673143" y="4826656"/>
            <a:ext cx="4031030" cy="1057308"/>
          </a:xfrm>
        </p:spPr>
        <p:txBody>
          <a:bodyPr rtlCol="0">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rtl="0"/>
            <a:r>
              <a:rPr lang="de-DE" noProof="0"/>
              <a:t>Klicken Sie, um Text hinzuzufügen.</a:t>
            </a:r>
          </a:p>
        </p:txBody>
      </p:sp>
      <p:sp>
        <p:nvSpPr>
          <p:cNvPr id="3" name="Datumsplatzhalter 2">
            <a:extLst>
              <a:ext uri="{FF2B5EF4-FFF2-40B4-BE49-F238E27FC236}">
                <a16:creationId xmlns:a16="http://schemas.microsoft.com/office/drawing/2014/main" id="{98EC90C5-A811-4E5C-ADD1-A89DB4E94DAA}"/>
              </a:ext>
            </a:extLst>
          </p:cNvPr>
          <p:cNvSpPr>
            <a:spLocks noGrp="1"/>
          </p:cNvSpPr>
          <p:nvPr>
            <p:ph type="dt" sz="half" idx="20"/>
          </p:nvPr>
        </p:nvSpPr>
        <p:spPr/>
        <p:txBody>
          <a:bodyPr rtlCol="0"/>
          <a:lstStyle/>
          <a:p>
            <a:pPr rtl="0"/>
            <a:r>
              <a:rPr lang="de-DE" noProof="0"/>
              <a:t>20XX</a:t>
            </a:r>
          </a:p>
        </p:txBody>
      </p:sp>
      <p:sp>
        <p:nvSpPr>
          <p:cNvPr id="4" name="Fußzeilenplatzhalter 3">
            <a:extLst>
              <a:ext uri="{FF2B5EF4-FFF2-40B4-BE49-F238E27FC236}">
                <a16:creationId xmlns:a16="http://schemas.microsoft.com/office/drawing/2014/main" id="{3356B621-AE19-45D3-B25F-23256C242DDD}"/>
              </a:ext>
            </a:extLst>
          </p:cNvPr>
          <p:cNvSpPr>
            <a:spLocks noGrp="1"/>
          </p:cNvSpPr>
          <p:nvPr>
            <p:ph type="ftr" sz="quarter" idx="21"/>
          </p:nvPr>
        </p:nvSpPr>
        <p:spPr/>
        <p:txBody>
          <a:bodyPr rtlCol="0"/>
          <a:lstStyle/>
          <a:p>
            <a:pPr rtl="0"/>
            <a:r>
              <a:rPr lang="de-DE" noProof="0"/>
              <a:t>Verkaufspräsentation</a:t>
            </a:r>
          </a:p>
        </p:txBody>
      </p:sp>
      <p:sp>
        <p:nvSpPr>
          <p:cNvPr id="5" name="Foliennummernplatzhalter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rtlCol="0"/>
          <a:lstStyle/>
          <a:p>
            <a:pPr rtl="0"/>
            <a:fld id="{B5CEABB6-07DC-46E8-9B57-56EC44A396E5}" type="slidenum">
              <a:rPr lang="de-DE" noProof="0" smtClean="0"/>
              <a:t>‹Nr.›</a:t>
            </a:fld>
            <a:endParaRPr lang="de-DE" noProof="0"/>
          </a:p>
        </p:txBody>
      </p:sp>
      <p:cxnSp>
        <p:nvCxnSpPr>
          <p:cNvPr id="2" name="Gerader Verbinder 1">
            <a:extLst>
              <a:ext uri="{FF2B5EF4-FFF2-40B4-BE49-F238E27FC236}">
                <a16:creationId xmlns:a16="http://schemas.microsoft.com/office/drawing/2014/main" id="{9298DCF7-7DC1-4618-8133-F63847B0AFE2}"/>
              </a:ext>
              <a:ext uri="{C183D7F6-B498-43B3-948B-1728B52AA6E4}">
                <adec:decorative xmlns:adec="http://schemas.microsoft.com/office/drawing/2017/decorative" val="1"/>
              </a:ext>
            </a:extLst>
          </p:cNvPr>
          <p:cNvCxnSpPr>
            <a:cxnSpLocks/>
          </p:cNvCxnSpPr>
          <p:nvPr userDrawn="1"/>
        </p:nvCxnSpPr>
        <p:spPr>
          <a:xfrm>
            <a:off x="8688388" y="0"/>
            <a:ext cx="3503612" cy="2352957"/>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Gerader Verbinder 5">
            <a:extLst>
              <a:ext uri="{FF2B5EF4-FFF2-40B4-BE49-F238E27FC236}">
                <a16:creationId xmlns:a16="http://schemas.microsoft.com/office/drawing/2014/main" id="{653A6567-233D-4A3B-B52B-DE7E5E35A175}"/>
              </a:ext>
              <a:ext uri="{C183D7F6-B498-43B3-948B-1728B52AA6E4}">
                <adec:decorative xmlns:adec="http://schemas.microsoft.com/office/drawing/2017/decorative" val="1"/>
              </a:ext>
            </a:extLst>
          </p:cNvPr>
          <p:cNvCxnSpPr>
            <a:cxnSpLocks/>
          </p:cNvCxnSpPr>
          <p:nvPr userDrawn="1"/>
        </p:nvCxnSpPr>
        <p:spPr>
          <a:xfrm>
            <a:off x="9720943" y="0"/>
            <a:ext cx="2471057" cy="2699032"/>
          </a:xfrm>
          <a:prstGeom prst="line">
            <a:avLst/>
          </a:prstGeom>
        </p:spPr>
        <p:style>
          <a:lnRef idx="1">
            <a:schemeClr val="accent1"/>
          </a:lnRef>
          <a:fillRef idx="0">
            <a:schemeClr val="accent1"/>
          </a:fillRef>
          <a:effectRef idx="0">
            <a:schemeClr val="accent1"/>
          </a:effectRef>
          <a:fontRef idx="minor">
            <a:schemeClr val="tx1"/>
          </a:fontRef>
        </p:style>
      </p:cxnSp>
      <p:pic>
        <p:nvPicPr>
          <p:cNvPr id="7" name="Grafik 6">
            <a:extLst>
              <a:ext uri="{FF2B5EF4-FFF2-40B4-BE49-F238E27FC236}">
                <a16:creationId xmlns:a16="http://schemas.microsoft.com/office/drawing/2014/main" id="{64D564EB-CA78-42C6-AD76-3C4E7B3AEA8D}"/>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8" name="Grafik 7">
            <a:extLst>
              <a:ext uri="{FF2B5EF4-FFF2-40B4-BE49-F238E27FC236}">
                <a16:creationId xmlns:a16="http://schemas.microsoft.com/office/drawing/2014/main" id="{1CFFBB3A-BDCF-4878-8D04-E8BB9A050E71}"/>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2501487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halt 2 Spalte">
    <p:bg>
      <p:bgPr>
        <a:solidFill>
          <a:schemeClr val="bg1"/>
        </a:solidFill>
        <a:effectLst/>
      </p:bgPr>
    </p:bg>
    <p:spTree>
      <p:nvGrpSpPr>
        <p:cNvPr id="1" name=""/>
        <p:cNvGrpSpPr/>
        <p:nvPr/>
      </p:nvGrpSpPr>
      <p:grpSpPr>
        <a:xfrm>
          <a:off x="0" y="0"/>
          <a:ext cx="0" cy="0"/>
          <a:chOff x="0" y="0"/>
          <a:chExt cx="0" cy="0"/>
        </a:xfrm>
      </p:grpSpPr>
      <p:sp>
        <p:nvSpPr>
          <p:cNvPr id="14" name="Titel 1">
            <a:extLst>
              <a:ext uri="{FF2B5EF4-FFF2-40B4-BE49-F238E27FC236}">
                <a16:creationId xmlns:a16="http://schemas.microsoft.com/office/drawing/2014/main" id="{42ACEF30-0520-40B3-A1F1-F3D2530563D6}"/>
              </a:ext>
            </a:extLst>
          </p:cNvPr>
          <p:cNvSpPr>
            <a:spLocks noGrp="1"/>
          </p:cNvSpPr>
          <p:nvPr>
            <p:ph type="title" hasCustomPrompt="1"/>
          </p:nvPr>
        </p:nvSpPr>
        <p:spPr>
          <a:xfrm>
            <a:off x="1508760" y="4156405"/>
            <a:ext cx="3139440" cy="1325563"/>
          </a:xfrm>
        </p:spPr>
        <p:txBody>
          <a:bodyPr rtlCol="0" anchor="b">
            <a:normAutofit/>
          </a:bodyPr>
          <a:lstStyle>
            <a:lvl1pPr algn="l">
              <a:defRPr lang="en-US" sz="2800" kern="1200" spc="150" baseline="0" dirty="0">
                <a:solidFill>
                  <a:schemeClr val="tx1">
                    <a:lumMod val="75000"/>
                    <a:lumOff val="25000"/>
                  </a:schemeClr>
                </a:solidFill>
                <a:latin typeface="+mj-lt"/>
                <a:ea typeface="+mj-ea"/>
                <a:cs typeface="+mj-cs"/>
              </a:defRPr>
            </a:lvl1pPr>
          </a:lstStyle>
          <a:p>
            <a:pPr rtl="0"/>
            <a:r>
              <a:rPr lang="de-DE" noProof="0"/>
              <a:t>TITELMASTERFORMAT DURCH KLICKEN BEARBEITEN</a:t>
            </a:r>
          </a:p>
        </p:txBody>
      </p:sp>
      <p:sp>
        <p:nvSpPr>
          <p:cNvPr id="15" name="Textplatzhalt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5922254" y="1530635"/>
            <a:ext cx="5433204" cy="365125"/>
          </a:xfrm>
        </p:spPr>
        <p:txBody>
          <a:bodyPr rtlCol="0">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rtl="0"/>
            <a:r>
              <a:rPr lang="de-DE" noProof="0"/>
              <a:t>UNTERTITEL DURCH KLICKEN HINZUFÜGEN</a:t>
            </a:r>
          </a:p>
        </p:txBody>
      </p:sp>
      <p:sp>
        <p:nvSpPr>
          <p:cNvPr id="17" name="Textplatzhalt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5921828" y="1860060"/>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de-DE" noProof="0"/>
              <a:t>Klicken Sie, um Text hinzuzufügen.</a:t>
            </a:r>
          </a:p>
        </p:txBody>
      </p:sp>
      <p:sp>
        <p:nvSpPr>
          <p:cNvPr id="16" name="Textplatzhalter 15">
            <a:extLst>
              <a:ext uri="{FF2B5EF4-FFF2-40B4-BE49-F238E27FC236}">
                <a16:creationId xmlns:a16="http://schemas.microsoft.com/office/drawing/2014/main" id="{07D6A00C-D56B-4E8B-B992-7DA51D3C7261}"/>
              </a:ext>
            </a:extLst>
          </p:cNvPr>
          <p:cNvSpPr>
            <a:spLocks noGrp="1"/>
          </p:cNvSpPr>
          <p:nvPr>
            <p:ph type="body" sz="quarter" idx="23" hasCustomPrompt="1"/>
          </p:nvPr>
        </p:nvSpPr>
        <p:spPr>
          <a:xfrm>
            <a:off x="5922254" y="2630431"/>
            <a:ext cx="5433204" cy="365125"/>
          </a:xfrm>
        </p:spPr>
        <p:txBody>
          <a:bodyPr rtlCol="0">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rtl="0"/>
            <a:r>
              <a:rPr lang="de-DE" noProof="0"/>
              <a:t>UNTERTITEL DURCH KLICKEN HINZUFÜGEN</a:t>
            </a:r>
          </a:p>
        </p:txBody>
      </p:sp>
      <p:sp>
        <p:nvSpPr>
          <p:cNvPr id="18" name="Textplatzhalter 18">
            <a:extLst>
              <a:ext uri="{FF2B5EF4-FFF2-40B4-BE49-F238E27FC236}">
                <a16:creationId xmlns:a16="http://schemas.microsoft.com/office/drawing/2014/main" id="{DA90DA32-7E6A-4713-BDC9-73910E2A0E68}"/>
              </a:ext>
            </a:extLst>
          </p:cNvPr>
          <p:cNvSpPr>
            <a:spLocks noGrp="1"/>
          </p:cNvSpPr>
          <p:nvPr>
            <p:ph type="body" sz="quarter" idx="24" hasCustomPrompt="1"/>
          </p:nvPr>
        </p:nvSpPr>
        <p:spPr>
          <a:xfrm>
            <a:off x="5921828" y="2959856"/>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de-DE" noProof="0"/>
              <a:t>Klicken Sie, um Text hinzuzufügen.</a:t>
            </a:r>
          </a:p>
        </p:txBody>
      </p:sp>
      <p:sp>
        <p:nvSpPr>
          <p:cNvPr id="19" name="Textplatzhalter 15">
            <a:extLst>
              <a:ext uri="{FF2B5EF4-FFF2-40B4-BE49-F238E27FC236}">
                <a16:creationId xmlns:a16="http://schemas.microsoft.com/office/drawing/2014/main" id="{D7E57261-C874-4DFD-AF7D-F9EC50B3BFD0}"/>
              </a:ext>
            </a:extLst>
          </p:cNvPr>
          <p:cNvSpPr>
            <a:spLocks noGrp="1"/>
          </p:cNvSpPr>
          <p:nvPr>
            <p:ph type="body" sz="quarter" idx="25" hasCustomPrompt="1"/>
          </p:nvPr>
        </p:nvSpPr>
        <p:spPr>
          <a:xfrm>
            <a:off x="5922254" y="3730227"/>
            <a:ext cx="5433204" cy="365125"/>
          </a:xfrm>
        </p:spPr>
        <p:txBody>
          <a:bodyPr rtlCol="0">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rtl="0"/>
            <a:r>
              <a:rPr lang="de-DE" noProof="0"/>
              <a:t>UNTERTITEL DURCH KLICKEN HINZUFÜGEN</a:t>
            </a:r>
          </a:p>
        </p:txBody>
      </p:sp>
      <p:sp>
        <p:nvSpPr>
          <p:cNvPr id="20" name="Textplatzhalter 18">
            <a:extLst>
              <a:ext uri="{FF2B5EF4-FFF2-40B4-BE49-F238E27FC236}">
                <a16:creationId xmlns:a16="http://schemas.microsoft.com/office/drawing/2014/main" id="{843F77CE-098F-4777-8C30-5CEE7954D140}"/>
              </a:ext>
            </a:extLst>
          </p:cNvPr>
          <p:cNvSpPr>
            <a:spLocks noGrp="1"/>
          </p:cNvSpPr>
          <p:nvPr>
            <p:ph type="body" sz="quarter" idx="26" hasCustomPrompt="1"/>
          </p:nvPr>
        </p:nvSpPr>
        <p:spPr>
          <a:xfrm>
            <a:off x="5921828" y="4059652"/>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de-DE" noProof="0"/>
              <a:t>Klicken Sie, um Text hinzuzufügen.</a:t>
            </a:r>
          </a:p>
        </p:txBody>
      </p:sp>
      <p:sp>
        <p:nvSpPr>
          <p:cNvPr id="23" name="Textplatzhalter 15">
            <a:extLst>
              <a:ext uri="{FF2B5EF4-FFF2-40B4-BE49-F238E27FC236}">
                <a16:creationId xmlns:a16="http://schemas.microsoft.com/office/drawing/2014/main" id="{4CAE269A-B6AB-42A6-9575-6057FA25A29E}"/>
              </a:ext>
            </a:extLst>
          </p:cNvPr>
          <p:cNvSpPr>
            <a:spLocks noGrp="1"/>
          </p:cNvSpPr>
          <p:nvPr>
            <p:ph type="body" sz="quarter" idx="27" hasCustomPrompt="1"/>
          </p:nvPr>
        </p:nvSpPr>
        <p:spPr>
          <a:xfrm>
            <a:off x="5920106" y="4830024"/>
            <a:ext cx="5433204" cy="365125"/>
          </a:xfrm>
        </p:spPr>
        <p:txBody>
          <a:bodyPr rtlCol="0">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rtl="0"/>
            <a:r>
              <a:rPr lang="de-DE" noProof="0"/>
              <a:t>UNTERTITEL DURCH KLICKEN HINZUFÜGEN</a:t>
            </a:r>
          </a:p>
        </p:txBody>
      </p:sp>
      <p:sp>
        <p:nvSpPr>
          <p:cNvPr id="24" name="Textplatzhalter 18">
            <a:extLst>
              <a:ext uri="{FF2B5EF4-FFF2-40B4-BE49-F238E27FC236}">
                <a16:creationId xmlns:a16="http://schemas.microsoft.com/office/drawing/2014/main" id="{46866A49-A3A8-4869-961C-EB41F6BC7843}"/>
              </a:ext>
            </a:extLst>
          </p:cNvPr>
          <p:cNvSpPr>
            <a:spLocks noGrp="1"/>
          </p:cNvSpPr>
          <p:nvPr>
            <p:ph type="body" sz="quarter" idx="28" hasCustomPrompt="1"/>
          </p:nvPr>
        </p:nvSpPr>
        <p:spPr>
          <a:xfrm>
            <a:off x="5919680" y="5159449"/>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de-DE" noProof="0"/>
              <a:t>Klicken Sie, um Text hinzuzufügen.</a:t>
            </a:r>
          </a:p>
        </p:txBody>
      </p:sp>
      <p:sp>
        <p:nvSpPr>
          <p:cNvPr id="3" name="Datumsplatzhalter 2">
            <a:extLst>
              <a:ext uri="{FF2B5EF4-FFF2-40B4-BE49-F238E27FC236}">
                <a16:creationId xmlns:a16="http://schemas.microsoft.com/office/drawing/2014/main" id="{98EC90C5-A811-4E5C-ADD1-A89DB4E94DAA}"/>
              </a:ext>
            </a:extLst>
          </p:cNvPr>
          <p:cNvSpPr>
            <a:spLocks noGrp="1"/>
          </p:cNvSpPr>
          <p:nvPr>
            <p:ph type="dt" sz="half" idx="20"/>
          </p:nvPr>
        </p:nvSpPr>
        <p:spPr>
          <a:xfrm>
            <a:off x="5919680" y="6356350"/>
            <a:ext cx="947516" cy="365125"/>
          </a:xfrm>
        </p:spPr>
        <p:txBody>
          <a:bodyPr rtlCol="0"/>
          <a:lstStyle>
            <a:lvl1pPr>
              <a:defRPr sz="900"/>
            </a:lvl1pPr>
          </a:lstStyle>
          <a:p>
            <a:pPr rtl="0"/>
            <a:r>
              <a:rPr lang="de-DE" noProof="0"/>
              <a:t>20XX</a:t>
            </a:r>
          </a:p>
        </p:txBody>
      </p:sp>
      <p:sp>
        <p:nvSpPr>
          <p:cNvPr id="4" name="Fußzeilenplatzhalter 3">
            <a:extLst>
              <a:ext uri="{FF2B5EF4-FFF2-40B4-BE49-F238E27FC236}">
                <a16:creationId xmlns:a16="http://schemas.microsoft.com/office/drawing/2014/main" id="{3356B621-AE19-45D3-B25F-23256C242DDD}"/>
              </a:ext>
            </a:extLst>
          </p:cNvPr>
          <p:cNvSpPr>
            <a:spLocks noGrp="1"/>
          </p:cNvSpPr>
          <p:nvPr>
            <p:ph type="ftr" sz="quarter" idx="21"/>
          </p:nvPr>
        </p:nvSpPr>
        <p:spPr>
          <a:xfrm>
            <a:off x="7161955" y="6356350"/>
            <a:ext cx="3243942" cy="365125"/>
          </a:xfrm>
        </p:spPr>
        <p:txBody>
          <a:bodyPr rtlCol="0"/>
          <a:lstStyle>
            <a:lvl1pPr>
              <a:defRPr sz="900"/>
            </a:lvl1pPr>
          </a:lstStyle>
          <a:p>
            <a:pPr rtl="0"/>
            <a:r>
              <a:rPr lang="de-DE" noProof="0"/>
              <a:t>Verkaufspräsentation</a:t>
            </a:r>
          </a:p>
        </p:txBody>
      </p:sp>
      <p:sp>
        <p:nvSpPr>
          <p:cNvPr id="5" name="Foliennummernplatzhalter 4">
            <a:extLst>
              <a:ext uri="{FF2B5EF4-FFF2-40B4-BE49-F238E27FC236}">
                <a16:creationId xmlns:a16="http://schemas.microsoft.com/office/drawing/2014/main" id="{158BDCB2-D8C3-4571-8154-76BEA9AE41A8}"/>
              </a:ext>
            </a:extLst>
          </p:cNvPr>
          <p:cNvSpPr>
            <a:spLocks noGrp="1"/>
          </p:cNvSpPr>
          <p:nvPr>
            <p:ph type="sldNum" sz="quarter" idx="22"/>
          </p:nvPr>
        </p:nvSpPr>
        <p:spPr>
          <a:xfrm>
            <a:off x="10700656" y="6356350"/>
            <a:ext cx="653143" cy="365125"/>
          </a:xfrm>
        </p:spPr>
        <p:txBody>
          <a:bodyPr rtlCol="0"/>
          <a:lstStyle>
            <a:lvl1pPr>
              <a:defRPr sz="900"/>
            </a:lvl1pPr>
          </a:lstStyle>
          <a:p>
            <a:pPr rtl="0"/>
            <a:fld id="{B5CEABB6-07DC-46E8-9B57-56EC44A396E5}" type="slidenum">
              <a:rPr lang="de-DE" noProof="0" smtClean="0"/>
              <a:pPr rtl="0"/>
              <a:t>‹Nr.›</a:t>
            </a:fld>
            <a:endParaRPr lang="de-DE" noProof="0"/>
          </a:p>
        </p:txBody>
      </p:sp>
      <p:pic>
        <p:nvPicPr>
          <p:cNvPr id="2" name="Grafik 1">
            <a:extLst>
              <a:ext uri="{FF2B5EF4-FFF2-40B4-BE49-F238E27FC236}">
                <a16:creationId xmlns:a16="http://schemas.microsoft.com/office/drawing/2014/main" id="{6D8D9106-8780-461D-9091-E074B0A3C95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p:blipFill>
        <p:spPr>
          <a:xfrm>
            <a:off x="-4696" y="-1"/>
            <a:ext cx="4896735" cy="4385949"/>
          </a:xfrm>
          <a:prstGeom prst="rect">
            <a:avLst/>
          </a:prstGeom>
        </p:spPr>
      </p:pic>
    </p:spTree>
    <p:extLst>
      <p:ext uri="{BB962C8B-B14F-4D97-AF65-F5344CB8AC3E}">
        <p14:creationId xmlns:p14="http://schemas.microsoft.com/office/powerpoint/2010/main" val="3061950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Einführung">
    <p:bg>
      <p:bgPr>
        <a:solidFill>
          <a:schemeClr val="accent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3A3821F-4537-4AE7-8829-C2E3AE60F6E1}"/>
              </a:ext>
            </a:extLst>
          </p:cNvPr>
          <p:cNvSpPr>
            <a:spLocks noGrp="1"/>
          </p:cNvSpPr>
          <p:nvPr>
            <p:ph type="title" hasCustomPrompt="1"/>
          </p:nvPr>
        </p:nvSpPr>
        <p:spPr>
          <a:xfrm>
            <a:off x="1362075" y="1671639"/>
            <a:ext cx="5111750" cy="1204912"/>
          </a:xfrm>
        </p:spPr>
        <p:txBody>
          <a:bodyPr rtlCol="0" anchor="b">
            <a:normAutofit/>
          </a:bodyPr>
          <a:lstStyle>
            <a:lvl1pPr>
              <a:defRPr lang="en-US" sz="2800" kern="1200" spc="150" baseline="0" dirty="0">
                <a:solidFill>
                  <a:schemeClr val="tx1">
                    <a:lumMod val="75000"/>
                    <a:lumOff val="25000"/>
                  </a:schemeClr>
                </a:solidFill>
                <a:latin typeface="+mj-lt"/>
                <a:ea typeface="+mj-ea"/>
                <a:cs typeface="+mj-cs"/>
              </a:defRPr>
            </a:lvl1pPr>
          </a:lstStyle>
          <a:p>
            <a:pPr rtl="0"/>
            <a:r>
              <a:rPr lang="de-DE" noProof="0"/>
              <a:t>TITELMASTERFORMAT DURCH KLICKEN BEARBEITEN</a:t>
            </a:r>
          </a:p>
        </p:txBody>
      </p:sp>
      <p:sp>
        <p:nvSpPr>
          <p:cNvPr id="3" name="Textplatzhalter 2">
            <a:extLst>
              <a:ext uri="{FF2B5EF4-FFF2-40B4-BE49-F238E27FC236}">
                <a16:creationId xmlns:a16="http://schemas.microsoft.com/office/drawing/2014/main" id="{92FD4279-EA62-4397-878A-73F4948DB176}"/>
              </a:ext>
            </a:extLst>
          </p:cNvPr>
          <p:cNvSpPr>
            <a:spLocks noGrp="1"/>
          </p:cNvSpPr>
          <p:nvPr>
            <p:ph type="body" idx="1" hasCustomPrompt="1"/>
          </p:nvPr>
        </p:nvSpPr>
        <p:spPr>
          <a:xfrm>
            <a:off x="1362075" y="3660774"/>
            <a:ext cx="5111750" cy="1525588"/>
          </a:xfrm>
        </p:spPr>
        <p:txBody>
          <a:bodyPr rtlCol="0">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de-DE" noProof="0"/>
              <a:t>Textmasterformat durch Klicken bearbeiten</a:t>
            </a:r>
          </a:p>
        </p:txBody>
      </p:sp>
      <p:cxnSp>
        <p:nvCxnSpPr>
          <p:cNvPr id="14" name="Gerader Verbinder 13">
            <a:extLst>
              <a:ext uri="{FF2B5EF4-FFF2-40B4-BE49-F238E27FC236}">
                <a16:creationId xmlns:a16="http://schemas.microsoft.com/office/drawing/2014/main" id="{49FBD260-5143-4B12-B9F8-33E48D548909}"/>
              </a:ext>
            </a:extLst>
          </p:cNvPr>
          <p:cNvCxnSpPr/>
          <p:nvPr/>
        </p:nvCxnSpPr>
        <p:spPr>
          <a:xfrm>
            <a:off x="9096375" y="1497012"/>
            <a:ext cx="3095625"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Gerader Verbinder 22">
            <a:extLst>
              <a:ext uri="{FF2B5EF4-FFF2-40B4-BE49-F238E27FC236}">
                <a16:creationId xmlns:a16="http://schemas.microsoft.com/office/drawing/2014/main" id="{D87F08D6-2CA7-4A5A-BE34-07113DCA535D}"/>
              </a:ext>
            </a:extLst>
          </p:cNvPr>
          <p:cNvCxnSpPr/>
          <p:nvPr/>
        </p:nvCxnSpPr>
        <p:spPr>
          <a:xfrm flipH="1">
            <a:off x="6953250" y="-25401"/>
            <a:ext cx="3790950" cy="6902451"/>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9" name="Datumsplatzhalter 6">
            <a:extLst>
              <a:ext uri="{FF2B5EF4-FFF2-40B4-BE49-F238E27FC236}">
                <a16:creationId xmlns:a16="http://schemas.microsoft.com/office/drawing/2014/main" id="{70146B66-4F07-44BE-8AAB-48EA5170DA81}"/>
              </a:ext>
            </a:extLst>
          </p:cNvPr>
          <p:cNvSpPr>
            <a:spLocks noGrp="1"/>
          </p:cNvSpPr>
          <p:nvPr>
            <p:ph type="dt" sz="half" idx="10"/>
          </p:nvPr>
        </p:nvSpPr>
        <p:spPr>
          <a:xfrm>
            <a:off x="838200" y="6356350"/>
            <a:ext cx="2743200" cy="365125"/>
          </a:xfrm>
        </p:spPr>
        <p:txBody>
          <a:bodyPr rtlCol="0"/>
          <a:lstStyle>
            <a:lvl1pPr>
              <a:defRPr sz="900"/>
            </a:lvl1pPr>
          </a:lstStyle>
          <a:p>
            <a:pPr rtl="0"/>
            <a:r>
              <a:rPr lang="de-DE" noProof="0"/>
              <a:t>20XX</a:t>
            </a:r>
          </a:p>
        </p:txBody>
      </p:sp>
      <p:sp>
        <p:nvSpPr>
          <p:cNvPr id="10" name="Fußzeilenplatzhalter 7">
            <a:extLst>
              <a:ext uri="{FF2B5EF4-FFF2-40B4-BE49-F238E27FC236}">
                <a16:creationId xmlns:a16="http://schemas.microsoft.com/office/drawing/2014/main" id="{3A927BE5-2F4C-4EBD-9093-C4ED6E3025B1}"/>
              </a:ext>
            </a:extLst>
          </p:cNvPr>
          <p:cNvSpPr>
            <a:spLocks noGrp="1"/>
          </p:cNvSpPr>
          <p:nvPr>
            <p:ph type="ftr" sz="quarter" idx="11"/>
          </p:nvPr>
        </p:nvSpPr>
        <p:spPr>
          <a:xfrm>
            <a:off x="5224463" y="6356350"/>
            <a:ext cx="1743075" cy="365125"/>
          </a:xfrm>
        </p:spPr>
        <p:txBody>
          <a:bodyPr rtlCol="0"/>
          <a:lstStyle>
            <a:lvl1pPr>
              <a:defRPr sz="900"/>
            </a:lvl1pPr>
          </a:lstStyle>
          <a:p>
            <a:pPr rtl="0"/>
            <a:r>
              <a:rPr lang="de-DE" noProof="0"/>
              <a:t>Verkaufspräsentation</a:t>
            </a:r>
          </a:p>
        </p:txBody>
      </p:sp>
      <p:sp>
        <p:nvSpPr>
          <p:cNvPr id="11" name="Foliennummernplatzhalter 8">
            <a:extLst>
              <a:ext uri="{FF2B5EF4-FFF2-40B4-BE49-F238E27FC236}">
                <a16:creationId xmlns:a16="http://schemas.microsoft.com/office/drawing/2014/main" id="{C4C1336B-CF5E-42FF-80E8-7D33A2D64E17}"/>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de-DE" noProof="0" smtClean="0"/>
              <a:t>‹Nr.›</a:t>
            </a:fld>
            <a:endParaRPr lang="de-DE" noProof="0"/>
          </a:p>
        </p:txBody>
      </p:sp>
    </p:spTree>
    <p:extLst>
      <p:ext uri="{BB962C8B-B14F-4D97-AF65-F5344CB8AC3E}">
        <p14:creationId xmlns:p14="http://schemas.microsoft.com/office/powerpoint/2010/main" val="129327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bschnittsumbruch">
    <p:bg>
      <p:bgPr>
        <a:solidFill>
          <a:schemeClr val="accent2"/>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2571235"/>
            <a:ext cx="4179570" cy="1715531"/>
          </a:xfrm>
        </p:spPr>
        <p:txBody>
          <a:bodyPr rtlCol="0" anchor="ctr">
            <a:noAutofit/>
          </a:bodyPr>
          <a:lstStyle>
            <a:lvl1pPr algn="l">
              <a:defRPr sz="3600" spc="150" baseline="0">
                <a:solidFill>
                  <a:schemeClr val="tx1">
                    <a:lumMod val="75000"/>
                    <a:lumOff val="25000"/>
                  </a:schemeClr>
                </a:solidFill>
              </a:defRPr>
            </a:lvl1pPr>
          </a:lstStyle>
          <a:p>
            <a:pPr rtl="0"/>
            <a:r>
              <a:rPr lang="de-DE" noProof="0"/>
              <a:t>TITELMASTERFORMAT DURCH KLICKEN BEARBEITEN</a:t>
            </a:r>
          </a:p>
        </p:txBody>
      </p:sp>
      <p:pic>
        <p:nvPicPr>
          <p:cNvPr id="5" name="Grafik 4">
            <a:extLst>
              <a:ext uri="{FF2B5EF4-FFF2-40B4-BE49-F238E27FC236}">
                <a16:creationId xmlns:a16="http://schemas.microsoft.com/office/drawing/2014/main" id="{F05D2CCB-CCFC-4A8A-ADA9-C1E4D13B968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3228668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Zitat">
    <p:spTree>
      <p:nvGrpSpPr>
        <p:cNvPr id="1" name=""/>
        <p:cNvGrpSpPr/>
        <p:nvPr/>
      </p:nvGrpSpPr>
      <p:grpSpPr>
        <a:xfrm>
          <a:off x="0" y="0"/>
          <a:ext cx="0" cy="0"/>
          <a:chOff x="0" y="0"/>
          <a:chExt cx="0" cy="0"/>
        </a:xfrm>
      </p:grpSpPr>
      <p:pic>
        <p:nvPicPr>
          <p:cNvPr id="7" name="Grafik 6">
            <a:extLst>
              <a:ext uri="{FF2B5EF4-FFF2-40B4-BE49-F238E27FC236}">
                <a16:creationId xmlns:a16="http://schemas.microsoft.com/office/drawing/2014/main" id="{AEE644D4-F9A4-4237-BD5C-4B97ABA9337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5581650" cy="6858000"/>
          </a:xfrm>
          <a:prstGeom prst="rect">
            <a:avLst/>
          </a:prstGeom>
        </p:spPr>
      </p:pic>
      <p:sp>
        <p:nvSpPr>
          <p:cNvPr id="2" name="Titel 1">
            <a:extLst>
              <a:ext uri="{FF2B5EF4-FFF2-40B4-BE49-F238E27FC236}">
                <a16:creationId xmlns:a16="http://schemas.microsoft.com/office/drawing/2014/main" id="{C2FF67A8-55FA-435D-A18C-96D63D22B53E}"/>
              </a:ext>
            </a:extLst>
          </p:cNvPr>
          <p:cNvSpPr>
            <a:spLocks noGrp="1"/>
          </p:cNvSpPr>
          <p:nvPr>
            <p:ph type="title" hasCustomPrompt="1"/>
          </p:nvPr>
        </p:nvSpPr>
        <p:spPr>
          <a:xfrm>
            <a:off x="5920169" y="1152771"/>
            <a:ext cx="5431971" cy="846301"/>
          </a:xfrm>
        </p:spPr>
        <p:txBody>
          <a:bodyPr rtlCol="0"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pPr rtl="0"/>
            <a:r>
              <a:rPr lang="de-DE" noProof="0"/>
              <a:t>TITELMASTERFORMAT DURCH KLICKEN BEARBEITEN</a:t>
            </a:r>
          </a:p>
        </p:txBody>
      </p:sp>
      <p:cxnSp>
        <p:nvCxnSpPr>
          <p:cNvPr id="9" name="Gerader Verbinder 8">
            <a:extLst>
              <a:ext uri="{FF2B5EF4-FFF2-40B4-BE49-F238E27FC236}">
                <a16:creationId xmlns:a16="http://schemas.microsoft.com/office/drawing/2014/main" id="{BDAC7E4E-FE06-4E90-8107-6B543E5515ED}"/>
              </a:ext>
            </a:extLst>
          </p:cNvPr>
          <p:cNvCxnSpPr/>
          <p:nvPr/>
        </p:nvCxnSpPr>
        <p:spPr>
          <a:xfrm flipV="1">
            <a:off x="2209800" y="0"/>
            <a:ext cx="2438400" cy="6858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platzhalter 15">
            <a:extLst>
              <a:ext uri="{FF2B5EF4-FFF2-40B4-BE49-F238E27FC236}">
                <a16:creationId xmlns:a16="http://schemas.microsoft.com/office/drawing/2014/main" id="{3864668D-D640-4ABF-BB9A-D60176660F07}"/>
              </a:ext>
            </a:extLst>
          </p:cNvPr>
          <p:cNvSpPr>
            <a:spLocks noGrp="1"/>
          </p:cNvSpPr>
          <p:nvPr>
            <p:ph type="body" sz="quarter" idx="13" hasCustomPrompt="1"/>
          </p:nvPr>
        </p:nvSpPr>
        <p:spPr>
          <a:xfrm>
            <a:off x="5922254" y="2469515"/>
            <a:ext cx="5433204" cy="365125"/>
          </a:xfrm>
        </p:spPr>
        <p:txBody>
          <a:bodyPr rtlCol="0">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rtl="0"/>
            <a:r>
              <a:rPr lang="de-DE" noProof="0"/>
              <a:t>UNTERTITEL DURCH KLICKEN HINZUFÜGEN</a:t>
            </a:r>
          </a:p>
        </p:txBody>
      </p:sp>
      <p:sp>
        <p:nvSpPr>
          <p:cNvPr id="12" name="Textplatzhalter 18">
            <a:extLst>
              <a:ext uri="{FF2B5EF4-FFF2-40B4-BE49-F238E27FC236}">
                <a16:creationId xmlns:a16="http://schemas.microsoft.com/office/drawing/2014/main" id="{2E289D5A-B06B-43D4-A3CA-3B06C4D49FDD}"/>
              </a:ext>
            </a:extLst>
          </p:cNvPr>
          <p:cNvSpPr>
            <a:spLocks noGrp="1"/>
          </p:cNvSpPr>
          <p:nvPr>
            <p:ph type="body" sz="quarter" idx="15" hasCustomPrompt="1"/>
          </p:nvPr>
        </p:nvSpPr>
        <p:spPr>
          <a:xfrm>
            <a:off x="5921828" y="2798940"/>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de-DE" noProof="0"/>
              <a:t>Klicken Sie, um Text hinzuzufügen.</a:t>
            </a:r>
          </a:p>
        </p:txBody>
      </p:sp>
      <p:sp>
        <p:nvSpPr>
          <p:cNvPr id="13" name="Textplatzhalter 15">
            <a:extLst>
              <a:ext uri="{FF2B5EF4-FFF2-40B4-BE49-F238E27FC236}">
                <a16:creationId xmlns:a16="http://schemas.microsoft.com/office/drawing/2014/main" id="{1DCC2995-DE17-436D-82AE-6E107865CB79}"/>
              </a:ext>
            </a:extLst>
          </p:cNvPr>
          <p:cNvSpPr>
            <a:spLocks noGrp="1"/>
          </p:cNvSpPr>
          <p:nvPr>
            <p:ph type="body" sz="quarter" idx="23" hasCustomPrompt="1"/>
          </p:nvPr>
        </p:nvSpPr>
        <p:spPr>
          <a:xfrm>
            <a:off x="5922254" y="3569311"/>
            <a:ext cx="5433204" cy="365125"/>
          </a:xfrm>
        </p:spPr>
        <p:txBody>
          <a:bodyPr rtlCol="0">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rtl="0"/>
            <a:r>
              <a:rPr lang="de-DE" noProof="0"/>
              <a:t>UNTERTITEL DURCH KLICKEN HINZUFÜGEN</a:t>
            </a:r>
          </a:p>
        </p:txBody>
      </p:sp>
      <p:sp>
        <p:nvSpPr>
          <p:cNvPr id="14" name="Textplatzhalter 18">
            <a:extLst>
              <a:ext uri="{FF2B5EF4-FFF2-40B4-BE49-F238E27FC236}">
                <a16:creationId xmlns:a16="http://schemas.microsoft.com/office/drawing/2014/main" id="{C7E70A65-1FB1-4F42-854B-8213ED73F792}"/>
              </a:ext>
            </a:extLst>
          </p:cNvPr>
          <p:cNvSpPr>
            <a:spLocks noGrp="1"/>
          </p:cNvSpPr>
          <p:nvPr>
            <p:ph type="body" sz="quarter" idx="24" hasCustomPrompt="1"/>
          </p:nvPr>
        </p:nvSpPr>
        <p:spPr>
          <a:xfrm>
            <a:off x="5921828" y="3898736"/>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de-DE" noProof="0"/>
              <a:t>Klicken Sie, um Text hinzuzufügen.</a:t>
            </a:r>
          </a:p>
        </p:txBody>
      </p:sp>
      <p:sp>
        <p:nvSpPr>
          <p:cNvPr id="15" name="Textplatzhalter 15">
            <a:extLst>
              <a:ext uri="{FF2B5EF4-FFF2-40B4-BE49-F238E27FC236}">
                <a16:creationId xmlns:a16="http://schemas.microsoft.com/office/drawing/2014/main" id="{45657994-DC61-4DEB-BB2B-65DFCA997AF1}"/>
              </a:ext>
            </a:extLst>
          </p:cNvPr>
          <p:cNvSpPr>
            <a:spLocks noGrp="1"/>
          </p:cNvSpPr>
          <p:nvPr>
            <p:ph type="body" sz="quarter" idx="25" hasCustomPrompt="1"/>
          </p:nvPr>
        </p:nvSpPr>
        <p:spPr>
          <a:xfrm>
            <a:off x="5922254" y="4669107"/>
            <a:ext cx="5433204" cy="365125"/>
          </a:xfrm>
        </p:spPr>
        <p:txBody>
          <a:bodyPr rtlCol="0">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rtl="0"/>
            <a:r>
              <a:rPr lang="de-DE" noProof="0"/>
              <a:t>UNTERTITEL DURCH KLICKEN HINZUFÜGEN</a:t>
            </a:r>
          </a:p>
        </p:txBody>
      </p:sp>
      <p:sp>
        <p:nvSpPr>
          <p:cNvPr id="16" name="Textplatzhalter 18">
            <a:extLst>
              <a:ext uri="{FF2B5EF4-FFF2-40B4-BE49-F238E27FC236}">
                <a16:creationId xmlns:a16="http://schemas.microsoft.com/office/drawing/2014/main" id="{18397EE2-60CD-47FD-AF8F-83A5324D9D18}"/>
              </a:ext>
            </a:extLst>
          </p:cNvPr>
          <p:cNvSpPr>
            <a:spLocks noGrp="1"/>
          </p:cNvSpPr>
          <p:nvPr>
            <p:ph type="body" sz="quarter" idx="26" hasCustomPrompt="1"/>
          </p:nvPr>
        </p:nvSpPr>
        <p:spPr>
          <a:xfrm>
            <a:off x="5921828" y="4998532"/>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de-DE" noProof="0"/>
              <a:t>Klicken Sie, um Text hinzuzufügen.</a:t>
            </a:r>
          </a:p>
        </p:txBody>
      </p:sp>
      <p:sp>
        <p:nvSpPr>
          <p:cNvPr id="17" name="Datumsplatzhalter 2">
            <a:extLst>
              <a:ext uri="{FF2B5EF4-FFF2-40B4-BE49-F238E27FC236}">
                <a16:creationId xmlns:a16="http://schemas.microsoft.com/office/drawing/2014/main" id="{1E25EFF1-65C7-4F93-8740-46885C6BEA57}"/>
              </a:ext>
            </a:extLst>
          </p:cNvPr>
          <p:cNvSpPr>
            <a:spLocks noGrp="1"/>
          </p:cNvSpPr>
          <p:nvPr>
            <p:ph type="dt" sz="half" idx="20"/>
          </p:nvPr>
        </p:nvSpPr>
        <p:spPr>
          <a:xfrm>
            <a:off x="5919680" y="6356350"/>
            <a:ext cx="947516" cy="365125"/>
          </a:xfrm>
        </p:spPr>
        <p:txBody>
          <a:bodyPr rtlCol="0"/>
          <a:lstStyle>
            <a:lvl1pPr>
              <a:defRPr sz="900"/>
            </a:lvl1pPr>
          </a:lstStyle>
          <a:p>
            <a:pPr rtl="0"/>
            <a:r>
              <a:rPr lang="de-DE" noProof="0"/>
              <a:t>20XX</a:t>
            </a:r>
          </a:p>
        </p:txBody>
      </p:sp>
      <p:sp>
        <p:nvSpPr>
          <p:cNvPr id="18" name="Fußzeilenplatzhalter 3">
            <a:extLst>
              <a:ext uri="{FF2B5EF4-FFF2-40B4-BE49-F238E27FC236}">
                <a16:creationId xmlns:a16="http://schemas.microsoft.com/office/drawing/2014/main" id="{C16D80BF-B599-4FC0-ABD5-98777872FE5F}"/>
              </a:ext>
            </a:extLst>
          </p:cNvPr>
          <p:cNvSpPr>
            <a:spLocks noGrp="1"/>
          </p:cNvSpPr>
          <p:nvPr>
            <p:ph type="ftr" sz="quarter" idx="21"/>
          </p:nvPr>
        </p:nvSpPr>
        <p:spPr>
          <a:xfrm>
            <a:off x="7161955" y="6356350"/>
            <a:ext cx="3243942" cy="365125"/>
          </a:xfrm>
        </p:spPr>
        <p:txBody>
          <a:bodyPr rtlCol="0"/>
          <a:lstStyle>
            <a:lvl1pPr>
              <a:defRPr sz="900"/>
            </a:lvl1pPr>
          </a:lstStyle>
          <a:p>
            <a:pPr rtl="0"/>
            <a:r>
              <a:rPr lang="de-DE" noProof="0"/>
              <a:t>Verkaufspräsentation</a:t>
            </a:r>
          </a:p>
        </p:txBody>
      </p:sp>
      <p:sp>
        <p:nvSpPr>
          <p:cNvPr id="19" name="Foliennummernplatzhalter 4">
            <a:extLst>
              <a:ext uri="{FF2B5EF4-FFF2-40B4-BE49-F238E27FC236}">
                <a16:creationId xmlns:a16="http://schemas.microsoft.com/office/drawing/2014/main" id="{F64421B1-FF90-4939-90BD-8206DE5036D0}"/>
              </a:ext>
            </a:extLst>
          </p:cNvPr>
          <p:cNvSpPr>
            <a:spLocks noGrp="1"/>
          </p:cNvSpPr>
          <p:nvPr>
            <p:ph type="sldNum" sz="quarter" idx="22"/>
          </p:nvPr>
        </p:nvSpPr>
        <p:spPr>
          <a:xfrm>
            <a:off x="10700656" y="6356350"/>
            <a:ext cx="653143" cy="365125"/>
          </a:xfrm>
        </p:spPr>
        <p:txBody>
          <a:bodyPr rtlCol="0"/>
          <a:lstStyle>
            <a:lvl1pPr>
              <a:defRPr sz="900"/>
            </a:lvl1pPr>
          </a:lstStyle>
          <a:p>
            <a:pPr rtl="0"/>
            <a:fld id="{B5CEABB6-07DC-46E8-9B57-56EC44A396E5}" type="slidenum">
              <a:rPr lang="de-DE" noProof="0" smtClean="0"/>
              <a:pPr rtl="0"/>
              <a:t>‹Nr.›</a:t>
            </a:fld>
            <a:endParaRPr lang="de-DE" noProof="0"/>
          </a:p>
        </p:txBody>
      </p:sp>
    </p:spTree>
    <p:extLst>
      <p:ext uri="{BB962C8B-B14F-4D97-AF65-F5344CB8AC3E}">
        <p14:creationId xmlns:p14="http://schemas.microsoft.com/office/powerpoint/2010/main" val="264798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Drei Inhalte">
    <p:bg>
      <p:bgRef idx="1001">
        <a:schemeClr val="bg1"/>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pPr rtl="0"/>
            <a:r>
              <a:rPr lang="de-DE" noProof="0"/>
              <a:t>TITELMASTERFORMAT DURCH KLICKEN BEARBEITEN</a:t>
            </a:r>
          </a:p>
        </p:txBody>
      </p:sp>
      <p:sp>
        <p:nvSpPr>
          <p:cNvPr id="3" name="Textplatzhalt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43104" y="2776936"/>
            <a:ext cx="2882475" cy="823912"/>
          </a:xfrm>
        </p:spPr>
        <p:txBody>
          <a:bodyPr rtlCol="0"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MASTERTEXT DURCH KLICKEN BEARBEITEN</a:t>
            </a:r>
          </a:p>
        </p:txBody>
      </p:sp>
      <p:sp>
        <p:nvSpPr>
          <p:cNvPr id="4" name="Inhaltsplatzhalter 3">
            <a:extLst>
              <a:ext uri="{FF2B5EF4-FFF2-40B4-BE49-F238E27FC236}">
                <a16:creationId xmlns:a16="http://schemas.microsoft.com/office/drawing/2014/main" id="{AC9B20CF-6B91-4562-B799-0ABDAEBC0D2A}"/>
              </a:ext>
            </a:extLst>
          </p:cNvPr>
          <p:cNvSpPr>
            <a:spLocks noGrp="1"/>
          </p:cNvSpPr>
          <p:nvPr>
            <p:ph sz="half" idx="2" hasCustomPrompt="1"/>
          </p:nvPr>
        </p:nvSpPr>
        <p:spPr>
          <a:xfrm>
            <a:off x="1243104" y="3834606"/>
            <a:ext cx="2882475" cy="1997867"/>
          </a:xfrm>
        </p:spPr>
        <p:txBody>
          <a:bodyPr rtlCol="0">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rtl="0"/>
            <a:r>
              <a:rPr lang="de-DE" noProof="0"/>
              <a:t>Textmasterformat durch Klicken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p>
        </p:txBody>
      </p:sp>
      <p:sp>
        <p:nvSpPr>
          <p:cNvPr id="5" name="Textplatzhalt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4647665" y="2776936"/>
            <a:ext cx="2896671" cy="823912"/>
          </a:xfrm>
        </p:spPr>
        <p:txBody>
          <a:bodyPr rtlCol="0"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de-DE" noProof="0"/>
              <a:t>MASTERTEXT DURCH KLICKEN BEARBEITEN</a:t>
            </a:r>
          </a:p>
        </p:txBody>
      </p:sp>
      <p:sp>
        <p:nvSpPr>
          <p:cNvPr id="6" name="Inhaltsplatzhalter 5">
            <a:extLst>
              <a:ext uri="{FF2B5EF4-FFF2-40B4-BE49-F238E27FC236}">
                <a16:creationId xmlns:a16="http://schemas.microsoft.com/office/drawing/2014/main" id="{B36EE64B-44BF-4634-97BC-5ED74C6DF280}"/>
              </a:ext>
            </a:extLst>
          </p:cNvPr>
          <p:cNvSpPr>
            <a:spLocks noGrp="1"/>
          </p:cNvSpPr>
          <p:nvPr>
            <p:ph sz="quarter" idx="4" hasCustomPrompt="1"/>
          </p:nvPr>
        </p:nvSpPr>
        <p:spPr>
          <a:xfrm>
            <a:off x="4647665" y="3834606"/>
            <a:ext cx="2896671" cy="1997867"/>
          </a:xfrm>
        </p:spPr>
        <p:txBody>
          <a:bodyPr rtlCol="0">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rtl="0"/>
            <a:r>
              <a:rPr lang="de-DE" noProof="0"/>
              <a:t>Textmasterformat durch Klicken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p>
        </p:txBody>
      </p:sp>
      <p:sp>
        <p:nvSpPr>
          <p:cNvPr id="21" name="Textplatzhalt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8066421" y="2776936"/>
            <a:ext cx="2882475" cy="823912"/>
          </a:xfrm>
        </p:spPr>
        <p:txBody>
          <a:bodyPr rtlCol="0"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MASTERTEXT DURCH KLICKEN BEARBEITEN</a:t>
            </a:r>
          </a:p>
        </p:txBody>
      </p:sp>
      <p:sp>
        <p:nvSpPr>
          <p:cNvPr id="22" name="Inhaltsplatzhalter 3">
            <a:extLst>
              <a:ext uri="{FF2B5EF4-FFF2-40B4-BE49-F238E27FC236}">
                <a16:creationId xmlns:a16="http://schemas.microsoft.com/office/drawing/2014/main" id="{C464A9BD-B815-4632-8F54-6EB70E48BAFF}"/>
              </a:ext>
            </a:extLst>
          </p:cNvPr>
          <p:cNvSpPr>
            <a:spLocks noGrp="1"/>
          </p:cNvSpPr>
          <p:nvPr>
            <p:ph sz="half" idx="14" hasCustomPrompt="1"/>
          </p:nvPr>
        </p:nvSpPr>
        <p:spPr>
          <a:xfrm>
            <a:off x="8066421" y="3834606"/>
            <a:ext cx="2882475" cy="1997867"/>
          </a:xfrm>
        </p:spPr>
        <p:txBody>
          <a:bodyPr rtlCol="0">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rtl="0"/>
            <a:r>
              <a:rPr lang="de-DE" noProof="0"/>
              <a:t>Textmasterformat durch Klicken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p>
        </p:txBody>
      </p:sp>
      <p:sp>
        <p:nvSpPr>
          <p:cNvPr id="7" name="Datumsplatzhalter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de-DE" noProof="0"/>
              <a:t>20XX</a:t>
            </a:r>
          </a:p>
        </p:txBody>
      </p:sp>
      <p:sp>
        <p:nvSpPr>
          <p:cNvPr id="8" name="Fußzeilenplatzhalt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de-DE" noProof="0"/>
              <a:t>Verkaufspräsentation</a:t>
            </a:r>
          </a:p>
        </p:txBody>
      </p:sp>
      <p:sp>
        <p:nvSpPr>
          <p:cNvPr id="9" name="Foliennummernplatzhalt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de-DE" noProof="0" smtClean="0"/>
              <a:t>‹Nr.›</a:t>
            </a:fld>
            <a:endParaRPr lang="de-DE" noProof="0"/>
          </a:p>
        </p:txBody>
      </p:sp>
      <p:cxnSp>
        <p:nvCxnSpPr>
          <p:cNvPr id="16" name="Gerader Verbinde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3105150"/>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Gerader Verbinde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2238376" cy="24765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189534"/>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rktvergleich">
    <p:bg>
      <p:bgPr>
        <a:solidFill>
          <a:schemeClr val="accent2"/>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pPr rtl="0"/>
            <a:r>
              <a:rPr lang="de-DE" noProof="0"/>
              <a:t>TITELMASTERFORMAT DURCH KLICKEN BEARBEITEN</a:t>
            </a:r>
          </a:p>
        </p:txBody>
      </p:sp>
      <p:sp>
        <p:nvSpPr>
          <p:cNvPr id="3" name="Textplatzhalt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063855" y="3064615"/>
            <a:ext cx="1240971" cy="823912"/>
          </a:xfrm>
        </p:spPr>
        <p:txBody>
          <a:bodyPr rtlCol="0"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a:t>
            </a:r>
          </a:p>
        </p:txBody>
      </p:sp>
      <p:sp>
        <p:nvSpPr>
          <p:cNvPr id="23" name="Textplatzhalter 2">
            <a:extLst>
              <a:ext uri="{FF2B5EF4-FFF2-40B4-BE49-F238E27FC236}">
                <a16:creationId xmlns:a16="http://schemas.microsoft.com/office/drawing/2014/main" id="{A066E2EA-C6EA-4A02-818E-33BD582D92E7}"/>
              </a:ext>
            </a:extLst>
          </p:cNvPr>
          <p:cNvSpPr>
            <a:spLocks noGrp="1"/>
          </p:cNvSpPr>
          <p:nvPr>
            <p:ph type="body" idx="15" hasCustomPrompt="1"/>
          </p:nvPr>
        </p:nvSpPr>
        <p:spPr>
          <a:xfrm>
            <a:off x="5475514" y="3064615"/>
            <a:ext cx="1240971" cy="823912"/>
          </a:xfrm>
        </p:spPr>
        <p:txBody>
          <a:bodyPr rtlCol="0"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a:t>
            </a:r>
          </a:p>
        </p:txBody>
      </p:sp>
      <p:sp>
        <p:nvSpPr>
          <p:cNvPr id="24" name="Textplatzhalter 2">
            <a:extLst>
              <a:ext uri="{FF2B5EF4-FFF2-40B4-BE49-F238E27FC236}">
                <a16:creationId xmlns:a16="http://schemas.microsoft.com/office/drawing/2014/main" id="{97B9C3B0-3522-407C-B662-631E19ECC95F}"/>
              </a:ext>
            </a:extLst>
          </p:cNvPr>
          <p:cNvSpPr>
            <a:spLocks noGrp="1"/>
          </p:cNvSpPr>
          <p:nvPr>
            <p:ph type="body" idx="16" hasCustomPrompt="1"/>
          </p:nvPr>
        </p:nvSpPr>
        <p:spPr>
          <a:xfrm>
            <a:off x="8887174" y="3064615"/>
            <a:ext cx="1240971" cy="823912"/>
          </a:xfrm>
        </p:spPr>
        <p:txBody>
          <a:bodyPr rtlCol="0"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a:t>
            </a:r>
          </a:p>
        </p:txBody>
      </p:sp>
      <p:sp>
        <p:nvSpPr>
          <p:cNvPr id="4" name="Inhaltsplatzhalter 3">
            <a:extLst>
              <a:ext uri="{FF2B5EF4-FFF2-40B4-BE49-F238E27FC236}">
                <a16:creationId xmlns:a16="http://schemas.microsoft.com/office/drawing/2014/main" id="{AC9B20CF-6B91-4562-B799-0ABDAEBC0D2A}"/>
              </a:ext>
            </a:extLst>
          </p:cNvPr>
          <p:cNvSpPr>
            <a:spLocks noGrp="1"/>
          </p:cNvSpPr>
          <p:nvPr>
            <p:ph sz="half" idx="2" hasCustomPrompt="1"/>
          </p:nvPr>
        </p:nvSpPr>
        <p:spPr>
          <a:xfrm>
            <a:off x="1129698" y="4824188"/>
            <a:ext cx="3124093" cy="462927"/>
          </a:xfrm>
        </p:spPr>
        <p:txBody>
          <a:bodyPr rtlCol="0">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de-DE" noProof="0"/>
              <a:t>Zum Bearbeiten klicken</a:t>
            </a:r>
          </a:p>
        </p:txBody>
      </p:sp>
      <p:sp>
        <p:nvSpPr>
          <p:cNvPr id="6" name="Inhaltsplatzhalter 5">
            <a:extLst>
              <a:ext uri="{FF2B5EF4-FFF2-40B4-BE49-F238E27FC236}">
                <a16:creationId xmlns:a16="http://schemas.microsoft.com/office/drawing/2014/main" id="{B36EE64B-44BF-4634-97BC-5ED74C6DF280}"/>
              </a:ext>
            </a:extLst>
          </p:cNvPr>
          <p:cNvSpPr>
            <a:spLocks noGrp="1"/>
          </p:cNvSpPr>
          <p:nvPr>
            <p:ph sz="quarter" idx="4" hasCustomPrompt="1"/>
          </p:nvPr>
        </p:nvSpPr>
        <p:spPr>
          <a:xfrm>
            <a:off x="4526261" y="4824188"/>
            <a:ext cx="3139479" cy="462927"/>
          </a:xfrm>
        </p:spPr>
        <p:txBody>
          <a:bodyPr rtlCol="0">
            <a:norm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2000" cap="all"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de-DE" noProof="0"/>
              <a:t>Zum Bearbeiten klicken</a:t>
            </a:r>
          </a:p>
        </p:txBody>
      </p:sp>
      <p:sp>
        <p:nvSpPr>
          <p:cNvPr id="22" name="Inhaltsplatzhalter 3">
            <a:extLst>
              <a:ext uri="{FF2B5EF4-FFF2-40B4-BE49-F238E27FC236}">
                <a16:creationId xmlns:a16="http://schemas.microsoft.com/office/drawing/2014/main" id="{C464A9BD-B815-4632-8F54-6EB70E48BAFF}"/>
              </a:ext>
            </a:extLst>
          </p:cNvPr>
          <p:cNvSpPr>
            <a:spLocks noGrp="1"/>
          </p:cNvSpPr>
          <p:nvPr>
            <p:ph sz="half" idx="14" hasCustomPrompt="1"/>
          </p:nvPr>
        </p:nvSpPr>
        <p:spPr>
          <a:xfrm>
            <a:off x="7938210" y="4824188"/>
            <a:ext cx="3124093" cy="462927"/>
          </a:xfrm>
        </p:spPr>
        <p:txBody>
          <a:bodyPr rtlCol="0">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de-DE" noProof="0"/>
              <a:t>Zum Bearbeiten klicken</a:t>
            </a:r>
          </a:p>
        </p:txBody>
      </p:sp>
      <p:pic>
        <p:nvPicPr>
          <p:cNvPr id="11" name="Grafik 10">
            <a:extLst>
              <a:ext uri="{FF2B5EF4-FFF2-40B4-BE49-F238E27FC236}">
                <a16:creationId xmlns:a16="http://schemas.microsoft.com/office/drawing/2014/main" id="{B38B0D13-BD5F-460B-B337-F4A9342026D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5141" y="2358007"/>
            <a:ext cx="2438400" cy="2019300"/>
          </a:xfrm>
          <a:prstGeom prst="rect">
            <a:avLst/>
          </a:prstGeom>
        </p:spPr>
      </p:pic>
      <p:pic>
        <p:nvPicPr>
          <p:cNvPr id="13" name="Grafik 12">
            <a:extLst>
              <a:ext uri="{FF2B5EF4-FFF2-40B4-BE49-F238E27FC236}">
                <a16:creationId xmlns:a16="http://schemas.microsoft.com/office/drawing/2014/main" id="{BE72876B-D3DA-4462-9E24-3354D8D02A27}"/>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000625" y="2531837"/>
            <a:ext cx="2190750" cy="1943100"/>
          </a:xfrm>
          <a:prstGeom prst="rect">
            <a:avLst/>
          </a:prstGeom>
        </p:spPr>
      </p:pic>
      <p:pic>
        <p:nvPicPr>
          <p:cNvPr id="15" name="Grafik 14">
            <a:extLst>
              <a:ext uri="{FF2B5EF4-FFF2-40B4-BE49-F238E27FC236}">
                <a16:creationId xmlns:a16="http://schemas.microsoft.com/office/drawing/2014/main" id="{14A539B6-6E3F-41BA-ACE2-76E8BB651636}"/>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8345608" y="2421056"/>
            <a:ext cx="2324100" cy="2057400"/>
          </a:xfrm>
          <a:prstGeom prst="rect">
            <a:avLst/>
          </a:prstGeom>
        </p:spPr>
      </p:pic>
      <p:sp>
        <p:nvSpPr>
          <p:cNvPr id="25" name="Inhaltsplatzhalter 3">
            <a:extLst>
              <a:ext uri="{FF2B5EF4-FFF2-40B4-BE49-F238E27FC236}">
                <a16:creationId xmlns:a16="http://schemas.microsoft.com/office/drawing/2014/main" id="{82D8880F-3EAC-45C9-91F2-19A193791A18}"/>
              </a:ext>
            </a:extLst>
          </p:cNvPr>
          <p:cNvSpPr>
            <a:spLocks noGrp="1"/>
          </p:cNvSpPr>
          <p:nvPr>
            <p:ph sz="half" idx="17" hasCustomPrompt="1"/>
          </p:nvPr>
        </p:nvSpPr>
        <p:spPr>
          <a:xfrm>
            <a:off x="1129698" y="5280763"/>
            <a:ext cx="3124093" cy="462927"/>
          </a:xfrm>
        </p:spPr>
        <p:txBody>
          <a:bodyPr rtlCol="0">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de-DE" noProof="0"/>
              <a:t>Textmasterformat durch Klicken bearbeiten</a:t>
            </a:r>
          </a:p>
        </p:txBody>
      </p:sp>
      <p:sp>
        <p:nvSpPr>
          <p:cNvPr id="26" name="Inhaltsplatzhalter 5">
            <a:extLst>
              <a:ext uri="{FF2B5EF4-FFF2-40B4-BE49-F238E27FC236}">
                <a16:creationId xmlns:a16="http://schemas.microsoft.com/office/drawing/2014/main" id="{9019518E-E850-403D-A5B5-4B53F8C4A56B}"/>
              </a:ext>
            </a:extLst>
          </p:cNvPr>
          <p:cNvSpPr>
            <a:spLocks noGrp="1"/>
          </p:cNvSpPr>
          <p:nvPr>
            <p:ph sz="quarter" idx="18" hasCustomPrompt="1"/>
          </p:nvPr>
        </p:nvSpPr>
        <p:spPr>
          <a:xfrm>
            <a:off x="4526261" y="5280763"/>
            <a:ext cx="3139479" cy="462927"/>
          </a:xfrm>
        </p:spPr>
        <p:txBody>
          <a:bodyPr rtlCol="0">
            <a:normAutofit/>
          </a:bodyPr>
          <a:lstStyle>
            <a:lvl1pPr marL="0" indent="0" algn="ctr">
              <a:lnSpc>
                <a:spcPct val="100000"/>
              </a:lnSpc>
              <a:buNone/>
              <a:defRPr sz="1400" cap="none" spc="50" baseline="0">
                <a:solidFill>
                  <a:schemeClr val="tx1">
                    <a:lumMod val="75000"/>
                    <a:lumOff val="25000"/>
                  </a:schemeClr>
                </a:solidFill>
              </a:defRPr>
            </a:lvl1pPr>
            <a:lvl2pPr marL="457200" indent="0" algn="ctr">
              <a:lnSpc>
                <a:spcPct val="100000"/>
              </a:lnSpc>
              <a:buNone/>
              <a:defRPr sz="1400" cap="none" spc="50" baseline="0">
                <a:solidFill>
                  <a:schemeClr val="tx1">
                    <a:lumMod val="75000"/>
                    <a:lumOff val="25000"/>
                  </a:schemeClr>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de-DE" noProof="0"/>
              <a:t>Textmasterformat durch Klicken bearbeiten</a:t>
            </a:r>
          </a:p>
          <a:p>
            <a:pPr lvl="1" rtl="0"/>
            <a:endParaRPr lang="de-DE" noProof="0"/>
          </a:p>
        </p:txBody>
      </p:sp>
      <p:sp>
        <p:nvSpPr>
          <p:cNvPr id="27" name="Inhaltsplatzhalter 3">
            <a:extLst>
              <a:ext uri="{FF2B5EF4-FFF2-40B4-BE49-F238E27FC236}">
                <a16:creationId xmlns:a16="http://schemas.microsoft.com/office/drawing/2014/main" id="{A8058154-45E5-403E-B714-AC85774F391F}"/>
              </a:ext>
            </a:extLst>
          </p:cNvPr>
          <p:cNvSpPr>
            <a:spLocks noGrp="1"/>
          </p:cNvSpPr>
          <p:nvPr>
            <p:ph sz="half" idx="19" hasCustomPrompt="1"/>
          </p:nvPr>
        </p:nvSpPr>
        <p:spPr>
          <a:xfrm>
            <a:off x="7938210" y="5280763"/>
            <a:ext cx="3124093" cy="462927"/>
          </a:xfrm>
        </p:spPr>
        <p:txBody>
          <a:bodyPr rtlCol="0">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de-DE" noProof="0"/>
              <a:t>Textmasterformat durch Klicken bearbeiten</a:t>
            </a:r>
          </a:p>
        </p:txBody>
      </p:sp>
      <p:sp>
        <p:nvSpPr>
          <p:cNvPr id="7" name="Datumsplatzhalter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de-DE" noProof="0"/>
              <a:t>20XX</a:t>
            </a:r>
          </a:p>
        </p:txBody>
      </p:sp>
      <p:sp>
        <p:nvSpPr>
          <p:cNvPr id="8" name="Fußzeilenplatzhalt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de-DE" noProof="0"/>
              <a:t>Verkaufspräsentation</a:t>
            </a:r>
          </a:p>
        </p:txBody>
      </p:sp>
      <p:sp>
        <p:nvSpPr>
          <p:cNvPr id="9" name="Foliennummernplatzhalt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de-DE" noProof="0" smtClean="0"/>
              <a:t>‹Nr.›</a:t>
            </a:fld>
            <a:endParaRPr lang="de-DE" noProof="0"/>
          </a:p>
        </p:txBody>
      </p:sp>
    </p:spTree>
    <p:extLst>
      <p:ext uri="{BB962C8B-B14F-4D97-AF65-F5344CB8AC3E}">
        <p14:creationId xmlns:p14="http://schemas.microsoft.com/office/powerpoint/2010/main" val="1442619314"/>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Zwei Inhalte">
    <p:bg>
      <p:bgPr>
        <a:solidFill>
          <a:schemeClr val="accent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892177"/>
            <a:ext cx="8421688" cy="1325563"/>
          </a:xfrm>
        </p:spPr>
        <p:txBody>
          <a:bodyPr rtlCol="0">
            <a:normAutofit/>
          </a:bodyPr>
          <a:lstStyle>
            <a:lvl1pPr>
              <a:defRPr lang="en-US" sz="2800" kern="1200" spc="150" baseline="0" dirty="0">
                <a:solidFill>
                  <a:schemeClr val="tx1">
                    <a:lumMod val="75000"/>
                    <a:lumOff val="25000"/>
                  </a:schemeClr>
                </a:solidFill>
                <a:latin typeface="+mj-lt"/>
                <a:ea typeface="+mj-ea"/>
                <a:cs typeface="+mj-cs"/>
              </a:defRPr>
            </a:lvl1pPr>
          </a:lstStyle>
          <a:p>
            <a:pPr rtl="0"/>
            <a:r>
              <a:rPr lang="de-DE" noProof="0"/>
              <a:t>TITELMASTERFORMAT DURCH KLICKEN BEARBEITEN</a:t>
            </a:r>
          </a:p>
        </p:txBody>
      </p:sp>
      <p:sp>
        <p:nvSpPr>
          <p:cNvPr id="3" name="Textplatzhalt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76936"/>
            <a:ext cx="3924300" cy="823912"/>
          </a:xfrm>
        </p:spPr>
        <p:txBody>
          <a:bodyPr rtlCol="0"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MASTERTEXT DURCH KLICKEN BEARBEITEN</a:t>
            </a:r>
          </a:p>
        </p:txBody>
      </p:sp>
      <p:sp>
        <p:nvSpPr>
          <p:cNvPr id="4" name="Inhaltsplatzhalter 3">
            <a:extLst>
              <a:ext uri="{FF2B5EF4-FFF2-40B4-BE49-F238E27FC236}">
                <a16:creationId xmlns:a16="http://schemas.microsoft.com/office/drawing/2014/main" id="{AC9B20CF-6B91-4562-B799-0ABDAEBC0D2A}"/>
              </a:ext>
            </a:extLst>
          </p:cNvPr>
          <p:cNvSpPr>
            <a:spLocks noGrp="1"/>
          </p:cNvSpPr>
          <p:nvPr>
            <p:ph sz="half" idx="2" hasCustomPrompt="1"/>
          </p:nvPr>
        </p:nvSpPr>
        <p:spPr>
          <a:xfrm>
            <a:off x="2933700" y="3834606"/>
            <a:ext cx="3924300" cy="1997867"/>
          </a:xfrm>
        </p:spPr>
        <p:txBody>
          <a:bodyPr rtlCol="0">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rtl="0"/>
            <a:r>
              <a:rPr lang="de-DE" noProof="0"/>
              <a:t>Textmasterformat durch Klicken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p>
        </p:txBody>
      </p:sp>
      <p:sp>
        <p:nvSpPr>
          <p:cNvPr id="5" name="Textplatzhalt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76936"/>
            <a:ext cx="3943627" cy="823912"/>
          </a:xfrm>
        </p:spPr>
        <p:txBody>
          <a:bodyPr rtlCol="0"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de-DE" noProof="0"/>
              <a:t>MASTERTEXT DURCH KLICKEN BEARBEITEN</a:t>
            </a:r>
          </a:p>
        </p:txBody>
      </p:sp>
      <p:sp>
        <p:nvSpPr>
          <p:cNvPr id="6" name="Inhaltsplatzhalter 5">
            <a:extLst>
              <a:ext uri="{FF2B5EF4-FFF2-40B4-BE49-F238E27FC236}">
                <a16:creationId xmlns:a16="http://schemas.microsoft.com/office/drawing/2014/main" id="{B36EE64B-44BF-4634-97BC-5ED74C6DF280}"/>
              </a:ext>
            </a:extLst>
          </p:cNvPr>
          <p:cNvSpPr>
            <a:spLocks noGrp="1"/>
          </p:cNvSpPr>
          <p:nvPr>
            <p:ph sz="quarter" idx="4" hasCustomPrompt="1"/>
          </p:nvPr>
        </p:nvSpPr>
        <p:spPr>
          <a:xfrm>
            <a:off x="7410173" y="3834606"/>
            <a:ext cx="3943627" cy="1997867"/>
          </a:xfrm>
        </p:spPr>
        <p:txBody>
          <a:bodyPr rtlCol="0">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rtl="0"/>
            <a:r>
              <a:rPr lang="de-DE" noProof="0"/>
              <a:t>Textmasterformat durch Klicken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p>
        </p:txBody>
      </p:sp>
      <p:sp>
        <p:nvSpPr>
          <p:cNvPr id="7" name="Datumsplatzhalter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de-DE" noProof="0"/>
              <a:t>20XX</a:t>
            </a:r>
          </a:p>
        </p:txBody>
      </p:sp>
      <p:sp>
        <p:nvSpPr>
          <p:cNvPr id="8" name="Fußzeilenplatzhalt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de-DE" noProof="0"/>
              <a:t>Verkaufspräsentation</a:t>
            </a:r>
          </a:p>
        </p:txBody>
      </p:sp>
      <p:sp>
        <p:nvSpPr>
          <p:cNvPr id="9" name="Foliennummernplatzhalt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de-DE" noProof="0" smtClean="0"/>
              <a:t>‹Nr.›</a:t>
            </a:fld>
            <a:endParaRPr lang="de-DE" noProof="0"/>
          </a:p>
        </p:txBody>
      </p:sp>
      <p:pic>
        <p:nvPicPr>
          <p:cNvPr id="11" name="Grafik 10">
            <a:extLst>
              <a:ext uri="{FF2B5EF4-FFF2-40B4-BE49-F238E27FC236}">
                <a16:creationId xmlns:a16="http://schemas.microsoft.com/office/drawing/2014/main" id="{EE24E1DB-1F20-4C28-8069-D9219D1F8BB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39434" t="20278" b="22673"/>
          <a:stretch/>
        </p:blipFill>
        <p:spPr>
          <a:xfrm>
            <a:off x="25785" y="0"/>
            <a:ext cx="4368030" cy="3912394"/>
          </a:xfrm>
          <a:prstGeom prst="rect">
            <a:avLst/>
          </a:prstGeom>
        </p:spPr>
      </p:pic>
    </p:spTree>
    <p:extLst>
      <p:ext uri="{BB962C8B-B14F-4D97-AF65-F5344CB8AC3E}">
        <p14:creationId xmlns:p14="http://schemas.microsoft.com/office/powerpoint/2010/main" val="30217409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nhalt">
    <p:spTree>
      <p:nvGrpSpPr>
        <p:cNvPr id="1" name=""/>
        <p:cNvGrpSpPr/>
        <p:nvPr/>
      </p:nvGrpSpPr>
      <p:grpSpPr>
        <a:xfrm>
          <a:off x="0" y="0"/>
          <a:ext cx="0" cy="0"/>
          <a:chOff x="0" y="0"/>
          <a:chExt cx="0" cy="0"/>
        </a:xfrm>
      </p:grpSpPr>
      <p:pic>
        <p:nvPicPr>
          <p:cNvPr id="14" name="Grafik 13">
            <a:extLst>
              <a:ext uri="{FF2B5EF4-FFF2-40B4-BE49-F238E27FC236}">
                <a16:creationId xmlns:a16="http://schemas.microsoft.com/office/drawing/2014/main" id="{AE202E03-5C65-4305-B969-65220AD41002}"/>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8301" r="41825" b="23071"/>
          <a:stretch/>
        </p:blipFill>
        <p:spPr>
          <a:xfrm flipH="1">
            <a:off x="0" y="0"/>
            <a:ext cx="5441888" cy="6858000"/>
          </a:xfrm>
          <a:custGeom>
            <a:avLst/>
            <a:gdLst>
              <a:gd name="connsiteX0" fmla="*/ 5441888 w 5441888"/>
              <a:gd name="connsiteY0" fmla="*/ 0 h 6858000"/>
              <a:gd name="connsiteX1" fmla="*/ 0 w 5441888"/>
              <a:gd name="connsiteY1" fmla="*/ 0 h 6858000"/>
              <a:gd name="connsiteX2" fmla="*/ 0 w 5441888"/>
              <a:gd name="connsiteY2" fmla="*/ 6858000 h 6858000"/>
              <a:gd name="connsiteX3" fmla="*/ 5441888 w 544188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41888" h="6858000">
                <a:moveTo>
                  <a:pt x="5441888" y="0"/>
                </a:moveTo>
                <a:lnTo>
                  <a:pt x="0" y="0"/>
                </a:lnTo>
                <a:lnTo>
                  <a:pt x="0" y="6858000"/>
                </a:lnTo>
                <a:lnTo>
                  <a:pt x="5441888" y="6858000"/>
                </a:lnTo>
                <a:close/>
              </a:path>
            </a:pathLst>
          </a:custGeom>
        </p:spPr>
      </p:pic>
      <p:sp>
        <p:nvSpPr>
          <p:cNvPr id="19" name="Titel 1">
            <a:extLst>
              <a:ext uri="{FF2B5EF4-FFF2-40B4-BE49-F238E27FC236}">
                <a16:creationId xmlns:a16="http://schemas.microsoft.com/office/drawing/2014/main" id="{1E1C8C6D-0530-475B-A7F7-0E00C33ACFEB}"/>
              </a:ext>
            </a:extLst>
          </p:cNvPr>
          <p:cNvSpPr>
            <a:spLocks noGrp="1"/>
          </p:cNvSpPr>
          <p:nvPr>
            <p:ph type="title" hasCustomPrompt="1"/>
          </p:nvPr>
        </p:nvSpPr>
        <p:spPr>
          <a:xfrm>
            <a:off x="5920169" y="1152771"/>
            <a:ext cx="5431971" cy="846301"/>
          </a:xfrm>
        </p:spPr>
        <p:txBody>
          <a:bodyPr rtlCol="0"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pPr rtl="0"/>
            <a:r>
              <a:rPr lang="de-DE" noProof="0"/>
              <a:t>TITELMASTERFORMAT DURCH KLICKEN BEARBEITEN</a:t>
            </a:r>
          </a:p>
        </p:txBody>
      </p:sp>
      <p:sp>
        <p:nvSpPr>
          <p:cNvPr id="20" name="Textplatzhalter 15">
            <a:extLst>
              <a:ext uri="{FF2B5EF4-FFF2-40B4-BE49-F238E27FC236}">
                <a16:creationId xmlns:a16="http://schemas.microsoft.com/office/drawing/2014/main" id="{3D2778A3-7084-4333-8349-03B1FEB5FE75}"/>
              </a:ext>
            </a:extLst>
          </p:cNvPr>
          <p:cNvSpPr>
            <a:spLocks noGrp="1"/>
          </p:cNvSpPr>
          <p:nvPr>
            <p:ph type="body" sz="quarter" idx="13" hasCustomPrompt="1"/>
          </p:nvPr>
        </p:nvSpPr>
        <p:spPr>
          <a:xfrm>
            <a:off x="5922254" y="2469515"/>
            <a:ext cx="5433204" cy="365125"/>
          </a:xfrm>
        </p:spPr>
        <p:txBody>
          <a:bodyPr rtlCol="0">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rtl="0"/>
            <a:r>
              <a:rPr lang="de-DE" noProof="0"/>
              <a:t>UNTERTITEL DURCH KLICKEN HINZUFÜGEN</a:t>
            </a:r>
          </a:p>
        </p:txBody>
      </p:sp>
      <p:sp>
        <p:nvSpPr>
          <p:cNvPr id="25" name="Textplatzhalter 18">
            <a:extLst>
              <a:ext uri="{FF2B5EF4-FFF2-40B4-BE49-F238E27FC236}">
                <a16:creationId xmlns:a16="http://schemas.microsoft.com/office/drawing/2014/main" id="{70ED2545-F96B-400C-B6F4-F1D2D83B7243}"/>
              </a:ext>
            </a:extLst>
          </p:cNvPr>
          <p:cNvSpPr>
            <a:spLocks noGrp="1"/>
          </p:cNvSpPr>
          <p:nvPr>
            <p:ph type="body" sz="quarter" idx="15" hasCustomPrompt="1"/>
          </p:nvPr>
        </p:nvSpPr>
        <p:spPr>
          <a:xfrm>
            <a:off x="5921828" y="2798940"/>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de-DE" noProof="0"/>
              <a:t>Klicken Sie, um Text hinzuzufügen.</a:t>
            </a:r>
          </a:p>
        </p:txBody>
      </p:sp>
      <p:sp>
        <p:nvSpPr>
          <p:cNvPr id="26" name="Textplatzhalter 15">
            <a:extLst>
              <a:ext uri="{FF2B5EF4-FFF2-40B4-BE49-F238E27FC236}">
                <a16:creationId xmlns:a16="http://schemas.microsoft.com/office/drawing/2014/main" id="{4A2FECA2-3808-47DC-84EB-CD3395C2052D}"/>
              </a:ext>
            </a:extLst>
          </p:cNvPr>
          <p:cNvSpPr>
            <a:spLocks noGrp="1"/>
          </p:cNvSpPr>
          <p:nvPr>
            <p:ph type="body" sz="quarter" idx="23" hasCustomPrompt="1"/>
          </p:nvPr>
        </p:nvSpPr>
        <p:spPr>
          <a:xfrm>
            <a:off x="5922254" y="3569311"/>
            <a:ext cx="5433204" cy="365125"/>
          </a:xfrm>
        </p:spPr>
        <p:txBody>
          <a:bodyPr rtlCol="0">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rtl="0"/>
            <a:r>
              <a:rPr lang="de-DE" noProof="0"/>
              <a:t>UNTERTITEL DURCH KLICKEN HINZUFÜGEN</a:t>
            </a:r>
          </a:p>
        </p:txBody>
      </p:sp>
      <p:sp>
        <p:nvSpPr>
          <p:cNvPr id="27" name="Textplatzhalter 18">
            <a:extLst>
              <a:ext uri="{FF2B5EF4-FFF2-40B4-BE49-F238E27FC236}">
                <a16:creationId xmlns:a16="http://schemas.microsoft.com/office/drawing/2014/main" id="{24393B9A-03C4-45C1-8172-F8B354458A48}"/>
              </a:ext>
            </a:extLst>
          </p:cNvPr>
          <p:cNvSpPr>
            <a:spLocks noGrp="1"/>
          </p:cNvSpPr>
          <p:nvPr>
            <p:ph type="body" sz="quarter" idx="24" hasCustomPrompt="1"/>
          </p:nvPr>
        </p:nvSpPr>
        <p:spPr>
          <a:xfrm>
            <a:off x="5921828" y="3898736"/>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de-DE" noProof="0"/>
              <a:t>Klicken Sie, um Text hinzuzufügen.</a:t>
            </a:r>
          </a:p>
        </p:txBody>
      </p:sp>
      <p:sp>
        <p:nvSpPr>
          <p:cNvPr id="28" name="Textplatzhalter 15">
            <a:extLst>
              <a:ext uri="{FF2B5EF4-FFF2-40B4-BE49-F238E27FC236}">
                <a16:creationId xmlns:a16="http://schemas.microsoft.com/office/drawing/2014/main" id="{18EC24A5-B4A5-4BAB-AE40-30EB69D6EF73}"/>
              </a:ext>
            </a:extLst>
          </p:cNvPr>
          <p:cNvSpPr>
            <a:spLocks noGrp="1"/>
          </p:cNvSpPr>
          <p:nvPr>
            <p:ph type="body" sz="quarter" idx="25" hasCustomPrompt="1"/>
          </p:nvPr>
        </p:nvSpPr>
        <p:spPr>
          <a:xfrm>
            <a:off x="5922254" y="4669107"/>
            <a:ext cx="5433204" cy="365125"/>
          </a:xfrm>
        </p:spPr>
        <p:txBody>
          <a:bodyPr rtlCol="0">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rtl="0"/>
            <a:r>
              <a:rPr lang="de-DE" noProof="0"/>
              <a:t>UNTERTITEL DURCH KLICKEN HINZUFÜGEN</a:t>
            </a:r>
          </a:p>
        </p:txBody>
      </p:sp>
      <p:sp>
        <p:nvSpPr>
          <p:cNvPr id="29" name="Textplatzhalter 18">
            <a:extLst>
              <a:ext uri="{FF2B5EF4-FFF2-40B4-BE49-F238E27FC236}">
                <a16:creationId xmlns:a16="http://schemas.microsoft.com/office/drawing/2014/main" id="{726F36C0-4E6A-4A10-960D-11D78D044478}"/>
              </a:ext>
            </a:extLst>
          </p:cNvPr>
          <p:cNvSpPr>
            <a:spLocks noGrp="1"/>
          </p:cNvSpPr>
          <p:nvPr>
            <p:ph type="body" sz="quarter" idx="26" hasCustomPrompt="1"/>
          </p:nvPr>
        </p:nvSpPr>
        <p:spPr>
          <a:xfrm>
            <a:off x="5921828" y="4998532"/>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de-DE" noProof="0"/>
              <a:t>Klicken Sie, um Text hinzuzufügen.</a:t>
            </a:r>
          </a:p>
        </p:txBody>
      </p:sp>
      <p:sp>
        <p:nvSpPr>
          <p:cNvPr id="21" name="Datumsplatzhalt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rtlCol="0"/>
          <a:lstStyle>
            <a:lvl1pPr>
              <a:defRPr sz="900"/>
            </a:lvl1pPr>
          </a:lstStyle>
          <a:p>
            <a:pPr rtl="0"/>
            <a:r>
              <a:rPr lang="de-DE" noProof="0"/>
              <a:t>20XX</a:t>
            </a:r>
          </a:p>
        </p:txBody>
      </p:sp>
      <p:sp>
        <p:nvSpPr>
          <p:cNvPr id="22" name="Fußzeilenplatzhalt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rtlCol="0"/>
          <a:lstStyle>
            <a:lvl1pPr>
              <a:defRPr sz="900"/>
            </a:lvl1pPr>
          </a:lstStyle>
          <a:p>
            <a:pPr rtl="0"/>
            <a:r>
              <a:rPr lang="de-DE" noProof="0"/>
              <a:t>Verkaufspräsentation</a:t>
            </a:r>
          </a:p>
        </p:txBody>
      </p:sp>
      <p:sp>
        <p:nvSpPr>
          <p:cNvPr id="24" name="Foliennummernplatzhalt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de-DE" noProof="0" smtClean="0"/>
              <a:t>‹Nr.›</a:t>
            </a:fld>
            <a:endParaRPr lang="de-DE" noProof="0"/>
          </a:p>
        </p:txBody>
      </p:sp>
    </p:spTree>
    <p:extLst>
      <p:ext uri="{BB962C8B-B14F-4D97-AF65-F5344CB8AC3E}">
        <p14:creationId xmlns:p14="http://schemas.microsoft.com/office/powerpoint/2010/main" val="2376933483"/>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Zeitachse 2">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7D46070C-E825-43D0-99F4-8B4614131131}"/>
              </a:ext>
            </a:extLst>
          </p:cNvPr>
          <p:cNvSpPr/>
          <p:nvPr userDrawn="1"/>
        </p:nvSpPr>
        <p:spPr>
          <a:xfrm>
            <a:off x="0" y="3057683"/>
            <a:ext cx="12191998" cy="20101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solidFill>
                <a:schemeClr val="tx1">
                  <a:lumMod val="75000"/>
                  <a:lumOff val="25000"/>
                </a:schemeClr>
              </a:solidFill>
            </a:endParaRPr>
          </a:p>
        </p:txBody>
      </p:sp>
      <p:sp>
        <p:nvSpPr>
          <p:cNvPr id="2" name="Titel 1">
            <a:extLst>
              <a:ext uri="{FF2B5EF4-FFF2-40B4-BE49-F238E27FC236}">
                <a16:creationId xmlns:a16="http://schemas.microsoft.com/office/drawing/2014/main" id="{A1F8C642-49FB-4E16-A3A0-B2ACBEABFFD6}"/>
              </a:ext>
            </a:extLst>
          </p:cNvPr>
          <p:cNvSpPr>
            <a:spLocks noGrp="1"/>
          </p:cNvSpPr>
          <p:nvPr>
            <p:ph type="title" hasCustomPrompt="1"/>
          </p:nvPr>
        </p:nvSpPr>
        <p:spPr/>
        <p:txBody>
          <a:bodyPr rtlCol="0">
            <a:normAutofit/>
          </a:bodyPr>
          <a:lstStyle>
            <a:lvl1pPr algn="l">
              <a:defRPr lang="en-US" sz="2800" kern="1200" spc="150" baseline="0" dirty="0">
                <a:solidFill>
                  <a:schemeClr val="tx1">
                    <a:lumMod val="75000"/>
                    <a:lumOff val="25000"/>
                  </a:schemeClr>
                </a:solidFill>
                <a:latin typeface="+mj-lt"/>
                <a:ea typeface="+mj-ea"/>
                <a:cs typeface="+mj-cs"/>
              </a:defRPr>
            </a:lvl1pPr>
          </a:lstStyle>
          <a:p>
            <a:pPr rtl="0"/>
            <a:r>
              <a:rPr lang="de-DE" noProof="0"/>
              <a:t>TITELMASTERFORMAT DURCH KLICKEN BEARBEITEN</a:t>
            </a:r>
          </a:p>
        </p:txBody>
      </p:sp>
      <p:sp>
        <p:nvSpPr>
          <p:cNvPr id="6" name="Textplatzhalter 10">
            <a:extLst>
              <a:ext uri="{FF2B5EF4-FFF2-40B4-BE49-F238E27FC236}">
                <a16:creationId xmlns:a16="http://schemas.microsoft.com/office/drawing/2014/main" id="{E4E92FC5-6FC2-45C2-9200-3244F9EA69A0}"/>
              </a:ext>
            </a:extLst>
          </p:cNvPr>
          <p:cNvSpPr>
            <a:spLocks noGrp="1"/>
          </p:cNvSpPr>
          <p:nvPr>
            <p:ph type="body" sz="quarter" idx="33" hasCustomPrompt="1"/>
          </p:nvPr>
        </p:nvSpPr>
        <p:spPr>
          <a:xfrm>
            <a:off x="914399" y="3354712"/>
            <a:ext cx="731520" cy="457200"/>
          </a:xfrm>
        </p:spPr>
        <p:txBody>
          <a:bodyPr rtlCol="0" anchor="ctr"/>
          <a:lstStyle>
            <a:lvl1pPr marL="0" indent="0" algn="l">
              <a:buNone/>
              <a:defRPr sz="1400" b="1">
                <a:solidFill>
                  <a:schemeClr val="tx1">
                    <a:lumMod val="75000"/>
                    <a:lumOff val="25000"/>
                  </a:schemeClr>
                </a:solidFill>
                <a:latin typeface="+mj-lt"/>
              </a:defRPr>
            </a:lvl1pPr>
          </a:lstStyle>
          <a:p>
            <a:pPr lvl="0" rtl="0"/>
            <a:r>
              <a:rPr lang="de-DE" noProof="0"/>
              <a:t>Jahr</a:t>
            </a:r>
          </a:p>
        </p:txBody>
      </p:sp>
      <p:sp>
        <p:nvSpPr>
          <p:cNvPr id="7" name="Textplatzhalter 10">
            <a:extLst>
              <a:ext uri="{FF2B5EF4-FFF2-40B4-BE49-F238E27FC236}">
                <a16:creationId xmlns:a16="http://schemas.microsoft.com/office/drawing/2014/main" id="{4D75C136-D6C3-4431-8776-997070627AAB}"/>
              </a:ext>
            </a:extLst>
          </p:cNvPr>
          <p:cNvSpPr>
            <a:spLocks noGrp="1"/>
          </p:cNvSpPr>
          <p:nvPr>
            <p:ph type="body" sz="quarter" idx="34" hasCustomPrompt="1"/>
          </p:nvPr>
        </p:nvSpPr>
        <p:spPr>
          <a:xfrm>
            <a:off x="196596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de-DE" noProof="0"/>
              <a:t>MM</a:t>
            </a:r>
          </a:p>
        </p:txBody>
      </p:sp>
      <p:sp>
        <p:nvSpPr>
          <p:cNvPr id="8" name="Textplatzhalter 10">
            <a:extLst>
              <a:ext uri="{FF2B5EF4-FFF2-40B4-BE49-F238E27FC236}">
                <a16:creationId xmlns:a16="http://schemas.microsoft.com/office/drawing/2014/main" id="{FD15D323-BFE3-4ACE-9A2E-C9EB69458B12}"/>
              </a:ext>
            </a:extLst>
          </p:cNvPr>
          <p:cNvSpPr>
            <a:spLocks noGrp="1"/>
          </p:cNvSpPr>
          <p:nvPr>
            <p:ph type="body" sz="quarter" idx="35" hasCustomPrompt="1"/>
          </p:nvPr>
        </p:nvSpPr>
        <p:spPr>
          <a:xfrm>
            <a:off x="275388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de-DE" noProof="0"/>
              <a:t>MM</a:t>
            </a:r>
          </a:p>
        </p:txBody>
      </p:sp>
      <p:sp>
        <p:nvSpPr>
          <p:cNvPr id="9" name="Textplatzhalter 10">
            <a:extLst>
              <a:ext uri="{FF2B5EF4-FFF2-40B4-BE49-F238E27FC236}">
                <a16:creationId xmlns:a16="http://schemas.microsoft.com/office/drawing/2014/main" id="{3B520767-B49F-4503-8120-B66E411F33E4}"/>
              </a:ext>
            </a:extLst>
          </p:cNvPr>
          <p:cNvSpPr>
            <a:spLocks noGrp="1"/>
          </p:cNvSpPr>
          <p:nvPr>
            <p:ph type="body" sz="quarter" idx="36" hasCustomPrompt="1"/>
          </p:nvPr>
        </p:nvSpPr>
        <p:spPr>
          <a:xfrm>
            <a:off x="354180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de-DE" noProof="0"/>
              <a:t>MM</a:t>
            </a:r>
          </a:p>
        </p:txBody>
      </p:sp>
      <p:sp>
        <p:nvSpPr>
          <p:cNvPr id="10" name="Textplatzhalter 10">
            <a:extLst>
              <a:ext uri="{FF2B5EF4-FFF2-40B4-BE49-F238E27FC236}">
                <a16:creationId xmlns:a16="http://schemas.microsoft.com/office/drawing/2014/main" id="{30C2F5A0-E03E-4C89-B9EB-8D48889F5F91}"/>
              </a:ext>
            </a:extLst>
          </p:cNvPr>
          <p:cNvSpPr>
            <a:spLocks noGrp="1"/>
          </p:cNvSpPr>
          <p:nvPr>
            <p:ph type="body" sz="quarter" idx="37" hasCustomPrompt="1"/>
          </p:nvPr>
        </p:nvSpPr>
        <p:spPr>
          <a:xfrm>
            <a:off x="432972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de-DE" noProof="0"/>
              <a:t>MM</a:t>
            </a:r>
          </a:p>
        </p:txBody>
      </p:sp>
      <p:sp>
        <p:nvSpPr>
          <p:cNvPr id="11" name="Textplatzhalter 10">
            <a:extLst>
              <a:ext uri="{FF2B5EF4-FFF2-40B4-BE49-F238E27FC236}">
                <a16:creationId xmlns:a16="http://schemas.microsoft.com/office/drawing/2014/main" id="{AB3645A3-D681-45BF-B195-452D000802CA}"/>
              </a:ext>
            </a:extLst>
          </p:cNvPr>
          <p:cNvSpPr>
            <a:spLocks noGrp="1"/>
          </p:cNvSpPr>
          <p:nvPr>
            <p:ph type="body" sz="quarter" idx="38" hasCustomPrompt="1"/>
          </p:nvPr>
        </p:nvSpPr>
        <p:spPr>
          <a:xfrm>
            <a:off x="914400" y="4292468"/>
            <a:ext cx="731520" cy="457200"/>
          </a:xfrm>
        </p:spPr>
        <p:txBody>
          <a:bodyPr rtlCol="0" anchor="ctr"/>
          <a:lstStyle>
            <a:lvl1pPr marL="0" indent="0" algn="l">
              <a:buNone/>
              <a:defRPr sz="1400" b="1">
                <a:solidFill>
                  <a:schemeClr val="tx1">
                    <a:lumMod val="75000"/>
                    <a:lumOff val="25000"/>
                  </a:schemeClr>
                </a:solidFill>
                <a:latin typeface="+mj-lt"/>
              </a:defRPr>
            </a:lvl1pPr>
          </a:lstStyle>
          <a:p>
            <a:pPr lvl="0" rtl="0"/>
            <a:r>
              <a:rPr lang="de-DE" noProof="0"/>
              <a:t>Jahr</a:t>
            </a:r>
          </a:p>
        </p:txBody>
      </p:sp>
      <p:sp>
        <p:nvSpPr>
          <p:cNvPr id="12" name="Textplatzhalter 10">
            <a:extLst>
              <a:ext uri="{FF2B5EF4-FFF2-40B4-BE49-F238E27FC236}">
                <a16:creationId xmlns:a16="http://schemas.microsoft.com/office/drawing/2014/main" id="{59D3CBFE-13C8-4DB1-A831-9393264923E7}"/>
              </a:ext>
            </a:extLst>
          </p:cNvPr>
          <p:cNvSpPr>
            <a:spLocks noGrp="1"/>
          </p:cNvSpPr>
          <p:nvPr>
            <p:ph type="body" sz="quarter" idx="39" hasCustomPrompt="1"/>
          </p:nvPr>
        </p:nvSpPr>
        <p:spPr>
          <a:xfrm>
            <a:off x="511764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de-DE" noProof="0"/>
              <a:t>MM</a:t>
            </a:r>
          </a:p>
        </p:txBody>
      </p:sp>
      <p:sp>
        <p:nvSpPr>
          <p:cNvPr id="13" name="Textplatzhalter 10">
            <a:extLst>
              <a:ext uri="{FF2B5EF4-FFF2-40B4-BE49-F238E27FC236}">
                <a16:creationId xmlns:a16="http://schemas.microsoft.com/office/drawing/2014/main" id="{82385A0A-C61D-4BBD-AC77-D7642F895E22}"/>
              </a:ext>
            </a:extLst>
          </p:cNvPr>
          <p:cNvSpPr>
            <a:spLocks noGrp="1"/>
          </p:cNvSpPr>
          <p:nvPr>
            <p:ph type="body" sz="quarter" idx="40" hasCustomPrompt="1"/>
          </p:nvPr>
        </p:nvSpPr>
        <p:spPr>
          <a:xfrm>
            <a:off x="590556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de-DE" noProof="0"/>
              <a:t>MM</a:t>
            </a:r>
          </a:p>
        </p:txBody>
      </p:sp>
      <p:sp>
        <p:nvSpPr>
          <p:cNvPr id="14" name="Textplatzhalter 10">
            <a:extLst>
              <a:ext uri="{FF2B5EF4-FFF2-40B4-BE49-F238E27FC236}">
                <a16:creationId xmlns:a16="http://schemas.microsoft.com/office/drawing/2014/main" id="{FED89FCE-7507-4C8C-923F-922290589466}"/>
              </a:ext>
            </a:extLst>
          </p:cNvPr>
          <p:cNvSpPr>
            <a:spLocks noGrp="1"/>
          </p:cNvSpPr>
          <p:nvPr>
            <p:ph type="body" sz="quarter" idx="41" hasCustomPrompt="1"/>
          </p:nvPr>
        </p:nvSpPr>
        <p:spPr>
          <a:xfrm>
            <a:off x="669348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de-DE" noProof="0"/>
              <a:t>MM</a:t>
            </a:r>
          </a:p>
        </p:txBody>
      </p:sp>
      <p:sp>
        <p:nvSpPr>
          <p:cNvPr id="15" name="Textplatzhalter 10">
            <a:extLst>
              <a:ext uri="{FF2B5EF4-FFF2-40B4-BE49-F238E27FC236}">
                <a16:creationId xmlns:a16="http://schemas.microsoft.com/office/drawing/2014/main" id="{F2F73935-BF53-4510-8B8F-EDB1CD56A1BB}"/>
              </a:ext>
            </a:extLst>
          </p:cNvPr>
          <p:cNvSpPr>
            <a:spLocks noGrp="1"/>
          </p:cNvSpPr>
          <p:nvPr>
            <p:ph type="body" sz="quarter" idx="42" hasCustomPrompt="1"/>
          </p:nvPr>
        </p:nvSpPr>
        <p:spPr>
          <a:xfrm>
            <a:off x="905724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de-DE" noProof="0"/>
              <a:t>MM</a:t>
            </a:r>
          </a:p>
        </p:txBody>
      </p:sp>
      <p:sp>
        <p:nvSpPr>
          <p:cNvPr id="16" name="Textplatzhalter 10">
            <a:extLst>
              <a:ext uri="{FF2B5EF4-FFF2-40B4-BE49-F238E27FC236}">
                <a16:creationId xmlns:a16="http://schemas.microsoft.com/office/drawing/2014/main" id="{2A9276DB-F427-4F8E-8E4C-466600F390FD}"/>
              </a:ext>
            </a:extLst>
          </p:cNvPr>
          <p:cNvSpPr>
            <a:spLocks noGrp="1"/>
          </p:cNvSpPr>
          <p:nvPr>
            <p:ph type="body" sz="quarter" idx="43" hasCustomPrompt="1"/>
          </p:nvPr>
        </p:nvSpPr>
        <p:spPr>
          <a:xfrm>
            <a:off x="748140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de-DE" noProof="0"/>
              <a:t>MM</a:t>
            </a:r>
          </a:p>
        </p:txBody>
      </p:sp>
      <p:sp>
        <p:nvSpPr>
          <p:cNvPr id="17" name="Textplatzhalter 10">
            <a:extLst>
              <a:ext uri="{FF2B5EF4-FFF2-40B4-BE49-F238E27FC236}">
                <a16:creationId xmlns:a16="http://schemas.microsoft.com/office/drawing/2014/main" id="{79023948-0C1E-4DAB-B885-1C713409AA08}"/>
              </a:ext>
            </a:extLst>
          </p:cNvPr>
          <p:cNvSpPr>
            <a:spLocks noGrp="1"/>
          </p:cNvSpPr>
          <p:nvPr>
            <p:ph type="body" sz="quarter" idx="44" hasCustomPrompt="1"/>
          </p:nvPr>
        </p:nvSpPr>
        <p:spPr>
          <a:xfrm>
            <a:off x="826932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de-DE" noProof="0"/>
              <a:t>MM</a:t>
            </a:r>
          </a:p>
        </p:txBody>
      </p:sp>
      <p:sp>
        <p:nvSpPr>
          <p:cNvPr id="18" name="Textplatzhalter 10">
            <a:extLst>
              <a:ext uri="{FF2B5EF4-FFF2-40B4-BE49-F238E27FC236}">
                <a16:creationId xmlns:a16="http://schemas.microsoft.com/office/drawing/2014/main" id="{4AB6A03C-6180-41ED-A88D-ECBB80D160F2}"/>
              </a:ext>
            </a:extLst>
          </p:cNvPr>
          <p:cNvSpPr>
            <a:spLocks noGrp="1"/>
          </p:cNvSpPr>
          <p:nvPr>
            <p:ph type="body" sz="quarter" idx="45" hasCustomPrompt="1"/>
          </p:nvPr>
        </p:nvSpPr>
        <p:spPr>
          <a:xfrm>
            <a:off x="984516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de-DE" noProof="0"/>
              <a:t>MM</a:t>
            </a:r>
          </a:p>
        </p:txBody>
      </p:sp>
      <p:sp>
        <p:nvSpPr>
          <p:cNvPr id="19" name="Textplatzhalter 10">
            <a:extLst>
              <a:ext uri="{FF2B5EF4-FFF2-40B4-BE49-F238E27FC236}">
                <a16:creationId xmlns:a16="http://schemas.microsoft.com/office/drawing/2014/main" id="{145AD645-55F0-41A9-AC53-ED30BF1340BA}"/>
              </a:ext>
            </a:extLst>
          </p:cNvPr>
          <p:cNvSpPr>
            <a:spLocks noGrp="1"/>
          </p:cNvSpPr>
          <p:nvPr>
            <p:ph type="body" sz="quarter" idx="46" hasCustomPrompt="1"/>
          </p:nvPr>
        </p:nvSpPr>
        <p:spPr>
          <a:xfrm>
            <a:off x="10633085"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de-DE" noProof="0"/>
              <a:t>MM</a:t>
            </a:r>
          </a:p>
        </p:txBody>
      </p:sp>
      <p:sp>
        <p:nvSpPr>
          <p:cNvPr id="20" name="Textplatzhalter 10">
            <a:extLst>
              <a:ext uri="{FF2B5EF4-FFF2-40B4-BE49-F238E27FC236}">
                <a16:creationId xmlns:a16="http://schemas.microsoft.com/office/drawing/2014/main" id="{C39F248D-01B4-40EE-B483-E8E81806DFBE}"/>
              </a:ext>
            </a:extLst>
          </p:cNvPr>
          <p:cNvSpPr>
            <a:spLocks noGrp="1"/>
          </p:cNvSpPr>
          <p:nvPr>
            <p:ph type="body" sz="quarter" idx="47" hasCustomPrompt="1"/>
          </p:nvPr>
        </p:nvSpPr>
        <p:spPr>
          <a:xfrm>
            <a:off x="1969915"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de-DE" noProof="0"/>
              <a:t>MM</a:t>
            </a:r>
          </a:p>
        </p:txBody>
      </p:sp>
      <p:sp>
        <p:nvSpPr>
          <p:cNvPr id="21" name="Textplatzhalter 10">
            <a:extLst>
              <a:ext uri="{FF2B5EF4-FFF2-40B4-BE49-F238E27FC236}">
                <a16:creationId xmlns:a16="http://schemas.microsoft.com/office/drawing/2014/main" id="{1D0F1859-7A34-42DF-873E-2CF864E4C4BE}"/>
              </a:ext>
            </a:extLst>
          </p:cNvPr>
          <p:cNvSpPr>
            <a:spLocks noGrp="1"/>
          </p:cNvSpPr>
          <p:nvPr>
            <p:ph type="body" sz="quarter" idx="48" hasCustomPrompt="1"/>
          </p:nvPr>
        </p:nvSpPr>
        <p:spPr>
          <a:xfrm>
            <a:off x="2757602"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de-DE" noProof="0"/>
              <a:t>MM</a:t>
            </a:r>
          </a:p>
        </p:txBody>
      </p:sp>
      <p:sp>
        <p:nvSpPr>
          <p:cNvPr id="22" name="Textplatzhalter 10">
            <a:extLst>
              <a:ext uri="{FF2B5EF4-FFF2-40B4-BE49-F238E27FC236}">
                <a16:creationId xmlns:a16="http://schemas.microsoft.com/office/drawing/2014/main" id="{6EB397AF-B5C1-40FE-86D4-BA660E4C6E46}"/>
              </a:ext>
            </a:extLst>
          </p:cNvPr>
          <p:cNvSpPr>
            <a:spLocks noGrp="1"/>
          </p:cNvSpPr>
          <p:nvPr>
            <p:ph type="body" sz="quarter" idx="49" hasCustomPrompt="1"/>
          </p:nvPr>
        </p:nvSpPr>
        <p:spPr>
          <a:xfrm>
            <a:off x="3545289"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de-DE" noProof="0"/>
              <a:t>MM</a:t>
            </a:r>
          </a:p>
        </p:txBody>
      </p:sp>
      <p:sp>
        <p:nvSpPr>
          <p:cNvPr id="23" name="Textplatzhalter 10">
            <a:extLst>
              <a:ext uri="{FF2B5EF4-FFF2-40B4-BE49-F238E27FC236}">
                <a16:creationId xmlns:a16="http://schemas.microsoft.com/office/drawing/2014/main" id="{AF1343D5-DC0F-4C7E-967F-CFC300A2C807}"/>
              </a:ext>
            </a:extLst>
          </p:cNvPr>
          <p:cNvSpPr>
            <a:spLocks noGrp="1"/>
          </p:cNvSpPr>
          <p:nvPr>
            <p:ph type="body" sz="quarter" idx="50" hasCustomPrompt="1"/>
          </p:nvPr>
        </p:nvSpPr>
        <p:spPr>
          <a:xfrm>
            <a:off x="4332976"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de-DE" noProof="0"/>
              <a:t>MM</a:t>
            </a:r>
          </a:p>
        </p:txBody>
      </p:sp>
      <p:sp>
        <p:nvSpPr>
          <p:cNvPr id="24" name="Textplatzhalter 10">
            <a:extLst>
              <a:ext uri="{FF2B5EF4-FFF2-40B4-BE49-F238E27FC236}">
                <a16:creationId xmlns:a16="http://schemas.microsoft.com/office/drawing/2014/main" id="{9AD688A5-D2DF-4FC3-8171-FAEA8C4F5566}"/>
              </a:ext>
            </a:extLst>
          </p:cNvPr>
          <p:cNvSpPr>
            <a:spLocks noGrp="1"/>
          </p:cNvSpPr>
          <p:nvPr>
            <p:ph type="body" sz="quarter" idx="51" hasCustomPrompt="1"/>
          </p:nvPr>
        </p:nvSpPr>
        <p:spPr>
          <a:xfrm>
            <a:off x="5120663"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de-DE" noProof="0"/>
              <a:t>MM</a:t>
            </a:r>
          </a:p>
        </p:txBody>
      </p:sp>
      <p:sp>
        <p:nvSpPr>
          <p:cNvPr id="25" name="Textplatzhalter 10">
            <a:extLst>
              <a:ext uri="{FF2B5EF4-FFF2-40B4-BE49-F238E27FC236}">
                <a16:creationId xmlns:a16="http://schemas.microsoft.com/office/drawing/2014/main" id="{EA05A5D4-01B0-4932-B03E-571986E282EA}"/>
              </a:ext>
            </a:extLst>
          </p:cNvPr>
          <p:cNvSpPr>
            <a:spLocks noGrp="1"/>
          </p:cNvSpPr>
          <p:nvPr>
            <p:ph type="body" sz="quarter" idx="52" hasCustomPrompt="1"/>
          </p:nvPr>
        </p:nvSpPr>
        <p:spPr>
          <a:xfrm>
            <a:off x="5908350"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de-DE" noProof="0"/>
              <a:t>MM</a:t>
            </a:r>
          </a:p>
        </p:txBody>
      </p:sp>
      <p:sp>
        <p:nvSpPr>
          <p:cNvPr id="26" name="Textplatzhalter 10">
            <a:extLst>
              <a:ext uri="{FF2B5EF4-FFF2-40B4-BE49-F238E27FC236}">
                <a16:creationId xmlns:a16="http://schemas.microsoft.com/office/drawing/2014/main" id="{72A84601-CD4F-49ED-8D51-CEF032363058}"/>
              </a:ext>
            </a:extLst>
          </p:cNvPr>
          <p:cNvSpPr>
            <a:spLocks noGrp="1"/>
          </p:cNvSpPr>
          <p:nvPr>
            <p:ph type="body" sz="quarter" idx="53" hasCustomPrompt="1"/>
          </p:nvPr>
        </p:nvSpPr>
        <p:spPr>
          <a:xfrm>
            <a:off x="6696037"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de-DE" noProof="0"/>
              <a:t>MM</a:t>
            </a:r>
          </a:p>
        </p:txBody>
      </p:sp>
      <p:sp>
        <p:nvSpPr>
          <p:cNvPr id="27" name="Textplatzhalter 10">
            <a:extLst>
              <a:ext uri="{FF2B5EF4-FFF2-40B4-BE49-F238E27FC236}">
                <a16:creationId xmlns:a16="http://schemas.microsoft.com/office/drawing/2014/main" id="{C49FB196-753D-4A12-9460-57D8AB4B540B}"/>
              </a:ext>
            </a:extLst>
          </p:cNvPr>
          <p:cNvSpPr>
            <a:spLocks noGrp="1"/>
          </p:cNvSpPr>
          <p:nvPr>
            <p:ph type="body" sz="quarter" idx="54" hasCustomPrompt="1"/>
          </p:nvPr>
        </p:nvSpPr>
        <p:spPr>
          <a:xfrm>
            <a:off x="9059098"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de-DE" noProof="0"/>
              <a:t>MM</a:t>
            </a:r>
          </a:p>
        </p:txBody>
      </p:sp>
      <p:sp>
        <p:nvSpPr>
          <p:cNvPr id="28" name="Textplatzhalter 10">
            <a:extLst>
              <a:ext uri="{FF2B5EF4-FFF2-40B4-BE49-F238E27FC236}">
                <a16:creationId xmlns:a16="http://schemas.microsoft.com/office/drawing/2014/main" id="{DFC05EC7-9D6C-486B-9E2F-D3612013C0A1}"/>
              </a:ext>
            </a:extLst>
          </p:cNvPr>
          <p:cNvSpPr>
            <a:spLocks noGrp="1"/>
          </p:cNvSpPr>
          <p:nvPr>
            <p:ph type="body" sz="quarter" idx="55" hasCustomPrompt="1"/>
          </p:nvPr>
        </p:nvSpPr>
        <p:spPr>
          <a:xfrm>
            <a:off x="7483724"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de-DE" noProof="0"/>
              <a:t>MM</a:t>
            </a:r>
          </a:p>
        </p:txBody>
      </p:sp>
      <p:sp>
        <p:nvSpPr>
          <p:cNvPr id="29" name="Textplatzhalter 10">
            <a:extLst>
              <a:ext uri="{FF2B5EF4-FFF2-40B4-BE49-F238E27FC236}">
                <a16:creationId xmlns:a16="http://schemas.microsoft.com/office/drawing/2014/main" id="{98F455FB-241B-4E1F-B581-FA6CBA239545}"/>
              </a:ext>
            </a:extLst>
          </p:cNvPr>
          <p:cNvSpPr>
            <a:spLocks noGrp="1"/>
          </p:cNvSpPr>
          <p:nvPr>
            <p:ph type="body" sz="quarter" idx="56" hasCustomPrompt="1"/>
          </p:nvPr>
        </p:nvSpPr>
        <p:spPr>
          <a:xfrm>
            <a:off x="8271411"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de-DE" noProof="0"/>
              <a:t>MM</a:t>
            </a:r>
          </a:p>
        </p:txBody>
      </p:sp>
      <p:sp>
        <p:nvSpPr>
          <p:cNvPr id="30" name="Textplatzhalter 10">
            <a:extLst>
              <a:ext uri="{FF2B5EF4-FFF2-40B4-BE49-F238E27FC236}">
                <a16:creationId xmlns:a16="http://schemas.microsoft.com/office/drawing/2014/main" id="{9E38664A-8108-4E24-800B-3C32ADA43978}"/>
              </a:ext>
            </a:extLst>
          </p:cNvPr>
          <p:cNvSpPr>
            <a:spLocks noGrp="1"/>
          </p:cNvSpPr>
          <p:nvPr>
            <p:ph type="body" sz="quarter" idx="57" hasCustomPrompt="1"/>
          </p:nvPr>
        </p:nvSpPr>
        <p:spPr>
          <a:xfrm>
            <a:off x="9846785"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de-DE" noProof="0"/>
              <a:t>MM</a:t>
            </a:r>
          </a:p>
        </p:txBody>
      </p:sp>
      <p:sp>
        <p:nvSpPr>
          <p:cNvPr id="31" name="Textplatzhalter 10">
            <a:extLst>
              <a:ext uri="{FF2B5EF4-FFF2-40B4-BE49-F238E27FC236}">
                <a16:creationId xmlns:a16="http://schemas.microsoft.com/office/drawing/2014/main" id="{2908458B-A3ED-4855-9E08-108D7C4A8D36}"/>
              </a:ext>
            </a:extLst>
          </p:cNvPr>
          <p:cNvSpPr>
            <a:spLocks noGrp="1"/>
          </p:cNvSpPr>
          <p:nvPr>
            <p:ph type="body" sz="quarter" idx="58" hasCustomPrompt="1"/>
          </p:nvPr>
        </p:nvSpPr>
        <p:spPr>
          <a:xfrm>
            <a:off x="10634472"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de-DE" noProof="0"/>
              <a:t>MM</a:t>
            </a:r>
          </a:p>
        </p:txBody>
      </p:sp>
      <p:sp>
        <p:nvSpPr>
          <p:cNvPr id="32" name="Rechteck 31">
            <a:extLst>
              <a:ext uri="{FF2B5EF4-FFF2-40B4-BE49-F238E27FC236}">
                <a16:creationId xmlns:a16="http://schemas.microsoft.com/office/drawing/2014/main" id="{FFA35437-CCDE-4D92-B879-F23B329C8EC3}"/>
              </a:ext>
            </a:extLst>
          </p:cNvPr>
          <p:cNvSpPr/>
          <p:nvPr userDrawn="1"/>
        </p:nvSpPr>
        <p:spPr>
          <a:xfrm>
            <a:off x="929640" y="4034785"/>
            <a:ext cx="10332720" cy="4571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noProof="0">
              <a:solidFill>
                <a:schemeClr val="tx1">
                  <a:lumMod val="75000"/>
                  <a:lumOff val="25000"/>
                </a:schemeClr>
              </a:solidFill>
            </a:endParaRPr>
          </a:p>
        </p:txBody>
      </p:sp>
      <p:sp>
        <p:nvSpPr>
          <p:cNvPr id="36" name="Datumsplatzhalter 2">
            <a:extLst>
              <a:ext uri="{FF2B5EF4-FFF2-40B4-BE49-F238E27FC236}">
                <a16:creationId xmlns:a16="http://schemas.microsoft.com/office/drawing/2014/main" id="{1CDC588F-73BC-4108-974B-0EAAB8213CE0}"/>
              </a:ext>
            </a:extLst>
          </p:cNvPr>
          <p:cNvSpPr>
            <a:spLocks noGrp="1"/>
          </p:cNvSpPr>
          <p:nvPr>
            <p:ph type="dt" sz="half" idx="10"/>
          </p:nvPr>
        </p:nvSpPr>
        <p:spPr>
          <a:xfrm>
            <a:off x="838200" y="6356350"/>
            <a:ext cx="2743200" cy="365125"/>
          </a:xfrm>
        </p:spPr>
        <p:txBody>
          <a:bodyPr rtlCol="0"/>
          <a:lstStyle>
            <a:lvl1pPr>
              <a:defRPr sz="900"/>
            </a:lvl1pPr>
          </a:lstStyle>
          <a:p>
            <a:pPr rtl="0"/>
            <a:r>
              <a:rPr lang="de-DE" noProof="0"/>
              <a:t>20XX</a:t>
            </a:r>
          </a:p>
        </p:txBody>
      </p:sp>
      <p:sp>
        <p:nvSpPr>
          <p:cNvPr id="37" name="Fußzeilenplatzhalter 3">
            <a:extLst>
              <a:ext uri="{FF2B5EF4-FFF2-40B4-BE49-F238E27FC236}">
                <a16:creationId xmlns:a16="http://schemas.microsoft.com/office/drawing/2014/main" id="{B2AC1EB2-9B8F-4077-8B66-64F9549F2C99}"/>
              </a:ext>
            </a:extLst>
          </p:cNvPr>
          <p:cNvSpPr>
            <a:spLocks noGrp="1"/>
          </p:cNvSpPr>
          <p:nvPr>
            <p:ph type="ftr" sz="quarter" idx="11"/>
          </p:nvPr>
        </p:nvSpPr>
        <p:spPr>
          <a:xfrm>
            <a:off x="4038600" y="6356350"/>
            <a:ext cx="4114800" cy="365125"/>
          </a:xfrm>
        </p:spPr>
        <p:txBody>
          <a:bodyPr rtlCol="0"/>
          <a:lstStyle>
            <a:lvl1pPr>
              <a:defRPr sz="900"/>
            </a:lvl1pPr>
          </a:lstStyle>
          <a:p>
            <a:pPr rtl="0"/>
            <a:r>
              <a:rPr lang="de-DE" noProof="0"/>
              <a:t>Verkaufspräsentation</a:t>
            </a:r>
          </a:p>
        </p:txBody>
      </p:sp>
      <p:sp>
        <p:nvSpPr>
          <p:cNvPr id="38" name="Foliennummernplatzhalter 4">
            <a:extLst>
              <a:ext uri="{FF2B5EF4-FFF2-40B4-BE49-F238E27FC236}">
                <a16:creationId xmlns:a16="http://schemas.microsoft.com/office/drawing/2014/main" id="{28DE3E33-346A-45AF-B164-CB5DF04FAE6D}"/>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de-DE" noProof="0" smtClean="0"/>
              <a:t>‹Nr.›</a:t>
            </a:fld>
            <a:endParaRPr lang="de-DE" noProof="0"/>
          </a:p>
        </p:txBody>
      </p:sp>
    </p:spTree>
    <p:extLst>
      <p:ext uri="{BB962C8B-B14F-4D97-AF65-F5344CB8AC3E}">
        <p14:creationId xmlns:p14="http://schemas.microsoft.com/office/powerpoint/2010/main" val="20563234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martArt">
    <p:bg>
      <p:bgRef idx="1001">
        <a:schemeClr val="bg1"/>
      </p:bgRef>
    </p:bg>
    <p:spTree>
      <p:nvGrpSpPr>
        <p:cNvPr id="1" name=""/>
        <p:cNvGrpSpPr/>
        <p:nvPr/>
      </p:nvGrpSpPr>
      <p:grpSpPr>
        <a:xfrm>
          <a:off x="0" y="0"/>
          <a:ext cx="0" cy="0"/>
          <a:chOff x="0" y="0"/>
          <a:chExt cx="0" cy="0"/>
        </a:xfrm>
      </p:grpSpPr>
      <p:sp>
        <p:nvSpPr>
          <p:cNvPr id="7" name="SmartArt-Platzhalter 6">
            <a:extLst>
              <a:ext uri="{FF2B5EF4-FFF2-40B4-BE49-F238E27FC236}">
                <a16:creationId xmlns:a16="http://schemas.microsoft.com/office/drawing/2014/main" id="{156CA116-0F6E-4EE9-B34F-03BA07161A7A}"/>
              </a:ext>
            </a:extLst>
          </p:cNvPr>
          <p:cNvSpPr>
            <a:spLocks noGrp="1"/>
          </p:cNvSpPr>
          <p:nvPr>
            <p:ph type="dgm" sz="quarter" idx="15" hasCustomPrompt="1"/>
          </p:nvPr>
        </p:nvSpPr>
        <p:spPr>
          <a:xfrm>
            <a:off x="838200" y="2136776"/>
            <a:ext cx="10515600" cy="3697645"/>
          </a:xfrm>
        </p:spPr>
        <p:txBody>
          <a:bodyPr rtlCol="0"/>
          <a:lstStyle>
            <a:lvl1pPr>
              <a:defRPr>
                <a:solidFill>
                  <a:schemeClr val="tx1">
                    <a:lumMod val="75000"/>
                    <a:lumOff val="25000"/>
                  </a:schemeClr>
                </a:solidFill>
              </a:defRPr>
            </a:lvl1pPr>
          </a:lstStyle>
          <a:p>
            <a:pPr rtl="0"/>
            <a:r>
              <a:rPr lang="de-DE" noProof="0"/>
              <a:t>Klicken Sie auf Symbol, um die SmartArt-Grafik hinzufügen</a:t>
            </a:r>
          </a:p>
        </p:txBody>
      </p:sp>
      <p:sp>
        <p:nvSpPr>
          <p:cNvPr id="2" name="Titel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rtlCol="0">
            <a:normAutofit/>
          </a:bodyPr>
          <a:lstStyle>
            <a:lvl1pPr algn="ctr">
              <a:defRPr lang="en-US" sz="2800" kern="1200" spc="150" baseline="0" dirty="0">
                <a:solidFill>
                  <a:schemeClr val="tx1">
                    <a:lumMod val="75000"/>
                    <a:lumOff val="25000"/>
                  </a:schemeClr>
                </a:solidFill>
                <a:latin typeface="+mj-lt"/>
                <a:ea typeface="+mj-ea"/>
                <a:cs typeface="+mj-cs"/>
              </a:defRPr>
            </a:lvl1pPr>
          </a:lstStyle>
          <a:p>
            <a:pPr rtl="0"/>
            <a:r>
              <a:rPr lang="de-DE" noProof="0"/>
              <a:t>TITELMASTERFORMAT DURCH KLICKEN BEARBEITEN</a:t>
            </a:r>
          </a:p>
        </p:txBody>
      </p:sp>
      <p:sp>
        <p:nvSpPr>
          <p:cNvPr id="3" name="Datumsplatzhalter 2">
            <a:extLst>
              <a:ext uri="{FF2B5EF4-FFF2-40B4-BE49-F238E27FC236}">
                <a16:creationId xmlns:a16="http://schemas.microsoft.com/office/drawing/2014/main" id="{7E085D26-FA83-4414-959E-98936A772670}"/>
              </a:ext>
            </a:extLst>
          </p:cNvPr>
          <p:cNvSpPr>
            <a:spLocks noGrp="1"/>
          </p:cNvSpPr>
          <p:nvPr>
            <p:ph type="dt" sz="half" idx="10"/>
          </p:nvPr>
        </p:nvSpPr>
        <p:spPr/>
        <p:txBody>
          <a:bodyPr rtlCol="0"/>
          <a:lstStyle>
            <a:lvl1pPr>
              <a:defRPr sz="900"/>
            </a:lvl1pPr>
          </a:lstStyle>
          <a:p>
            <a:pPr rtl="0"/>
            <a:r>
              <a:rPr lang="de-DE" noProof="0"/>
              <a:t>20XX</a:t>
            </a:r>
          </a:p>
        </p:txBody>
      </p:sp>
      <p:sp>
        <p:nvSpPr>
          <p:cNvPr id="4" name="Fußzeilenplatzhalt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rtlCol="0"/>
          <a:lstStyle>
            <a:lvl1pPr>
              <a:defRPr sz="900"/>
            </a:lvl1pPr>
          </a:lstStyle>
          <a:p>
            <a:pPr rtl="0"/>
            <a:r>
              <a:rPr lang="de-DE" noProof="0"/>
              <a:t>Verkaufspräsentation</a:t>
            </a:r>
          </a:p>
        </p:txBody>
      </p:sp>
      <p:cxnSp>
        <p:nvCxnSpPr>
          <p:cNvPr id="10" name="Gerader Verbinder 9">
            <a:extLst>
              <a:ext uri="{FF2B5EF4-FFF2-40B4-BE49-F238E27FC236}">
                <a16:creationId xmlns:a16="http://schemas.microsoft.com/office/drawing/2014/main" id="{66988B2D-0240-4256-8268-4B9FF1E72363}"/>
              </a:ext>
            </a:extLst>
          </p:cNvPr>
          <p:cNvCxnSpPr>
            <a:cxnSpLocks/>
          </p:cNvCxnSpPr>
          <p:nvPr/>
        </p:nvCxnSpPr>
        <p:spPr>
          <a:xfrm flipV="1">
            <a:off x="0" y="0"/>
            <a:ext cx="2590800" cy="762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Gerader Verbinder 11">
            <a:extLst>
              <a:ext uri="{FF2B5EF4-FFF2-40B4-BE49-F238E27FC236}">
                <a16:creationId xmlns:a16="http://schemas.microsoft.com/office/drawing/2014/main" id="{D8EEAAE1-3D04-41C3-B2D2-B3BEF34C3B27}"/>
              </a:ext>
            </a:extLst>
          </p:cNvPr>
          <p:cNvCxnSpPr>
            <a:cxnSpLocks/>
          </p:cNvCxnSpPr>
          <p:nvPr/>
        </p:nvCxnSpPr>
        <p:spPr>
          <a:xfrm flipH="1">
            <a:off x="0" y="0"/>
            <a:ext cx="704850" cy="1027906"/>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Foliennummernplatzhalt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rtlCol="0"/>
          <a:lstStyle>
            <a:lvl1pPr>
              <a:defRPr sz="900"/>
            </a:lvl1pPr>
          </a:lstStyle>
          <a:p>
            <a:pPr rtl="0"/>
            <a:fld id="{B5CEABB6-07DC-46E8-9B57-56EC44A396E5}" type="slidenum">
              <a:rPr lang="de-DE" noProof="0" smtClean="0"/>
              <a:t>‹Nr.›</a:t>
            </a:fld>
            <a:endParaRPr lang="de-DE" noProof="0"/>
          </a:p>
        </p:txBody>
      </p:sp>
    </p:spTree>
    <p:extLst>
      <p:ext uri="{BB962C8B-B14F-4D97-AF65-F5344CB8AC3E}">
        <p14:creationId xmlns:p14="http://schemas.microsoft.com/office/powerpoint/2010/main" val="23543133"/>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eamfolie 4 Personen">
    <p:bg>
      <p:bgRef idx="1001">
        <a:schemeClr val="bg1"/>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lumMod val="75000"/>
                    <a:lumOff val="25000"/>
                  </a:schemeClr>
                </a:solidFill>
                <a:latin typeface="+mj-lt"/>
                <a:ea typeface="+mj-ea"/>
                <a:cs typeface="+mj-cs"/>
              </a:defRPr>
            </a:lvl1pPr>
          </a:lstStyle>
          <a:p>
            <a:pPr rtl="0"/>
            <a:r>
              <a:rPr lang="de-DE" noProof="0"/>
              <a:t>TITELMASTERFORMAT DURCH KLICKEN BEARBEITEN</a:t>
            </a:r>
          </a:p>
        </p:txBody>
      </p:sp>
      <p:sp>
        <p:nvSpPr>
          <p:cNvPr id="11" name="Bildplatzhalter 10">
            <a:extLst>
              <a:ext uri="{FF2B5EF4-FFF2-40B4-BE49-F238E27FC236}">
                <a16:creationId xmlns:a16="http://schemas.microsoft.com/office/drawing/2014/main" id="{B0BDE76A-30A6-4268-9656-28A484C3DCC9}"/>
              </a:ext>
            </a:extLst>
          </p:cNvPr>
          <p:cNvSpPr>
            <a:spLocks noGrp="1"/>
          </p:cNvSpPr>
          <p:nvPr>
            <p:ph type="pic" sz="quarter" idx="14" hasCustomPrompt="1"/>
          </p:nvPr>
        </p:nvSpPr>
        <p:spPr>
          <a:xfrm>
            <a:off x="1487181" y="2886074"/>
            <a:ext cx="1845511" cy="1845511"/>
          </a:xfrm>
          <a:solidFill>
            <a:schemeClr val="bg1">
              <a:lumMod val="95000"/>
            </a:schemeClr>
          </a:solidFill>
        </p:spPr>
        <p:txBody>
          <a:bodyPr rtlCol="0">
            <a:normAutofit/>
          </a:bodyPr>
          <a:lstStyle>
            <a:lvl1pPr marL="0" indent="0" algn="l">
              <a:lnSpc>
                <a:spcPct val="100000"/>
              </a:lnSpc>
              <a:buNone/>
              <a:defRPr sz="1400">
                <a:solidFill>
                  <a:schemeClr val="tx1">
                    <a:lumMod val="75000"/>
                    <a:lumOff val="25000"/>
                  </a:schemeClr>
                </a:solidFill>
              </a:defRPr>
            </a:lvl1pPr>
          </a:lstStyle>
          <a:p>
            <a:pPr rtl="0"/>
            <a:r>
              <a:rPr lang="de-DE" noProof="0"/>
              <a:t>Klicken Sie, um ein Bild hinzuzufügen.</a:t>
            </a:r>
          </a:p>
        </p:txBody>
      </p:sp>
      <p:sp>
        <p:nvSpPr>
          <p:cNvPr id="17" name="Bildplatzhalter 10">
            <a:extLst>
              <a:ext uri="{FF2B5EF4-FFF2-40B4-BE49-F238E27FC236}">
                <a16:creationId xmlns:a16="http://schemas.microsoft.com/office/drawing/2014/main" id="{C4CA5C9C-91D5-44B1-A82A-A49732B4691A}"/>
              </a:ext>
            </a:extLst>
          </p:cNvPr>
          <p:cNvSpPr>
            <a:spLocks noGrp="1"/>
          </p:cNvSpPr>
          <p:nvPr>
            <p:ph type="pic" sz="quarter" idx="15" hasCustomPrompt="1"/>
          </p:nvPr>
        </p:nvSpPr>
        <p:spPr>
          <a:xfrm>
            <a:off x="3836914" y="2886074"/>
            <a:ext cx="1845511" cy="1845511"/>
          </a:xfrm>
          <a:solidFill>
            <a:schemeClr val="bg1">
              <a:lumMod val="95000"/>
            </a:schemeClr>
          </a:solidFill>
        </p:spPr>
        <p:txBody>
          <a:bodyPr rtlCol="0">
            <a:normAutofit/>
          </a:bodyPr>
          <a:lstStyle>
            <a:lvl1pPr marL="0" indent="0" algn="l">
              <a:lnSpc>
                <a:spcPct val="100000"/>
              </a:lnSpc>
              <a:buNone/>
              <a:defRPr sz="1400">
                <a:solidFill>
                  <a:schemeClr val="tx1">
                    <a:lumMod val="75000"/>
                    <a:lumOff val="25000"/>
                  </a:schemeClr>
                </a:solidFill>
              </a:defRPr>
            </a:lvl1pPr>
          </a:lstStyle>
          <a:p>
            <a:pPr rtl="0"/>
            <a:r>
              <a:rPr lang="de-DE" noProof="0"/>
              <a:t>Klicken Sie, um ein Bild hinzuzufügen.</a:t>
            </a:r>
          </a:p>
        </p:txBody>
      </p:sp>
      <p:sp>
        <p:nvSpPr>
          <p:cNvPr id="18" name="Bildplatzhalter 10">
            <a:extLst>
              <a:ext uri="{FF2B5EF4-FFF2-40B4-BE49-F238E27FC236}">
                <a16:creationId xmlns:a16="http://schemas.microsoft.com/office/drawing/2014/main" id="{4EBC7D6F-397D-4C5A-AA62-F683F88531A2}"/>
              </a:ext>
            </a:extLst>
          </p:cNvPr>
          <p:cNvSpPr>
            <a:spLocks noGrp="1"/>
          </p:cNvSpPr>
          <p:nvPr>
            <p:ph type="pic" sz="quarter" idx="16" hasCustomPrompt="1"/>
          </p:nvPr>
        </p:nvSpPr>
        <p:spPr>
          <a:xfrm>
            <a:off x="6327578" y="2886074"/>
            <a:ext cx="1845511" cy="1845511"/>
          </a:xfrm>
          <a:solidFill>
            <a:schemeClr val="bg1">
              <a:lumMod val="95000"/>
            </a:schemeClr>
          </a:solidFill>
        </p:spPr>
        <p:txBody>
          <a:bodyPr rtlCol="0">
            <a:normAutofit/>
          </a:bodyPr>
          <a:lstStyle>
            <a:lvl1pPr marL="0" indent="0">
              <a:buNone/>
              <a:defRPr sz="1400"/>
            </a:lvl1pPr>
            <a:lvl2pPr marL="457200" indent="0" algn="l">
              <a:lnSpc>
                <a:spcPct val="100000"/>
              </a:lnSpc>
              <a:buNone/>
              <a:defRPr sz="1400">
                <a:solidFill>
                  <a:schemeClr val="tx1">
                    <a:lumMod val="75000"/>
                    <a:lumOff val="25000"/>
                  </a:schemeClr>
                </a:solidFill>
              </a:defRPr>
            </a:lvl2pPr>
          </a:lstStyle>
          <a:p>
            <a:pPr lvl="0" rtl="0"/>
            <a:r>
              <a:rPr lang="de-DE" noProof="0"/>
              <a:t>Klicken Sie, um ein Bild hinzuzufügen.</a:t>
            </a:r>
          </a:p>
        </p:txBody>
      </p:sp>
      <p:sp>
        <p:nvSpPr>
          <p:cNvPr id="19" name="Bildplatzhalter 10">
            <a:extLst>
              <a:ext uri="{FF2B5EF4-FFF2-40B4-BE49-F238E27FC236}">
                <a16:creationId xmlns:a16="http://schemas.microsoft.com/office/drawing/2014/main" id="{92E6B581-A522-4758-A9A4-8B9C7B860CF2}"/>
              </a:ext>
            </a:extLst>
          </p:cNvPr>
          <p:cNvSpPr>
            <a:spLocks noGrp="1"/>
          </p:cNvSpPr>
          <p:nvPr>
            <p:ph type="pic" sz="quarter" idx="17" hasCustomPrompt="1"/>
          </p:nvPr>
        </p:nvSpPr>
        <p:spPr>
          <a:xfrm>
            <a:off x="8747458" y="2886074"/>
            <a:ext cx="1845511" cy="1845511"/>
          </a:xfrm>
          <a:solidFill>
            <a:schemeClr val="bg1">
              <a:lumMod val="95000"/>
            </a:schemeClr>
          </a:solidFill>
        </p:spPr>
        <p:txBody>
          <a:bodyPr rtlCol="0">
            <a:normAutofit/>
          </a:bodyPr>
          <a:lstStyle>
            <a:lvl1pPr marL="0" indent="0" algn="l">
              <a:lnSpc>
                <a:spcPct val="100000"/>
              </a:lnSpc>
              <a:buNone/>
              <a:defRPr sz="1400">
                <a:solidFill>
                  <a:schemeClr val="tx1">
                    <a:lumMod val="75000"/>
                    <a:lumOff val="25000"/>
                  </a:schemeClr>
                </a:solidFill>
              </a:defRPr>
            </a:lvl1pPr>
          </a:lstStyle>
          <a:p>
            <a:pPr rtl="0"/>
            <a:r>
              <a:rPr lang="de-DE" noProof="0"/>
              <a:t>Klicken Sie, um ein Bild hinzuzufügen.</a:t>
            </a:r>
          </a:p>
        </p:txBody>
      </p:sp>
      <p:sp>
        <p:nvSpPr>
          <p:cNvPr id="3" name="Textplatzhalt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343248" y="5084524"/>
            <a:ext cx="2123743" cy="343061"/>
          </a:xfrm>
        </p:spPr>
        <p:txBody>
          <a:bodyPr rtlCol="0"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ZUM BEARBEITEN KLICKEN</a:t>
            </a:r>
          </a:p>
        </p:txBody>
      </p:sp>
      <p:sp>
        <p:nvSpPr>
          <p:cNvPr id="23" name="Textplatzhalt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692980" y="5099206"/>
            <a:ext cx="2135755" cy="343061"/>
          </a:xfrm>
        </p:spPr>
        <p:txBody>
          <a:bodyPr rtlCol="0"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ZUM BEARBEITEN KLICKEN</a:t>
            </a:r>
          </a:p>
        </p:txBody>
      </p:sp>
      <p:sp>
        <p:nvSpPr>
          <p:cNvPr id="24" name="Textplatzhalt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183644" y="5099206"/>
            <a:ext cx="2123743" cy="343061"/>
          </a:xfrm>
        </p:spPr>
        <p:txBody>
          <a:bodyPr rtlCol="0"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ZUM BEARBEITEN KLICKEN</a:t>
            </a:r>
          </a:p>
        </p:txBody>
      </p:sp>
      <p:sp>
        <p:nvSpPr>
          <p:cNvPr id="25" name="Textplatzhalt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603525" y="5084524"/>
            <a:ext cx="2123742" cy="343061"/>
          </a:xfrm>
        </p:spPr>
        <p:txBody>
          <a:bodyPr rtlCol="0"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ZUM BEARBEITEN KLICKEN</a:t>
            </a:r>
          </a:p>
        </p:txBody>
      </p:sp>
      <p:sp>
        <p:nvSpPr>
          <p:cNvPr id="26" name="Textplatzhalt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487181" y="5464114"/>
            <a:ext cx="1845511" cy="343061"/>
          </a:xfrm>
        </p:spPr>
        <p:txBody>
          <a:bodyPr rtlCol="0"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ZUM BEARBEITEN KLICKEN</a:t>
            </a:r>
          </a:p>
        </p:txBody>
      </p:sp>
      <p:sp>
        <p:nvSpPr>
          <p:cNvPr id="27" name="Textplatzhalt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36913" y="5478796"/>
            <a:ext cx="1855949" cy="343061"/>
          </a:xfrm>
        </p:spPr>
        <p:txBody>
          <a:bodyPr rtlCol="0"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ZUM BEARBEITEN KLICKEN</a:t>
            </a:r>
          </a:p>
        </p:txBody>
      </p:sp>
      <p:sp>
        <p:nvSpPr>
          <p:cNvPr id="28" name="Textplatzhalt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327577" y="5478796"/>
            <a:ext cx="1845511" cy="343061"/>
          </a:xfrm>
        </p:spPr>
        <p:txBody>
          <a:bodyPr rtlCol="0"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ZUM BEARBEITEN KLICKEN</a:t>
            </a:r>
          </a:p>
        </p:txBody>
      </p:sp>
      <p:sp>
        <p:nvSpPr>
          <p:cNvPr id="29" name="Textplatzhalt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7458" y="5464114"/>
            <a:ext cx="1845510" cy="343061"/>
          </a:xfrm>
        </p:spPr>
        <p:txBody>
          <a:bodyPr rtlCol="0"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ZUM BEARBEITEN KLICKEN</a:t>
            </a:r>
          </a:p>
        </p:txBody>
      </p:sp>
      <p:sp>
        <p:nvSpPr>
          <p:cNvPr id="7" name="Datumsplatzhalter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de-DE" noProof="0"/>
              <a:t>20XX</a:t>
            </a:r>
          </a:p>
        </p:txBody>
      </p:sp>
      <p:sp>
        <p:nvSpPr>
          <p:cNvPr id="8" name="Fußzeilenplatzhalt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de-DE" noProof="0"/>
              <a:t>Verkaufspräsentation</a:t>
            </a:r>
          </a:p>
        </p:txBody>
      </p:sp>
      <p:sp>
        <p:nvSpPr>
          <p:cNvPr id="9" name="Foliennummernplatzhalt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de-DE" noProof="0" smtClean="0"/>
              <a:t>‹Nr.›</a:t>
            </a:fld>
            <a:endParaRPr lang="de-DE" noProof="0"/>
          </a:p>
        </p:txBody>
      </p:sp>
      <p:cxnSp>
        <p:nvCxnSpPr>
          <p:cNvPr id="10" name="Gerader Verbinder 9">
            <a:extLst>
              <a:ext uri="{FF2B5EF4-FFF2-40B4-BE49-F238E27FC236}">
                <a16:creationId xmlns:a16="http://schemas.microsoft.com/office/drawing/2014/main" id="{4E4B72DA-52CB-4D39-A342-8857B4D959B2}"/>
              </a:ext>
              <a:ext uri="{C183D7F6-B498-43B3-948B-1728B52AA6E4}">
                <adec:decorative xmlns:adec="http://schemas.microsoft.com/office/drawing/2017/decorative" val="1"/>
              </a:ext>
            </a:extLst>
          </p:cNvPr>
          <p:cNvCxnSpPr/>
          <p:nvPr/>
        </p:nvCxnSpPr>
        <p:spPr>
          <a:xfrm flipH="1" flipV="1">
            <a:off x="7334250" y="0"/>
            <a:ext cx="4857750" cy="762000"/>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Gerader Verbinder 14">
            <a:extLst>
              <a:ext uri="{FF2B5EF4-FFF2-40B4-BE49-F238E27FC236}">
                <a16:creationId xmlns:a16="http://schemas.microsoft.com/office/drawing/2014/main" id="{21D9BCDA-DFB7-41A4-A7C7-CEE86CEDCBE5}"/>
              </a:ext>
              <a:ext uri="{C183D7F6-B498-43B3-948B-1728B52AA6E4}">
                <adec:decorative xmlns:adec="http://schemas.microsoft.com/office/drawing/2017/decorative" val="1"/>
              </a:ext>
            </a:extLst>
          </p:cNvPr>
          <p:cNvCxnSpPr>
            <a:cxnSpLocks/>
          </p:cNvCxnSpPr>
          <p:nvPr/>
        </p:nvCxnSpPr>
        <p:spPr>
          <a:xfrm>
            <a:off x="11487150" y="0"/>
            <a:ext cx="704850" cy="1724025"/>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237283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93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eamfolie 8 Personen">
    <p:bg>
      <p:bgPr>
        <a:solidFill>
          <a:schemeClr val="accent2"/>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bg1">
                    <a:lumMod val="75000"/>
                    <a:lumOff val="25000"/>
                  </a:schemeClr>
                </a:solidFill>
                <a:latin typeface="+mj-lt"/>
                <a:ea typeface="+mj-ea"/>
                <a:cs typeface="+mj-cs"/>
              </a:defRPr>
            </a:lvl1pPr>
          </a:lstStyle>
          <a:p>
            <a:pPr rtl="0"/>
            <a:r>
              <a:rPr lang="de-DE" noProof="0"/>
              <a:t>TITELMASTERFORMAT DURCH KLICKEN BEARBEITEN</a:t>
            </a:r>
          </a:p>
        </p:txBody>
      </p:sp>
      <p:sp>
        <p:nvSpPr>
          <p:cNvPr id="11" name="Bildplatzhalter 10">
            <a:extLst>
              <a:ext uri="{FF2B5EF4-FFF2-40B4-BE49-F238E27FC236}">
                <a16:creationId xmlns:a16="http://schemas.microsoft.com/office/drawing/2014/main" id="{B0BDE76A-30A6-4268-9656-28A484C3DCC9}"/>
              </a:ext>
            </a:extLst>
          </p:cNvPr>
          <p:cNvSpPr>
            <a:spLocks noGrp="1"/>
          </p:cNvSpPr>
          <p:nvPr>
            <p:ph type="pic" sz="quarter" idx="14" hasCustomPrompt="1"/>
          </p:nvPr>
        </p:nvSpPr>
        <p:spPr>
          <a:xfrm>
            <a:off x="1877176" y="2428875"/>
            <a:ext cx="1066800" cy="1066800"/>
          </a:xfrm>
          <a:solidFill>
            <a:schemeClr val="tx1"/>
          </a:solidFill>
        </p:spPr>
        <p:txBody>
          <a:bodyPr rtlCol="0">
            <a:normAutofit/>
          </a:bodyPr>
          <a:lstStyle>
            <a:lvl1pPr marL="0" indent="0">
              <a:lnSpc>
                <a:spcPct val="100000"/>
              </a:lnSpc>
              <a:buNone/>
              <a:defRPr sz="900">
                <a:solidFill>
                  <a:schemeClr val="bg1">
                    <a:lumMod val="75000"/>
                    <a:lumOff val="25000"/>
                  </a:schemeClr>
                </a:solidFill>
              </a:defRPr>
            </a:lvl1pPr>
          </a:lstStyle>
          <a:p>
            <a:pPr rtl="0"/>
            <a:r>
              <a:rPr lang="de-DE" noProof="0"/>
              <a:t>Klicken Sie, um ein Bild hinzuzufügen.</a:t>
            </a:r>
          </a:p>
        </p:txBody>
      </p:sp>
      <p:sp>
        <p:nvSpPr>
          <p:cNvPr id="17" name="Bildplatzhalter 10">
            <a:extLst>
              <a:ext uri="{FF2B5EF4-FFF2-40B4-BE49-F238E27FC236}">
                <a16:creationId xmlns:a16="http://schemas.microsoft.com/office/drawing/2014/main" id="{C4CA5C9C-91D5-44B1-A82A-A49732B4691A}"/>
              </a:ext>
            </a:extLst>
          </p:cNvPr>
          <p:cNvSpPr>
            <a:spLocks noGrp="1"/>
          </p:cNvSpPr>
          <p:nvPr>
            <p:ph type="pic" sz="quarter" idx="15" hasCustomPrompt="1"/>
          </p:nvPr>
        </p:nvSpPr>
        <p:spPr>
          <a:xfrm>
            <a:off x="4226270" y="2428875"/>
            <a:ext cx="1066800" cy="1066800"/>
          </a:xfrm>
          <a:solidFill>
            <a:schemeClr val="tx1"/>
          </a:solidFill>
        </p:spPr>
        <p:txBody>
          <a:bodyPr rtlCol="0">
            <a:normAutofit/>
          </a:bodyPr>
          <a:lstStyle>
            <a:lvl1pPr marL="0" indent="0">
              <a:lnSpc>
                <a:spcPct val="100000"/>
              </a:lnSpc>
              <a:buNone/>
              <a:defRPr sz="900">
                <a:solidFill>
                  <a:schemeClr val="bg1">
                    <a:lumMod val="75000"/>
                    <a:lumOff val="25000"/>
                  </a:schemeClr>
                </a:solidFill>
              </a:defRPr>
            </a:lvl1pPr>
          </a:lstStyle>
          <a:p>
            <a:pPr rtl="0"/>
            <a:r>
              <a:rPr lang="de-DE" noProof="0"/>
              <a:t>Klicken Sie, um ein Bild hinzuzufügen.</a:t>
            </a:r>
          </a:p>
        </p:txBody>
      </p:sp>
      <p:sp>
        <p:nvSpPr>
          <p:cNvPr id="18" name="Bildplatzhalter 10">
            <a:extLst>
              <a:ext uri="{FF2B5EF4-FFF2-40B4-BE49-F238E27FC236}">
                <a16:creationId xmlns:a16="http://schemas.microsoft.com/office/drawing/2014/main" id="{4EBC7D6F-397D-4C5A-AA62-F683F88531A2}"/>
              </a:ext>
            </a:extLst>
          </p:cNvPr>
          <p:cNvSpPr>
            <a:spLocks noGrp="1"/>
          </p:cNvSpPr>
          <p:nvPr>
            <p:ph type="pic" sz="quarter" idx="16" hasCustomPrompt="1"/>
          </p:nvPr>
        </p:nvSpPr>
        <p:spPr>
          <a:xfrm>
            <a:off x="6716934" y="2428875"/>
            <a:ext cx="1066800" cy="1066800"/>
          </a:xfrm>
          <a:solidFill>
            <a:schemeClr val="tx1"/>
          </a:solidFill>
        </p:spPr>
        <p:txBody>
          <a:bodyPr rtlCol="0">
            <a:noAutofit/>
          </a:bodyPr>
          <a:lstStyle>
            <a:lvl1pPr marL="0" indent="0" algn="l">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rtl="0"/>
            <a:r>
              <a:rPr lang="de-DE" noProof="0"/>
              <a:t>Klicken Sie, um ein Bild hinzuzufügen.</a:t>
            </a:r>
          </a:p>
        </p:txBody>
      </p:sp>
      <p:sp>
        <p:nvSpPr>
          <p:cNvPr id="19" name="Bildplatzhalter 10">
            <a:extLst>
              <a:ext uri="{FF2B5EF4-FFF2-40B4-BE49-F238E27FC236}">
                <a16:creationId xmlns:a16="http://schemas.microsoft.com/office/drawing/2014/main" id="{92E6B581-A522-4758-A9A4-8B9C7B860CF2}"/>
              </a:ext>
            </a:extLst>
          </p:cNvPr>
          <p:cNvSpPr>
            <a:spLocks noGrp="1"/>
          </p:cNvSpPr>
          <p:nvPr>
            <p:ph type="pic" sz="quarter" idx="17" hasCustomPrompt="1"/>
          </p:nvPr>
        </p:nvSpPr>
        <p:spPr>
          <a:xfrm>
            <a:off x="9136814" y="2428875"/>
            <a:ext cx="1066800" cy="1066800"/>
          </a:xfrm>
          <a:solidFill>
            <a:schemeClr val="tx1"/>
          </a:solidFill>
        </p:spPr>
        <p:txBody>
          <a:bodyPr rtlCol="0">
            <a:normAutofit/>
          </a:bodyPr>
          <a:lstStyle>
            <a:lvl1pPr marL="0" indent="0">
              <a:lnSpc>
                <a:spcPct val="100000"/>
              </a:lnSpc>
              <a:buNone/>
              <a:defRPr sz="900">
                <a:solidFill>
                  <a:schemeClr val="bg1">
                    <a:lumMod val="75000"/>
                    <a:lumOff val="25000"/>
                  </a:schemeClr>
                </a:solidFill>
              </a:defRPr>
            </a:lvl1pPr>
          </a:lstStyle>
          <a:p>
            <a:pPr rtl="0"/>
            <a:r>
              <a:rPr lang="de-DE" noProof="0"/>
              <a:t>Klicken Sie, um ein Bild hinzuzufügen.</a:t>
            </a:r>
          </a:p>
        </p:txBody>
      </p:sp>
      <p:sp>
        <p:nvSpPr>
          <p:cNvPr id="3" name="Textplatzhalt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500168" y="3654378"/>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ZUM BEARBEITEN KLICKEN</a:t>
            </a:r>
          </a:p>
        </p:txBody>
      </p:sp>
      <p:sp>
        <p:nvSpPr>
          <p:cNvPr id="26" name="Textplatzhalt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390120" y="3782039"/>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ZUM BEARBEITEN KLICKEN</a:t>
            </a:r>
          </a:p>
        </p:txBody>
      </p:sp>
      <p:sp>
        <p:nvSpPr>
          <p:cNvPr id="23" name="Textplatzhalt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849262" y="3669060"/>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ZUM BEARBEITEN KLICKEN</a:t>
            </a:r>
          </a:p>
        </p:txBody>
      </p:sp>
      <p:sp>
        <p:nvSpPr>
          <p:cNvPr id="27" name="Textplatzhalt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739214" y="3796721"/>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ZUM BEARBEITEN KLICKEN</a:t>
            </a:r>
          </a:p>
        </p:txBody>
      </p:sp>
      <p:sp>
        <p:nvSpPr>
          <p:cNvPr id="24" name="Textplatzhalt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339926" y="3669060"/>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ZUM BEARBEITEN KLICKEN</a:t>
            </a:r>
          </a:p>
        </p:txBody>
      </p:sp>
      <p:sp>
        <p:nvSpPr>
          <p:cNvPr id="28" name="Textplatzhalt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217963" y="3796721"/>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ZUM BEARBEITEN KLICKEN</a:t>
            </a:r>
          </a:p>
        </p:txBody>
      </p:sp>
      <p:sp>
        <p:nvSpPr>
          <p:cNvPr id="25" name="Textplatzhalt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759806" y="3654378"/>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ZUM BEARBEITEN KLICKEN</a:t>
            </a:r>
          </a:p>
        </p:txBody>
      </p:sp>
      <p:sp>
        <p:nvSpPr>
          <p:cNvPr id="29" name="Textplatzhalt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634432" y="3782039"/>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ZUM BEARBEITEN KLICKEN</a:t>
            </a:r>
          </a:p>
        </p:txBody>
      </p:sp>
      <p:sp>
        <p:nvSpPr>
          <p:cNvPr id="55" name="Bildplatzhalter 10">
            <a:extLst>
              <a:ext uri="{FF2B5EF4-FFF2-40B4-BE49-F238E27FC236}">
                <a16:creationId xmlns:a16="http://schemas.microsoft.com/office/drawing/2014/main" id="{1EBAEB1D-A7F9-4F90-B642-4277D3802BAB}"/>
              </a:ext>
            </a:extLst>
          </p:cNvPr>
          <p:cNvSpPr>
            <a:spLocks noGrp="1"/>
          </p:cNvSpPr>
          <p:nvPr>
            <p:ph type="pic" sz="quarter" idx="26" hasCustomPrompt="1"/>
          </p:nvPr>
        </p:nvSpPr>
        <p:spPr>
          <a:xfrm>
            <a:off x="1877176" y="4287711"/>
            <a:ext cx="1066800" cy="1066800"/>
          </a:xfrm>
          <a:solidFill>
            <a:schemeClr val="tx1"/>
          </a:solidFill>
        </p:spPr>
        <p:txBody>
          <a:bodyPr rtlCol="0">
            <a:normAutofit/>
          </a:bodyPr>
          <a:lstStyle>
            <a:lvl1pPr marL="0" indent="0">
              <a:lnSpc>
                <a:spcPct val="100000"/>
              </a:lnSpc>
              <a:buNone/>
              <a:defRPr sz="900">
                <a:solidFill>
                  <a:schemeClr val="bg1">
                    <a:lumMod val="75000"/>
                    <a:lumOff val="25000"/>
                  </a:schemeClr>
                </a:solidFill>
              </a:defRPr>
            </a:lvl1pPr>
          </a:lstStyle>
          <a:p>
            <a:pPr rtl="0"/>
            <a:r>
              <a:rPr lang="de-DE" noProof="0"/>
              <a:t>Klicken Sie, um ein Bild hinzuzufügen.</a:t>
            </a:r>
          </a:p>
        </p:txBody>
      </p:sp>
      <p:sp>
        <p:nvSpPr>
          <p:cNvPr id="56" name="Bildplatzhalter 10">
            <a:extLst>
              <a:ext uri="{FF2B5EF4-FFF2-40B4-BE49-F238E27FC236}">
                <a16:creationId xmlns:a16="http://schemas.microsoft.com/office/drawing/2014/main" id="{9461A69E-14C8-4325-89AF-D4257C1C05BA}"/>
              </a:ext>
            </a:extLst>
          </p:cNvPr>
          <p:cNvSpPr>
            <a:spLocks noGrp="1"/>
          </p:cNvSpPr>
          <p:nvPr>
            <p:ph type="pic" sz="quarter" idx="27" hasCustomPrompt="1"/>
          </p:nvPr>
        </p:nvSpPr>
        <p:spPr>
          <a:xfrm>
            <a:off x="4226270" y="4287711"/>
            <a:ext cx="1066800" cy="1066800"/>
          </a:xfrm>
          <a:solidFill>
            <a:schemeClr val="tx1"/>
          </a:solidFill>
        </p:spPr>
        <p:txBody>
          <a:bodyPr rtlCol="0">
            <a:normAutofit/>
          </a:bodyPr>
          <a:lstStyle>
            <a:lvl1pPr marL="0" indent="0">
              <a:lnSpc>
                <a:spcPct val="100000"/>
              </a:lnSpc>
              <a:buNone/>
              <a:defRPr sz="900">
                <a:solidFill>
                  <a:schemeClr val="bg1">
                    <a:lumMod val="75000"/>
                    <a:lumOff val="25000"/>
                  </a:schemeClr>
                </a:solidFill>
              </a:defRPr>
            </a:lvl1pPr>
          </a:lstStyle>
          <a:p>
            <a:pPr rtl="0"/>
            <a:r>
              <a:rPr lang="de-DE" noProof="0"/>
              <a:t>Klicken Sie, um ein Bild hinzuzufügen.</a:t>
            </a:r>
          </a:p>
        </p:txBody>
      </p:sp>
      <p:sp>
        <p:nvSpPr>
          <p:cNvPr id="57" name="Bildplatzhalter 10">
            <a:extLst>
              <a:ext uri="{FF2B5EF4-FFF2-40B4-BE49-F238E27FC236}">
                <a16:creationId xmlns:a16="http://schemas.microsoft.com/office/drawing/2014/main" id="{0FB38616-82FB-4DAD-A82E-3777ACB41148}"/>
              </a:ext>
            </a:extLst>
          </p:cNvPr>
          <p:cNvSpPr>
            <a:spLocks noGrp="1"/>
          </p:cNvSpPr>
          <p:nvPr>
            <p:ph type="pic" sz="quarter" idx="28" hasCustomPrompt="1"/>
          </p:nvPr>
        </p:nvSpPr>
        <p:spPr>
          <a:xfrm>
            <a:off x="6716934" y="4287711"/>
            <a:ext cx="1066800" cy="1066800"/>
          </a:xfrm>
          <a:solidFill>
            <a:schemeClr val="tx1"/>
          </a:solidFill>
        </p:spPr>
        <p:txBody>
          <a:bodyPr rtlCol="0">
            <a:normAutofit/>
          </a:bodyPr>
          <a:lstStyle>
            <a:lvl1pPr marL="0" indent="0">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rtl="0"/>
            <a:r>
              <a:rPr lang="de-DE" noProof="0"/>
              <a:t>Klicken Sie, um ein Bild hinzuzufügen.</a:t>
            </a:r>
          </a:p>
        </p:txBody>
      </p:sp>
      <p:sp>
        <p:nvSpPr>
          <p:cNvPr id="58" name="Bildplatzhalter 10">
            <a:extLst>
              <a:ext uri="{FF2B5EF4-FFF2-40B4-BE49-F238E27FC236}">
                <a16:creationId xmlns:a16="http://schemas.microsoft.com/office/drawing/2014/main" id="{622ED9F4-EB9B-4588-8501-BFECB846EE73}"/>
              </a:ext>
            </a:extLst>
          </p:cNvPr>
          <p:cNvSpPr>
            <a:spLocks noGrp="1"/>
          </p:cNvSpPr>
          <p:nvPr>
            <p:ph type="pic" sz="quarter" idx="29" hasCustomPrompt="1"/>
          </p:nvPr>
        </p:nvSpPr>
        <p:spPr>
          <a:xfrm>
            <a:off x="9136814" y="4287711"/>
            <a:ext cx="1066800" cy="1066800"/>
          </a:xfrm>
          <a:solidFill>
            <a:schemeClr val="tx1"/>
          </a:solidFill>
        </p:spPr>
        <p:txBody>
          <a:bodyPr rtlCol="0">
            <a:normAutofit/>
          </a:bodyPr>
          <a:lstStyle>
            <a:lvl1pPr marL="0" indent="0">
              <a:lnSpc>
                <a:spcPct val="100000"/>
              </a:lnSpc>
              <a:buNone/>
              <a:defRPr sz="900">
                <a:solidFill>
                  <a:schemeClr val="bg1">
                    <a:lumMod val="75000"/>
                    <a:lumOff val="25000"/>
                  </a:schemeClr>
                </a:solidFill>
              </a:defRPr>
            </a:lvl1pPr>
          </a:lstStyle>
          <a:p>
            <a:pPr rtl="0"/>
            <a:r>
              <a:rPr lang="de-DE" noProof="0"/>
              <a:t>Klicken Sie, um ein Bild hinzuzufügen.</a:t>
            </a:r>
          </a:p>
        </p:txBody>
      </p:sp>
      <p:sp>
        <p:nvSpPr>
          <p:cNvPr id="54" name="Textplatzhalter 2">
            <a:extLst>
              <a:ext uri="{FF2B5EF4-FFF2-40B4-BE49-F238E27FC236}">
                <a16:creationId xmlns:a16="http://schemas.microsoft.com/office/drawing/2014/main" id="{22930C5B-603C-494E-A467-8B394D01D406}"/>
              </a:ext>
            </a:extLst>
          </p:cNvPr>
          <p:cNvSpPr>
            <a:spLocks noGrp="1"/>
          </p:cNvSpPr>
          <p:nvPr>
            <p:ph type="body" idx="25" hasCustomPrompt="1"/>
          </p:nvPr>
        </p:nvSpPr>
        <p:spPr>
          <a:xfrm>
            <a:off x="1500168" y="5513214"/>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ZUM BEARBEITEN KLICKEN</a:t>
            </a:r>
          </a:p>
        </p:txBody>
      </p:sp>
      <p:sp>
        <p:nvSpPr>
          <p:cNvPr id="62" name="Textplatzhalter 2">
            <a:extLst>
              <a:ext uri="{FF2B5EF4-FFF2-40B4-BE49-F238E27FC236}">
                <a16:creationId xmlns:a16="http://schemas.microsoft.com/office/drawing/2014/main" id="{540C455F-A23B-493F-B95E-AB485D91DA6A}"/>
              </a:ext>
            </a:extLst>
          </p:cNvPr>
          <p:cNvSpPr>
            <a:spLocks noGrp="1"/>
          </p:cNvSpPr>
          <p:nvPr>
            <p:ph type="body" idx="33" hasCustomPrompt="1"/>
          </p:nvPr>
        </p:nvSpPr>
        <p:spPr>
          <a:xfrm>
            <a:off x="1390120" y="5640875"/>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ZUM BEARBEITEN KLICKEN</a:t>
            </a:r>
          </a:p>
        </p:txBody>
      </p:sp>
      <p:sp>
        <p:nvSpPr>
          <p:cNvPr id="59" name="Textplatzhalter 2">
            <a:extLst>
              <a:ext uri="{FF2B5EF4-FFF2-40B4-BE49-F238E27FC236}">
                <a16:creationId xmlns:a16="http://schemas.microsoft.com/office/drawing/2014/main" id="{6D1C374C-DAF7-40EF-B279-4EC7A2AFE6A2}"/>
              </a:ext>
            </a:extLst>
          </p:cNvPr>
          <p:cNvSpPr>
            <a:spLocks noGrp="1"/>
          </p:cNvSpPr>
          <p:nvPr>
            <p:ph type="body" idx="30" hasCustomPrompt="1"/>
          </p:nvPr>
        </p:nvSpPr>
        <p:spPr>
          <a:xfrm>
            <a:off x="3849262" y="5527896"/>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ZUM BEARBEITEN KLICKEN</a:t>
            </a:r>
          </a:p>
        </p:txBody>
      </p:sp>
      <p:sp>
        <p:nvSpPr>
          <p:cNvPr id="63" name="Textplatzhalter 2">
            <a:extLst>
              <a:ext uri="{FF2B5EF4-FFF2-40B4-BE49-F238E27FC236}">
                <a16:creationId xmlns:a16="http://schemas.microsoft.com/office/drawing/2014/main" id="{421FF438-E4E8-4643-BCB3-4A1C12429042}"/>
              </a:ext>
            </a:extLst>
          </p:cNvPr>
          <p:cNvSpPr>
            <a:spLocks noGrp="1"/>
          </p:cNvSpPr>
          <p:nvPr>
            <p:ph type="body" idx="34" hasCustomPrompt="1"/>
          </p:nvPr>
        </p:nvSpPr>
        <p:spPr>
          <a:xfrm>
            <a:off x="3739214" y="5655557"/>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ZUM BEARBEITEN KLICKEN</a:t>
            </a:r>
          </a:p>
        </p:txBody>
      </p:sp>
      <p:sp>
        <p:nvSpPr>
          <p:cNvPr id="60" name="Textplatzhalter 2">
            <a:extLst>
              <a:ext uri="{FF2B5EF4-FFF2-40B4-BE49-F238E27FC236}">
                <a16:creationId xmlns:a16="http://schemas.microsoft.com/office/drawing/2014/main" id="{D4FEDD19-A7BA-45BB-93A0-F1E896C9F26D}"/>
              </a:ext>
            </a:extLst>
          </p:cNvPr>
          <p:cNvSpPr>
            <a:spLocks noGrp="1"/>
          </p:cNvSpPr>
          <p:nvPr>
            <p:ph type="body" idx="31" hasCustomPrompt="1"/>
          </p:nvPr>
        </p:nvSpPr>
        <p:spPr>
          <a:xfrm>
            <a:off x="6339926" y="5527896"/>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ZUM BEARBEITEN KLICKEN</a:t>
            </a:r>
          </a:p>
        </p:txBody>
      </p:sp>
      <p:sp>
        <p:nvSpPr>
          <p:cNvPr id="64" name="Textplatzhalter 2">
            <a:extLst>
              <a:ext uri="{FF2B5EF4-FFF2-40B4-BE49-F238E27FC236}">
                <a16:creationId xmlns:a16="http://schemas.microsoft.com/office/drawing/2014/main" id="{A12F0175-7AEE-46B1-9590-D4A427680DC7}"/>
              </a:ext>
            </a:extLst>
          </p:cNvPr>
          <p:cNvSpPr>
            <a:spLocks noGrp="1"/>
          </p:cNvSpPr>
          <p:nvPr>
            <p:ph type="body" idx="35" hasCustomPrompt="1"/>
          </p:nvPr>
        </p:nvSpPr>
        <p:spPr>
          <a:xfrm>
            <a:off x="6229878" y="5655557"/>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ZUM BEARBEITEN KLICKEN</a:t>
            </a:r>
          </a:p>
        </p:txBody>
      </p:sp>
      <p:sp>
        <p:nvSpPr>
          <p:cNvPr id="61" name="Textplatzhalter 2">
            <a:extLst>
              <a:ext uri="{FF2B5EF4-FFF2-40B4-BE49-F238E27FC236}">
                <a16:creationId xmlns:a16="http://schemas.microsoft.com/office/drawing/2014/main" id="{5026D39F-46AB-4680-9A52-F367344A3531}"/>
              </a:ext>
            </a:extLst>
          </p:cNvPr>
          <p:cNvSpPr>
            <a:spLocks noGrp="1"/>
          </p:cNvSpPr>
          <p:nvPr>
            <p:ph type="body" idx="32" hasCustomPrompt="1"/>
          </p:nvPr>
        </p:nvSpPr>
        <p:spPr>
          <a:xfrm>
            <a:off x="8759806" y="5513214"/>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ZUM BEARBEITEN KLICKEN</a:t>
            </a:r>
          </a:p>
        </p:txBody>
      </p:sp>
      <p:sp>
        <p:nvSpPr>
          <p:cNvPr id="65" name="Textplatzhalter 2">
            <a:extLst>
              <a:ext uri="{FF2B5EF4-FFF2-40B4-BE49-F238E27FC236}">
                <a16:creationId xmlns:a16="http://schemas.microsoft.com/office/drawing/2014/main" id="{04E11FE2-6320-4E8C-A5B3-8104AF329ADA}"/>
              </a:ext>
            </a:extLst>
          </p:cNvPr>
          <p:cNvSpPr>
            <a:spLocks noGrp="1"/>
          </p:cNvSpPr>
          <p:nvPr>
            <p:ph type="body" idx="36" hasCustomPrompt="1"/>
          </p:nvPr>
        </p:nvSpPr>
        <p:spPr>
          <a:xfrm>
            <a:off x="8634432" y="5640875"/>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ZUM BEARBEITEN KLICKEN</a:t>
            </a:r>
          </a:p>
        </p:txBody>
      </p:sp>
      <p:sp>
        <p:nvSpPr>
          <p:cNvPr id="7" name="Datumsplatzhalter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solidFill>
                  <a:srgbClr val="898989"/>
                </a:solidFill>
              </a:defRPr>
            </a:lvl1pPr>
          </a:lstStyle>
          <a:p>
            <a:pPr rtl="0"/>
            <a:r>
              <a:rPr lang="de-DE" noProof="0"/>
              <a:t>20XX</a:t>
            </a:r>
          </a:p>
        </p:txBody>
      </p:sp>
      <p:sp>
        <p:nvSpPr>
          <p:cNvPr id="8" name="Fußzeilenplatzhalt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solidFill>
                  <a:srgbClr val="898989"/>
                </a:solidFill>
              </a:defRPr>
            </a:lvl1pPr>
          </a:lstStyle>
          <a:p>
            <a:pPr rtl="0"/>
            <a:r>
              <a:rPr lang="de-DE" noProof="0"/>
              <a:t>Verkaufspräsentation</a:t>
            </a:r>
          </a:p>
        </p:txBody>
      </p:sp>
      <p:sp>
        <p:nvSpPr>
          <p:cNvPr id="9" name="Foliennummernplatzhalt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solidFill>
                  <a:srgbClr val="898989"/>
                </a:solidFill>
              </a:defRPr>
            </a:lvl1pPr>
          </a:lstStyle>
          <a:p>
            <a:pPr rtl="0"/>
            <a:fld id="{B5CEABB6-07DC-46E8-9B57-56EC44A396E5}" type="slidenum">
              <a:rPr lang="de-DE" noProof="0" smtClean="0"/>
              <a:t>‹Nr.›</a:t>
            </a:fld>
            <a:endParaRPr lang="de-DE" noProof="0"/>
          </a:p>
        </p:txBody>
      </p:sp>
      <p:pic>
        <p:nvPicPr>
          <p:cNvPr id="13" name="Grafik 12">
            <a:extLst>
              <a:ext uri="{FF2B5EF4-FFF2-40B4-BE49-F238E27FC236}">
                <a16:creationId xmlns:a16="http://schemas.microsoft.com/office/drawing/2014/main" id="{B0DFD584-E5CF-41EF-B51E-679CE22DDF93}"/>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14" name="Grafik 13">
            <a:extLst>
              <a:ext uri="{FF2B5EF4-FFF2-40B4-BE49-F238E27FC236}">
                <a16:creationId xmlns:a16="http://schemas.microsoft.com/office/drawing/2014/main" id="{E5C02DDF-25A6-42C7-9525-F279CE2095C0}"/>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609095538"/>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 Inhalt">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lumMod val="75000"/>
                    <a:lumOff val="25000"/>
                  </a:schemeClr>
                </a:solidFill>
                <a:latin typeface="+mj-lt"/>
                <a:ea typeface="+mj-ea"/>
                <a:cs typeface="+mj-cs"/>
              </a:defRPr>
            </a:lvl1pPr>
          </a:lstStyle>
          <a:p>
            <a:pPr rtl="0"/>
            <a:r>
              <a:rPr lang="de-DE" noProof="0"/>
              <a:t>TITELMASTERFORMAT DURCH KLICKEN BEARBEITEN</a:t>
            </a:r>
          </a:p>
        </p:txBody>
      </p:sp>
      <p:sp>
        <p:nvSpPr>
          <p:cNvPr id="11" name="Inhaltsplatzhalter 10">
            <a:extLst>
              <a:ext uri="{FF2B5EF4-FFF2-40B4-BE49-F238E27FC236}">
                <a16:creationId xmlns:a16="http://schemas.microsoft.com/office/drawing/2014/main" id="{ADC2540D-94C4-405B-8607-0CEDD6F54B9C}"/>
              </a:ext>
            </a:extLst>
          </p:cNvPr>
          <p:cNvSpPr>
            <a:spLocks noGrp="1"/>
          </p:cNvSpPr>
          <p:nvPr>
            <p:ph sz="quarter" idx="21" hasCustomPrompt="1"/>
          </p:nvPr>
        </p:nvSpPr>
        <p:spPr>
          <a:xfrm>
            <a:off x="1075447" y="2370670"/>
            <a:ext cx="1856232" cy="1664208"/>
          </a:xfrm>
        </p:spPr>
        <p:txBody>
          <a:bodyPr rtlCol="0">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rtl="0"/>
            <a:r>
              <a:rPr lang="de-DE" noProof="0"/>
              <a:t>Klicken, um Inhalt hinzuzufügen</a:t>
            </a:r>
          </a:p>
        </p:txBody>
      </p:sp>
      <p:sp>
        <p:nvSpPr>
          <p:cNvPr id="3" name="Textplatzhalt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3788813"/>
            <a:ext cx="2330726" cy="804859"/>
          </a:xfrm>
        </p:spPr>
        <p:txBody>
          <a:bodyPr lIns="0" rIns="0" rtlCol="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a:t>
            </a:r>
          </a:p>
        </p:txBody>
      </p:sp>
      <p:sp>
        <p:nvSpPr>
          <p:cNvPr id="17" name="Textplatzhalter 2">
            <a:extLst>
              <a:ext uri="{FF2B5EF4-FFF2-40B4-BE49-F238E27FC236}">
                <a16:creationId xmlns:a16="http://schemas.microsoft.com/office/drawing/2014/main" id="{E43D2F47-FAF2-42C2-967D-251DD4B940D7}"/>
              </a:ext>
            </a:extLst>
          </p:cNvPr>
          <p:cNvSpPr>
            <a:spLocks noGrp="1"/>
          </p:cNvSpPr>
          <p:nvPr>
            <p:ph type="body" idx="17" hasCustomPrompt="1"/>
          </p:nvPr>
        </p:nvSpPr>
        <p:spPr>
          <a:xfrm>
            <a:off x="838200" y="4464810"/>
            <a:ext cx="2330726" cy="438505"/>
          </a:xfrm>
        </p:spPr>
        <p:txBody>
          <a:bodyPr lIns="0" rIns="0" rtlCol="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ZUM BEARBEITEN KLICKEN</a:t>
            </a:r>
          </a:p>
        </p:txBody>
      </p:sp>
      <p:sp>
        <p:nvSpPr>
          <p:cNvPr id="4" name="Inhaltsplatzhalter 3">
            <a:extLst>
              <a:ext uri="{FF2B5EF4-FFF2-40B4-BE49-F238E27FC236}">
                <a16:creationId xmlns:a16="http://schemas.microsoft.com/office/drawing/2014/main" id="{AC9B20CF-6B91-4562-B799-0ABDAEBC0D2A}"/>
              </a:ext>
            </a:extLst>
          </p:cNvPr>
          <p:cNvSpPr>
            <a:spLocks noGrp="1"/>
          </p:cNvSpPr>
          <p:nvPr>
            <p:ph sz="half" idx="2" hasCustomPrompt="1"/>
          </p:nvPr>
        </p:nvSpPr>
        <p:spPr>
          <a:xfrm>
            <a:off x="838200" y="5120722"/>
            <a:ext cx="2330726" cy="853167"/>
          </a:xfrm>
        </p:spPr>
        <p:txBody>
          <a:bodyPr lIns="0" rIns="0" rtlCol="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de-DE" noProof="0"/>
              <a:t>Textmasterformat durch Klicken bearbeiten</a:t>
            </a:r>
          </a:p>
        </p:txBody>
      </p:sp>
      <p:sp>
        <p:nvSpPr>
          <p:cNvPr id="24" name="Inhaltsplatzhalter 10">
            <a:extLst>
              <a:ext uri="{FF2B5EF4-FFF2-40B4-BE49-F238E27FC236}">
                <a16:creationId xmlns:a16="http://schemas.microsoft.com/office/drawing/2014/main" id="{11C6EC54-ADFA-4CFF-9E9B-DC7E96C854C2}"/>
              </a:ext>
            </a:extLst>
          </p:cNvPr>
          <p:cNvSpPr>
            <a:spLocks noGrp="1"/>
          </p:cNvSpPr>
          <p:nvPr>
            <p:ph sz="quarter" idx="22" hasCustomPrompt="1"/>
          </p:nvPr>
        </p:nvSpPr>
        <p:spPr>
          <a:xfrm>
            <a:off x="3805651" y="2370670"/>
            <a:ext cx="1856232" cy="1664208"/>
          </a:xfrm>
        </p:spPr>
        <p:txBody>
          <a:bodyPr rtlCol="0">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rtl="0"/>
            <a:r>
              <a:rPr lang="de-DE" noProof="0"/>
              <a:t>Klicken, um Inhalt hinzuzufügen</a:t>
            </a:r>
          </a:p>
        </p:txBody>
      </p:sp>
      <p:sp>
        <p:nvSpPr>
          <p:cNvPr id="5" name="Textplatzhalt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3562665" y="3788813"/>
            <a:ext cx="2342205" cy="804859"/>
          </a:xfrm>
        </p:spPr>
        <p:txBody>
          <a:bodyPr lIns="0" rIns="0" rtlCol="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a:t>
            </a:r>
          </a:p>
        </p:txBody>
      </p:sp>
      <p:sp>
        <p:nvSpPr>
          <p:cNvPr id="18" name="Textplatzhalter 4">
            <a:extLst>
              <a:ext uri="{FF2B5EF4-FFF2-40B4-BE49-F238E27FC236}">
                <a16:creationId xmlns:a16="http://schemas.microsoft.com/office/drawing/2014/main" id="{3322C250-87FC-4F14-A42C-FFDA120D0D64}"/>
              </a:ext>
            </a:extLst>
          </p:cNvPr>
          <p:cNvSpPr>
            <a:spLocks noGrp="1"/>
          </p:cNvSpPr>
          <p:nvPr>
            <p:ph type="body" sz="quarter" idx="18" hasCustomPrompt="1"/>
          </p:nvPr>
        </p:nvSpPr>
        <p:spPr>
          <a:xfrm>
            <a:off x="3562665" y="4464810"/>
            <a:ext cx="2342205" cy="438505"/>
          </a:xfrm>
        </p:spPr>
        <p:txBody>
          <a:bodyPr lIns="0" rIns="0" rtlCol="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de-DE" noProof="0"/>
              <a:t>ZUM BEARBEITEN KLICKEN</a:t>
            </a:r>
          </a:p>
        </p:txBody>
      </p:sp>
      <p:sp>
        <p:nvSpPr>
          <p:cNvPr id="6" name="Inhaltsplatzhalter 5">
            <a:extLst>
              <a:ext uri="{FF2B5EF4-FFF2-40B4-BE49-F238E27FC236}">
                <a16:creationId xmlns:a16="http://schemas.microsoft.com/office/drawing/2014/main" id="{B36EE64B-44BF-4634-97BC-5ED74C6DF280}"/>
              </a:ext>
            </a:extLst>
          </p:cNvPr>
          <p:cNvSpPr>
            <a:spLocks noGrp="1"/>
          </p:cNvSpPr>
          <p:nvPr>
            <p:ph sz="quarter" idx="4" hasCustomPrompt="1"/>
          </p:nvPr>
        </p:nvSpPr>
        <p:spPr>
          <a:xfrm>
            <a:off x="3562665" y="5120722"/>
            <a:ext cx="2342205" cy="853167"/>
          </a:xfrm>
        </p:spPr>
        <p:txBody>
          <a:bodyPr lIns="0" rIns="0" rtlCol="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de-DE" noProof="0"/>
              <a:t>Textmasterformat durch Klicken bearbeiten</a:t>
            </a:r>
          </a:p>
        </p:txBody>
      </p:sp>
      <p:sp>
        <p:nvSpPr>
          <p:cNvPr id="25" name="Inhaltsplatzhalter 10">
            <a:extLst>
              <a:ext uri="{FF2B5EF4-FFF2-40B4-BE49-F238E27FC236}">
                <a16:creationId xmlns:a16="http://schemas.microsoft.com/office/drawing/2014/main" id="{1B6DD41C-FCE2-4AC6-A235-2FF1B905DAAD}"/>
              </a:ext>
            </a:extLst>
          </p:cNvPr>
          <p:cNvSpPr>
            <a:spLocks noGrp="1"/>
          </p:cNvSpPr>
          <p:nvPr>
            <p:ph sz="quarter" idx="23" hasCustomPrompt="1"/>
          </p:nvPr>
        </p:nvSpPr>
        <p:spPr>
          <a:xfrm>
            <a:off x="6530117" y="2370670"/>
            <a:ext cx="1856232" cy="1664208"/>
          </a:xfrm>
        </p:spPr>
        <p:txBody>
          <a:bodyPr rtlCol="0">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rtl="0"/>
            <a:r>
              <a:rPr lang="de-DE" noProof="0"/>
              <a:t>Klicken, um Inhalt hinzuzufügen</a:t>
            </a:r>
          </a:p>
        </p:txBody>
      </p:sp>
      <p:sp>
        <p:nvSpPr>
          <p:cNvPr id="21" name="Textplatzhalt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6298609" y="3788813"/>
            <a:ext cx="2330726" cy="804859"/>
          </a:xfrm>
        </p:spPr>
        <p:txBody>
          <a:bodyPr lIns="0" rIns="0" rtlCol="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a:t>
            </a:r>
          </a:p>
        </p:txBody>
      </p:sp>
      <p:sp>
        <p:nvSpPr>
          <p:cNvPr id="19" name="Textplatzhalter 2">
            <a:extLst>
              <a:ext uri="{FF2B5EF4-FFF2-40B4-BE49-F238E27FC236}">
                <a16:creationId xmlns:a16="http://schemas.microsoft.com/office/drawing/2014/main" id="{D3C675D6-83FA-4036-B516-098EDCAF2506}"/>
              </a:ext>
            </a:extLst>
          </p:cNvPr>
          <p:cNvSpPr>
            <a:spLocks noGrp="1"/>
          </p:cNvSpPr>
          <p:nvPr>
            <p:ph type="body" idx="19" hasCustomPrompt="1"/>
          </p:nvPr>
        </p:nvSpPr>
        <p:spPr>
          <a:xfrm>
            <a:off x="6298609" y="4464810"/>
            <a:ext cx="2330726" cy="438505"/>
          </a:xfrm>
        </p:spPr>
        <p:txBody>
          <a:bodyPr lIns="0" rIns="0" rtlCol="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ZUM BEARBEITEN KLICKEN</a:t>
            </a:r>
          </a:p>
        </p:txBody>
      </p:sp>
      <p:sp>
        <p:nvSpPr>
          <p:cNvPr id="22" name="Inhaltsplatzhalter 3">
            <a:extLst>
              <a:ext uri="{FF2B5EF4-FFF2-40B4-BE49-F238E27FC236}">
                <a16:creationId xmlns:a16="http://schemas.microsoft.com/office/drawing/2014/main" id="{C464A9BD-B815-4632-8F54-6EB70E48BAFF}"/>
              </a:ext>
            </a:extLst>
          </p:cNvPr>
          <p:cNvSpPr>
            <a:spLocks noGrp="1"/>
          </p:cNvSpPr>
          <p:nvPr>
            <p:ph sz="half" idx="14" hasCustomPrompt="1"/>
          </p:nvPr>
        </p:nvSpPr>
        <p:spPr>
          <a:xfrm>
            <a:off x="6298609" y="5120722"/>
            <a:ext cx="2330726" cy="853167"/>
          </a:xfrm>
        </p:spPr>
        <p:txBody>
          <a:bodyPr lIns="0" rIns="0" rtlCol="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de-DE" noProof="0"/>
              <a:t>Textmasterformat durch Klicken bearbeiten</a:t>
            </a:r>
          </a:p>
        </p:txBody>
      </p:sp>
      <p:sp>
        <p:nvSpPr>
          <p:cNvPr id="26" name="Inhaltsplatzhalter 10">
            <a:extLst>
              <a:ext uri="{FF2B5EF4-FFF2-40B4-BE49-F238E27FC236}">
                <a16:creationId xmlns:a16="http://schemas.microsoft.com/office/drawing/2014/main" id="{CEB4C3DB-E51E-4479-90C2-DFE5DB4B2482}"/>
              </a:ext>
            </a:extLst>
          </p:cNvPr>
          <p:cNvSpPr>
            <a:spLocks noGrp="1"/>
          </p:cNvSpPr>
          <p:nvPr>
            <p:ph sz="quarter" idx="24" hasCustomPrompt="1"/>
          </p:nvPr>
        </p:nvSpPr>
        <p:spPr>
          <a:xfrm>
            <a:off x="9260321" y="2370670"/>
            <a:ext cx="1856232" cy="1664208"/>
          </a:xfrm>
        </p:spPr>
        <p:txBody>
          <a:bodyPr rtlCol="0">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rtl="0"/>
            <a:r>
              <a:rPr lang="de-DE" noProof="0"/>
              <a:t>Klicken, um Inhalt hinzuzufügen</a:t>
            </a:r>
          </a:p>
        </p:txBody>
      </p:sp>
      <p:sp>
        <p:nvSpPr>
          <p:cNvPr id="14" name="Textplatzhalter 2">
            <a:extLst>
              <a:ext uri="{FF2B5EF4-FFF2-40B4-BE49-F238E27FC236}">
                <a16:creationId xmlns:a16="http://schemas.microsoft.com/office/drawing/2014/main" id="{84A1E92D-A5BF-4268-BFF3-1418A1F03589}"/>
              </a:ext>
            </a:extLst>
          </p:cNvPr>
          <p:cNvSpPr>
            <a:spLocks noGrp="1"/>
          </p:cNvSpPr>
          <p:nvPr>
            <p:ph type="body" idx="15" hasCustomPrompt="1"/>
          </p:nvPr>
        </p:nvSpPr>
        <p:spPr>
          <a:xfrm>
            <a:off x="9023074" y="3788457"/>
            <a:ext cx="2330726" cy="804859"/>
          </a:xfrm>
        </p:spPr>
        <p:txBody>
          <a:bodyPr lIns="0" rIns="0" rtlCol="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a:t>
            </a:r>
          </a:p>
        </p:txBody>
      </p:sp>
      <p:sp>
        <p:nvSpPr>
          <p:cNvPr id="23" name="Textplatzhalter 2">
            <a:extLst>
              <a:ext uri="{FF2B5EF4-FFF2-40B4-BE49-F238E27FC236}">
                <a16:creationId xmlns:a16="http://schemas.microsoft.com/office/drawing/2014/main" id="{B6439AAC-8A96-4015-8A87-ED8DF7027B60}"/>
              </a:ext>
            </a:extLst>
          </p:cNvPr>
          <p:cNvSpPr>
            <a:spLocks noGrp="1"/>
          </p:cNvSpPr>
          <p:nvPr>
            <p:ph type="body" idx="20" hasCustomPrompt="1"/>
          </p:nvPr>
        </p:nvSpPr>
        <p:spPr>
          <a:xfrm>
            <a:off x="9023074" y="4464454"/>
            <a:ext cx="2330726" cy="438505"/>
          </a:xfrm>
        </p:spPr>
        <p:txBody>
          <a:bodyPr lIns="0" rIns="0" rtlCol="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ZUM BEARBEITEN KLICKEN</a:t>
            </a:r>
          </a:p>
        </p:txBody>
      </p:sp>
      <p:cxnSp>
        <p:nvCxnSpPr>
          <p:cNvPr id="16" name="Gerader Verbinde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1328057"/>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Gerader Verbinde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3790950" cy="892177"/>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Inhaltsplatzhalter 3">
            <a:extLst>
              <a:ext uri="{FF2B5EF4-FFF2-40B4-BE49-F238E27FC236}">
                <a16:creationId xmlns:a16="http://schemas.microsoft.com/office/drawing/2014/main" id="{492F9083-A886-4EEB-94D6-1FAE6DC33000}"/>
              </a:ext>
            </a:extLst>
          </p:cNvPr>
          <p:cNvSpPr>
            <a:spLocks noGrp="1"/>
          </p:cNvSpPr>
          <p:nvPr>
            <p:ph sz="half" idx="16" hasCustomPrompt="1"/>
          </p:nvPr>
        </p:nvSpPr>
        <p:spPr>
          <a:xfrm>
            <a:off x="9023074" y="5120366"/>
            <a:ext cx="2330726" cy="853167"/>
          </a:xfrm>
        </p:spPr>
        <p:txBody>
          <a:bodyPr lIns="0" rIns="0" rtlCol="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de-DE" noProof="0"/>
              <a:t>Textmasterformat durch Klicken bearbeiten</a:t>
            </a:r>
          </a:p>
        </p:txBody>
      </p:sp>
      <p:sp>
        <p:nvSpPr>
          <p:cNvPr id="7" name="Datumsplatzhalter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de-DE" noProof="0"/>
              <a:t>20XX</a:t>
            </a:r>
          </a:p>
        </p:txBody>
      </p:sp>
      <p:sp>
        <p:nvSpPr>
          <p:cNvPr id="8" name="Fußzeilenplatzhalt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de-DE" noProof="0"/>
              <a:t>Verkaufspräsentation</a:t>
            </a:r>
          </a:p>
        </p:txBody>
      </p:sp>
      <p:sp>
        <p:nvSpPr>
          <p:cNvPr id="9" name="Foliennummernplatzhalt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de-DE" noProof="0" smtClean="0"/>
              <a:t>‹Nr.›</a:t>
            </a:fld>
            <a:endParaRPr lang="de-DE" noProof="0"/>
          </a:p>
        </p:txBody>
      </p:sp>
    </p:spTree>
    <p:extLst>
      <p:ext uri="{BB962C8B-B14F-4D97-AF65-F5344CB8AC3E}">
        <p14:creationId xmlns:p14="http://schemas.microsoft.com/office/powerpoint/2010/main" val="1386696317"/>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Zusammenfassu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5" y="1671639"/>
            <a:ext cx="5111750" cy="1204912"/>
          </a:xfrm>
        </p:spPr>
        <p:txBody>
          <a:bodyPr rtlCol="0" anchor="b">
            <a:normAutofit/>
          </a:bodyPr>
          <a:lstStyle>
            <a:lvl1pPr>
              <a:defRPr lang="en-US" sz="2800" kern="1200" cap="all" spc="150" baseline="0" dirty="0">
                <a:solidFill>
                  <a:schemeClr val="tx1">
                    <a:lumMod val="75000"/>
                    <a:lumOff val="25000"/>
                  </a:schemeClr>
                </a:solidFill>
                <a:latin typeface="+mj-lt"/>
                <a:ea typeface="+mj-ea"/>
                <a:cs typeface="+mj-cs"/>
              </a:defRPr>
            </a:lvl1pPr>
          </a:lstStyle>
          <a:p>
            <a:pPr rtl="0"/>
            <a:r>
              <a:rPr lang="de-DE" noProof="0"/>
              <a:t>TITELMASTERFORMAT DURCH KLICKEN BEARBEITEN</a:t>
            </a:r>
          </a:p>
        </p:txBody>
      </p:sp>
      <p:sp>
        <p:nvSpPr>
          <p:cNvPr id="3" name="Textplatzhalter 2">
            <a:extLst>
              <a:ext uri="{FF2B5EF4-FFF2-40B4-BE49-F238E27FC236}">
                <a16:creationId xmlns:a16="http://schemas.microsoft.com/office/drawing/2014/main" id="{92FD4279-EA62-4397-878A-73F4948DB176}"/>
              </a:ext>
            </a:extLst>
          </p:cNvPr>
          <p:cNvSpPr>
            <a:spLocks noGrp="1"/>
          </p:cNvSpPr>
          <p:nvPr>
            <p:ph type="body" idx="1" hasCustomPrompt="1"/>
          </p:nvPr>
        </p:nvSpPr>
        <p:spPr>
          <a:xfrm>
            <a:off x="5476875" y="3682546"/>
            <a:ext cx="5111750" cy="1525588"/>
          </a:xfrm>
        </p:spPr>
        <p:txBody>
          <a:bodyPr rtlCol="0" anchor="b">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de-DE" noProof="0"/>
              <a:t>Textmasterformat durch Klicken bearbeiten</a:t>
            </a:r>
          </a:p>
        </p:txBody>
      </p:sp>
      <p:cxnSp>
        <p:nvCxnSpPr>
          <p:cNvPr id="23" name="Gerader Verbinder 22">
            <a:extLst>
              <a:ext uri="{FF2B5EF4-FFF2-40B4-BE49-F238E27FC236}">
                <a16:creationId xmlns:a16="http://schemas.microsoft.com/office/drawing/2014/main" id="{D87F08D6-2CA7-4A5A-BE34-07113DCA535D}"/>
              </a:ext>
            </a:extLst>
          </p:cNvPr>
          <p:cNvCxnSpPr>
            <a:cxnSpLocks/>
          </p:cNvCxnSpPr>
          <p:nvPr/>
        </p:nvCxnSpPr>
        <p:spPr>
          <a:xfrm flipH="1" flipV="1">
            <a:off x="0" y="876300"/>
            <a:ext cx="4762500" cy="1628775"/>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Gerader Verbinder 11">
            <a:extLst>
              <a:ext uri="{FF2B5EF4-FFF2-40B4-BE49-F238E27FC236}">
                <a16:creationId xmlns:a16="http://schemas.microsoft.com/office/drawing/2014/main" id="{A768C87F-B9C3-4DFF-8454-F3F52CE4346B}"/>
              </a:ext>
            </a:extLst>
          </p:cNvPr>
          <p:cNvCxnSpPr>
            <a:cxnSpLocks/>
          </p:cNvCxnSpPr>
          <p:nvPr/>
        </p:nvCxnSpPr>
        <p:spPr>
          <a:xfrm flipH="1" flipV="1">
            <a:off x="2638425" y="0"/>
            <a:ext cx="2124076" cy="5186363"/>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Datumsplatzhalt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rtlCol="0"/>
          <a:lstStyle>
            <a:lvl1pPr>
              <a:defRPr sz="900"/>
            </a:lvl1pPr>
          </a:lstStyle>
          <a:p>
            <a:pPr rtl="0"/>
            <a:r>
              <a:rPr lang="de-DE" noProof="0"/>
              <a:t>20XX</a:t>
            </a:r>
          </a:p>
        </p:txBody>
      </p:sp>
      <p:sp>
        <p:nvSpPr>
          <p:cNvPr id="22" name="Fußzeilenplatzhalt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rtlCol="0"/>
          <a:lstStyle>
            <a:lvl1pPr>
              <a:defRPr sz="900"/>
            </a:lvl1pPr>
          </a:lstStyle>
          <a:p>
            <a:pPr rtl="0"/>
            <a:r>
              <a:rPr lang="de-DE" noProof="0"/>
              <a:t>Verkaufspräsentation</a:t>
            </a:r>
          </a:p>
        </p:txBody>
      </p:sp>
      <p:sp>
        <p:nvSpPr>
          <p:cNvPr id="24" name="Foliennummernplatzhalt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de-DE" noProof="0" smtClean="0"/>
              <a:t>‹Nr.›</a:t>
            </a:fld>
            <a:endParaRPr lang="de-DE" noProof="0"/>
          </a:p>
        </p:txBody>
      </p:sp>
    </p:spTree>
    <p:extLst>
      <p:ext uri="{BB962C8B-B14F-4D97-AF65-F5344CB8AC3E}">
        <p14:creationId xmlns:p14="http://schemas.microsoft.com/office/powerpoint/2010/main" val="1616316768"/>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Schlussbemerkung">
    <p:bg>
      <p:bgPr>
        <a:solidFill>
          <a:schemeClr val="accent2"/>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rtlCol="0" anchor="b">
            <a:noAutofit/>
          </a:bodyPr>
          <a:lstStyle>
            <a:lvl1pPr algn="l">
              <a:defRPr sz="3200" spc="150" baseline="0">
                <a:solidFill>
                  <a:schemeClr val="tx1">
                    <a:lumMod val="75000"/>
                    <a:lumOff val="25000"/>
                  </a:schemeClr>
                </a:solidFill>
              </a:defRPr>
            </a:lvl1pPr>
          </a:lstStyle>
          <a:p>
            <a:pPr rtl="0"/>
            <a:r>
              <a:rPr lang="de-DE" noProof="0"/>
              <a:t>TITELMASTERFORMAT DURCH KLICKEN BEARBEITEN</a:t>
            </a:r>
          </a:p>
        </p:txBody>
      </p:sp>
      <p:sp>
        <p:nvSpPr>
          <p:cNvPr id="3" name="Untertitel 2">
            <a:extLst>
              <a:ext uri="{FF2B5EF4-FFF2-40B4-BE49-F238E27FC236}">
                <a16:creationId xmlns:a16="http://schemas.microsoft.com/office/drawing/2014/main" id="{55457758-A125-4CEA-A3D5-CBD010417BD2}"/>
              </a:ext>
            </a:extLst>
          </p:cNvPr>
          <p:cNvSpPr>
            <a:spLocks noGrp="1"/>
          </p:cNvSpPr>
          <p:nvPr>
            <p:ph type="subTitle" idx="1" hasCustomPrompt="1"/>
          </p:nvPr>
        </p:nvSpPr>
        <p:spPr>
          <a:xfrm>
            <a:off x="4267200" y="3238103"/>
            <a:ext cx="4179570" cy="2004161"/>
          </a:xfrm>
        </p:spPr>
        <p:txBody>
          <a:bodyPr rtlCol="0">
            <a:normAutofit/>
          </a:bodyPr>
          <a:lstStyle>
            <a:lvl1pPr marL="0" indent="0" algn="l">
              <a:lnSpc>
                <a:spcPct val="150000"/>
              </a:lnSpc>
              <a:buNone/>
              <a:defRPr sz="1400" spc="50" baseline="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de-DE" noProof="0"/>
              <a:t>Formatvorlage des Untertitelmasters durch Klicken bearbeiten</a:t>
            </a:r>
          </a:p>
        </p:txBody>
      </p:sp>
      <p:pic>
        <p:nvPicPr>
          <p:cNvPr id="6" name="Grafik 5">
            <a:extLst>
              <a:ext uri="{FF2B5EF4-FFF2-40B4-BE49-F238E27FC236}">
                <a16:creationId xmlns:a16="http://schemas.microsoft.com/office/drawing/2014/main" id="{ED3361C9-310A-4255-A94E-B77588962DA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3176938" cy="6858000"/>
          </a:xfrm>
          <a:prstGeom prst="rect">
            <a:avLst/>
          </a:prstGeom>
        </p:spPr>
      </p:pic>
      <p:sp>
        <p:nvSpPr>
          <p:cNvPr id="9" name="Datumsplatzhalter 6">
            <a:extLst>
              <a:ext uri="{FF2B5EF4-FFF2-40B4-BE49-F238E27FC236}">
                <a16:creationId xmlns:a16="http://schemas.microsoft.com/office/drawing/2014/main" id="{BF358517-D7B7-40D0-A9D0-B650C80898AC}"/>
              </a:ext>
            </a:extLst>
          </p:cNvPr>
          <p:cNvSpPr>
            <a:spLocks noGrp="1"/>
          </p:cNvSpPr>
          <p:nvPr>
            <p:ph type="dt" sz="half" idx="10"/>
          </p:nvPr>
        </p:nvSpPr>
        <p:spPr>
          <a:xfrm>
            <a:off x="4267200" y="6356350"/>
            <a:ext cx="1774371" cy="365125"/>
          </a:xfrm>
        </p:spPr>
        <p:txBody>
          <a:bodyPr rtlCol="0"/>
          <a:lstStyle>
            <a:lvl1pPr>
              <a:defRPr sz="900"/>
            </a:lvl1pPr>
          </a:lstStyle>
          <a:p>
            <a:pPr rtl="0"/>
            <a:r>
              <a:rPr lang="de-DE" noProof="0"/>
              <a:t>20XX</a:t>
            </a:r>
          </a:p>
        </p:txBody>
      </p:sp>
      <p:sp>
        <p:nvSpPr>
          <p:cNvPr id="10" name="Fußzeilenplatzhalter 7">
            <a:extLst>
              <a:ext uri="{FF2B5EF4-FFF2-40B4-BE49-F238E27FC236}">
                <a16:creationId xmlns:a16="http://schemas.microsoft.com/office/drawing/2014/main" id="{6026D44C-0B39-4DE1-A0FC-5615DDAAE3CE}"/>
              </a:ext>
            </a:extLst>
          </p:cNvPr>
          <p:cNvSpPr>
            <a:spLocks noGrp="1"/>
          </p:cNvSpPr>
          <p:nvPr>
            <p:ph type="ftr" sz="quarter" idx="11"/>
          </p:nvPr>
        </p:nvSpPr>
        <p:spPr>
          <a:xfrm>
            <a:off x="6479721" y="6356350"/>
            <a:ext cx="2661557" cy="365125"/>
          </a:xfrm>
        </p:spPr>
        <p:txBody>
          <a:bodyPr rtlCol="0"/>
          <a:lstStyle>
            <a:lvl1pPr>
              <a:defRPr sz="900"/>
            </a:lvl1pPr>
          </a:lstStyle>
          <a:p>
            <a:pPr rtl="0"/>
            <a:r>
              <a:rPr lang="de-DE" noProof="0"/>
              <a:t>Verkaufspräsentation</a:t>
            </a:r>
          </a:p>
        </p:txBody>
      </p:sp>
      <p:sp>
        <p:nvSpPr>
          <p:cNvPr id="11" name="Foliennummernplatzhalt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rtlCol="0"/>
          <a:lstStyle>
            <a:lvl1pPr>
              <a:defRPr sz="900"/>
            </a:lvl1pPr>
          </a:lstStyle>
          <a:p>
            <a:pPr rtl="0"/>
            <a:fld id="{B5CEABB6-07DC-46E8-9B57-56EC44A396E5}" type="slidenum">
              <a:rPr lang="de-DE" noProof="0" smtClean="0"/>
              <a:t>‹Nr.›</a:t>
            </a:fld>
            <a:endParaRPr lang="de-DE" noProof="0"/>
          </a:p>
        </p:txBody>
      </p:sp>
    </p:spTree>
    <p:extLst>
      <p:ext uri="{BB962C8B-B14F-4D97-AF65-F5344CB8AC3E}">
        <p14:creationId xmlns:p14="http://schemas.microsoft.com/office/powerpoint/2010/main" val="429355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pPr rtl="0"/>
            <a:r>
              <a:rPr lang="de-DE" noProof="0"/>
              <a:t>Titelmasterformat durch Klicken bearbeiten</a:t>
            </a:r>
          </a:p>
        </p:txBody>
      </p:sp>
      <p:sp>
        <p:nvSpPr>
          <p:cNvPr id="3" name="Textplatzhalt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rtl="0"/>
            <a:r>
              <a:rPr lang="de-DE" noProof="0"/>
              <a:t>Textmasterformat durch Klicken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p>
        </p:txBody>
      </p:sp>
      <p:sp>
        <p:nvSpPr>
          <p:cNvPr id="4" name="Datumsplatzhalt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rtl="0"/>
            <a:r>
              <a:rPr lang="de-DE" noProof="0"/>
              <a:t>20XX</a:t>
            </a:r>
          </a:p>
        </p:txBody>
      </p:sp>
      <p:sp>
        <p:nvSpPr>
          <p:cNvPr id="5" name="Fußzeilenplatzhalt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rtl="0"/>
            <a:r>
              <a:rPr lang="de-DE" noProof="0"/>
              <a:t>Verkaufspräsentation</a:t>
            </a:r>
          </a:p>
        </p:txBody>
      </p:sp>
      <p:sp>
        <p:nvSpPr>
          <p:cNvPr id="6" name="Foliennummernplatzhalt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rtl="0"/>
            <a:fld id="{B5CEABB6-07DC-46E8-9B57-56EC44A396E5}" type="slidenum">
              <a:rPr lang="de-DE" noProof="0" smtClean="0"/>
              <a:pPr rtl="0"/>
              <a:t>‹Nr.›</a:t>
            </a:fld>
            <a:endParaRPr lang="de-DE" noProof="0"/>
          </a:p>
        </p:txBody>
      </p:sp>
    </p:spTree>
    <p:extLst>
      <p:ext uri="{BB962C8B-B14F-4D97-AF65-F5344CB8AC3E}">
        <p14:creationId xmlns:p14="http://schemas.microsoft.com/office/powerpoint/2010/main" val="192845213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70" r:id="rId3"/>
    <p:sldLayoutId id="2147483688" r:id="rId4"/>
    <p:sldLayoutId id="2147483694" r:id="rId5"/>
    <p:sldLayoutId id="2147483697" r:id="rId6"/>
    <p:sldLayoutId id="2147483673" r:id="rId7"/>
    <p:sldLayoutId id="2147483676" r:id="rId8"/>
    <p:sldLayoutId id="2147483672" r:id="rId9"/>
    <p:sldLayoutId id="2147483699" r:id="rId10"/>
    <p:sldLayoutId id="2147483671" r:id="rId11"/>
    <p:sldLayoutId id="2147483700" r:id="rId12"/>
    <p:sldLayoutId id="2147483692" r:id="rId13"/>
    <p:sldLayoutId id="2147483681" r:id="rId14"/>
    <p:sldLayoutId id="2147483674" r:id="rId15"/>
    <p:sldLayoutId id="2147483675" r:id="rId16"/>
    <p:sldLayoutId id="2147483696" r:id="rId17"/>
    <p:sldLayoutId id="2147483677" r:id="rId18"/>
    <p:sldLayoutId id="2147483678" r:id="rId19"/>
  </p:sldLayoutIdLst>
  <p:hf hdr="0"/>
  <p:txStyles>
    <p:titleStyle>
      <a:lvl1pPr algn="l" defTabSz="914400" rtl="0" eaLnBrk="1" latinLnBrk="0" hangingPunct="1">
        <a:lnSpc>
          <a:spcPct val="90000"/>
        </a:lnSpc>
        <a:spcBef>
          <a:spcPct val="0"/>
        </a:spcBef>
        <a:buNone/>
        <a:defRPr sz="4400" kern="1200" cap="all" baseline="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6.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tags" Target="../tags/tag6.xml"/><Relationship Id="rId4" Type="http://schemas.openxmlformats.org/officeDocument/2006/relationships/hyperlink" Target="https://learn.microsoft.com/en-us/training/modules/use-ai-everyday-tasks/2-what-is-ai" TargetMode="Externa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2.xml"/><Relationship Id="rId1" Type="http://schemas.openxmlformats.org/officeDocument/2006/relationships/tags" Target="../tags/tag7.xml"/><Relationship Id="rId5" Type="http://schemas.openxmlformats.org/officeDocument/2006/relationships/image" Target="../media/image27.jpeg"/><Relationship Id="rId4" Type="http://schemas.openxmlformats.org/officeDocument/2006/relationships/hyperlink" Target="https://blogs.microsoft.com/on-the-issues/2023/12/19/trust-privacy-bing-copilot-responsible-ai/?culture=en-us" TargetMode="Externa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tags" Target="../tags/tag8.xml"/><Relationship Id="rId5" Type="http://schemas.openxmlformats.org/officeDocument/2006/relationships/image" Target="../media/image28.jpeg"/><Relationship Id="rId4" Type="http://schemas.openxmlformats.org/officeDocument/2006/relationships/hyperlink" Target="https://blogs.microsoft.com/on-the-issues/2024/03/28/data-protection-responsible-ai-azure-copilot/" TargetMode="External"/></Relationships>
</file>

<file path=ppt/slides/_rels/slide8.xml.rels><?xml version="1.0" encoding="UTF-8" standalone="yes"?>
<Relationships xmlns="http://schemas.openxmlformats.org/package/2006/relationships"><Relationship Id="rId8" Type="http://schemas.openxmlformats.org/officeDocument/2006/relationships/hyperlink" Target="https://www.microsoft.com/en-us/accessibility/disability-answer-desk" TargetMode="External"/><Relationship Id="rId3" Type="http://schemas.openxmlformats.org/officeDocument/2006/relationships/notesSlide" Target="../notesSlides/notesSlide8.xml"/><Relationship Id="rId7" Type="http://schemas.openxmlformats.org/officeDocument/2006/relationships/hyperlink" Target="https://support.microsoft.com/en-us/accessibility" TargetMode="External"/><Relationship Id="rId2" Type="http://schemas.openxmlformats.org/officeDocument/2006/relationships/slideLayout" Target="../slideLayouts/slideLayout12.xml"/><Relationship Id="rId1" Type="http://schemas.openxmlformats.org/officeDocument/2006/relationships/tags" Target="../tags/tag9.xml"/><Relationship Id="rId6" Type="http://schemas.openxmlformats.org/officeDocument/2006/relationships/hyperlink" Target="https://support.microsoft.com/en-us/topic/accessibility-tools-for-microsoft-copilot-5d106884-844b-4ce8-acfb-4d7a48dac618" TargetMode="External"/><Relationship Id="rId5" Type="http://schemas.openxmlformats.org/officeDocument/2006/relationships/hyperlink" Target="https://www.youtube.com/playlist?list=PLtSVUgxIo6KokE3TjZBv0-blYRzAFWTFt" TargetMode="External"/><Relationship Id="rId4" Type="http://schemas.openxmlformats.org/officeDocument/2006/relationships/image" Target="../media/image29.png"/><Relationship Id="rId9" Type="http://schemas.openxmlformats.org/officeDocument/2006/relationships/hyperlink" Target="https://askma.microsoft.com/" TargetMode="Externa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2.xml"/><Relationship Id="rId1" Type="http://schemas.openxmlformats.org/officeDocument/2006/relationships/tags" Target="../tags/tag10.xml"/><Relationship Id="rId5" Type="http://schemas.openxmlformats.org/officeDocument/2006/relationships/image" Target="../media/image31.svg"/><Relationship Id="rId4" Type="http://schemas.openxmlformats.org/officeDocument/2006/relationships/image" Target="../media/image30.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2.xml"/><Relationship Id="rId1" Type="http://schemas.openxmlformats.org/officeDocument/2006/relationships/tags" Target="../tags/tag11.xml"/><Relationship Id="rId5" Type="http://schemas.openxmlformats.org/officeDocument/2006/relationships/image" Target="../media/image32.png"/><Relationship Id="rId4" Type="http://schemas.openxmlformats.org/officeDocument/2006/relationships/hyperlink" Target="https://learn.microsoft.com/en-us/training/modules/use-ai-everyday-tasks/2-what-is-ai" TargetMode="Externa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7" Type="http://schemas.openxmlformats.org/officeDocument/2006/relationships/image" Target="../media/image34.png"/><Relationship Id="rId2" Type="http://schemas.openxmlformats.org/officeDocument/2006/relationships/slideLayout" Target="../slideLayouts/slideLayout12.xml"/><Relationship Id="rId1" Type="http://schemas.openxmlformats.org/officeDocument/2006/relationships/tags" Target="../tags/tag12.xml"/><Relationship Id="rId6" Type="http://schemas.openxmlformats.org/officeDocument/2006/relationships/image" Target="../media/image33.png"/><Relationship Id="rId5" Type="http://schemas.openxmlformats.org/officeDocument/2006/relationships/hyperlink" Target="https://learn.microsoft.com/en-us/training/modules/use-ai-everyday-tasks/2-what-is-ai" TargetMode="External"/><Relationship Id="rId4" Type="http://schemas.openxmlformats.org/officeDocument/2006/relationships/hyperlink" Target="https://m365.cloud.microsoft/chat/" TargetMode="Externa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7" Type="http://schemas.openxmlformats.org/officeDocument/2006/relationships/image" Target="../media/image37.png"/><Relationship Id="rId2" Type="http://schemas.openxmlformats.org/officeDocument/2006/relationships/slideLayout" Target="../slideLayouts/slideLayout14.xml"/><Relationship Id="rId1" Type="http://schemas.openxmlformats.org/officeDocument/2006/relationships/tags" Target="../tags/tag13.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hyperlink" Target="https://support.microsoft.com/en-us/topic/welcome-to-the-microsoft-365-copilot-app-092599f1-5917-4bd6-bd59-58af628bbc39" TargetMode="Externa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4.xml"/><Relationship Id="rId1" Type="http://schemas.openxmlformats.org/officeDocument/2006/relationships/tags" Target="../tags/tag14.xml"/><Relationship Id="rId5" Type="http://schemas.openxmlformats.org/officeDocument/2006/relationships/image" Target="../media/image38.png"/><Relationship Id="rId4" Type="http://schemas.openxmlformats.org/officeDocument/2006/relationships/hyperlink" Target="https://learn.microsoft.com/en-us/training/modules/get-started-microsoft-365-copilot-business-chat/4-utilize-microsoft-365-copilot-chat" TargetMode="Externa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4.xml"/><Relationship Id="rId1" Type="http://schemas.openxmlformats.org/officeDocument/2006/relationships/tags" Target="../tags/tag15.xml"/><Relationship Id="rId5" Type="http://schemas.openxmlformats.org/officeDocument/2006/relationships/image" Target="../media/image37.png"/><Relationship Id="rId4" Type="http://schemas.openxmlformats.org/officeDocument/2006/relationships/hyperlink" Target="https://support.microsoft.com/en-us/topic/welcome-to-the-microsoft-365-copilot-app-092599f1-5917-4bd6-bd59-58af628bbc39" TargetMode="Externa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4.xml"/><Relationship Id="rId1" Type="http://schemas.openxmlformats.org/officeDocument/2006/relationships/tags" Target="../tags/tag16.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4.xml"/><Relationship Id="rId1" Type="http://schemas.openxmlformats.org/officeDocument/2006/relationships/tags" Target="../tags/tag17.xml"/><Relationship Id="rId4" Type="http://schemas.openxmlformats.org/officeDocument/2006/relationships/hyperlink" Target="https://www.youtube.com/playlist?list=PLtSVUgxIo6KokE3TjZBv0-blYRzAFWTFt" TargetMode="Externa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2.xml"/><Relationship Id="rId1" Type="http://schemas.openxmlformats.org/officeDocument/2006/relationships/tags" Target="../tags/tag18.xml"/></Relationships>
</file>

<file path=ppt/slides/_rels/slide18.xml.rels><?xml version="1.0" encoding="UTF-8" standalone="yes"?>
<Relationships xmlns="http://schemas.openxmlformats.org/package/2006/relationships"><Relationship Id="rId8" Type="http://schemas.openxmlformats.org/officeDocument/2006/relationships/hyperlink" Target="https://support.microsoft.com/en-us/office/frequently-asked-questions-about-microsoft-365-copilot-chat-500fc65e-9973-4e42-9cf4-bdefb0eb04ce" TargetMode="External"/><Relationship Id="rId3" Type="http://schemas.openxmlformats.org/officeDocument/2006/relationships/notesSlide" Target="../notesSlides/notesSlide18.xml"/><Relationship Id="rId7" Type="http://schemas.openxmlformats.org/officeDocument/2006/relationships/hyperlink" Target="https://copilot.cloud.microsoft/prompts" TargetMode="External"/><Relationship Id="rId2" Type="http://schemas.openxmlformats.org/officeDocument/2006/relationships/slideLayout" Target="../slideLayouts/slideLayout12.xml"/><Relationship Id="rId1" Type="http://schemas.openxmlformats.org/officeDocument/2006/relationships/tags" Target="../tags/tag19.xml"/><Relationship Id="rId6" Type="http://schemas.openxmlformats.org/officeDocument/2006/relationships/hyperlink" Target="https://learn.microsoft.com/en-us/training/modules/use-ai-everyday-tasks/3-explore-prompting" TargetMode="External"/><Relationship Id="rId5" Type="http://schemas.openxmlformats.org/officeDocument/2006/relationships/hyperlink" Target="https://support.microsoft.com/en-US/microsoft-365-copilot?ocid=redirect" TargetMode="External"/><Relationship Id="rId4" Type="http://schemas.openxmlformats.org/officeDocument/2006/relationships/hyperlink" Target="https://www.microsoft.com/en-us/microsoft-365-copilot/learn-copilot-chat-today#weekly-challenges" TargetMode="Externa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6.xml"/><Relationship Id="rId1" Type="http://schemas.openxmlformats.org/officeDocument/2006/relationships/tags" Target="../tags/tag20.xml"/></Relationships>
</file>

<file path=ppt/slides/_rels/slide2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notesSlide" Target="../notesSlides/notesSlide20.xml"/><Relationship Id="rId7" Type="http://schemas.openxmlformats.org/officeDocument/2006/relationships/image" Target="../media/image41.png"/><Relationship Id="rId2" Type="http://schemas.openxmlformats.org/officeDocument/2006/relationships/slideLayout" Target="../slideLayouts/slideLayout12.xml"/><Relationship Id="rId1" Type="http://schemas.openxmlformats.org/officeDocument/2006/relationships/tags" Target="../tags/tag21.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hyperlink" Target="https://m365.cloud.microsoft/" TargetMode="External"/></Relationships>
</file>

<file path=ppt/slides/_rels/slide21.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notesSlide" Target="../notesSlides/notesSlide21.xml"/><Relationship Id="rId7" Type="http://schemas.openxmlformats.org/officeDocument/2006/relationships/hyperlink" Target="https://play.google.com/store/apps/details?id=com.microsoft.office.officehubrow" TargetMode="External"/><Relationship Id="rId2" Type="http://schemas.openxmlformats.org/officeDocument/2006/relationships/slideLayout" Target="../slideLayouts/slideLayout12.xml"/><Relationship Id="rId1" Type="http://schemas.openxmlformats.org/officeDocument/2006/relationships/tags" Target="../tags/tag22.xml"/><Relationship Id="rId6" Type="http://schemas.openxmlformats.org/officeDocument/2006/relationships/hyperlink" Target="https://apps.apple.com/us/app/microsoft-365-office/id541164041" TargetMode="External"/><Relationship Id="rId5" Type="http://schemas.openxmlformats.org/officeDocument/2006/relationships/hyperlink" Target="https://support.microsoft.com/en-us/topic/getting-started-with-microsoft-copilot-8fde147f-726e-4790-9503-70790ddcac73#macos" TargetMode="External"/><Relationship Id="rId10" Type="http://schemas.openxmlformats.org/officeDocument/2006/relationships/image" Target="../media/image44.png"/><Relationship Id="rId4" Type="http://schemas.openxmlformats.org/officeDocument/2006/relationships/hyperlink" Target="https://apps.microsoft.com/detail/9wzdncrd29v9" TargetMode="External"/><Relationship Id="rId9" Type="http://schemas.openxmlformats.org/officeDocument/2006/relationships/hyperlink" Target="https://support.microsoft.com/en-us/topic/get-started-with-the-microsoft-365-copilot-mobile-app-24bd7d62-f3c7-47d8-8cce-ee78edc018d4" TargetMode="External"/></Relationships>
</file>

<file path=ppt/slides/_rels/slide22.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notesSlide" Target="../notesSlides/notesSlide22.xml"/><Relationship Id="rId7" Type="http://schemas.openxmlformats.org/officeDocument/2006/relationships/image" Target="../media/image47.png"/><Relationship Id="rId2" Type="http://schemas.openxmlformats.org/officeDocument/2006/relationships/slideLayout" Target="../slideLayouts/slideLayout12.xml"/><Relationship Id="rId1" Type="http://schemas.openxmlformats.org/officeDocument/2006/relationships/tags" Target="../tags/tag23.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hyperlink" Target="https://support.microsoft.com/en-us/topic/get-started-with-voice-features-in-microsoft-365-copilot-9262968d-565e-470c-a04b-991eb8e0d1ea" TargetMode="Externa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2.xml"/><Relationship Id="rId1" Type="http://schemas.openxmlformats.org/officeDocument/2006/relationships/tags" Target="../tags/tag24.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hyperlink" Target="https://support.microsoft.com/en-us/office/delete-your-microsoft-365-copilot-activity-history-76de8afa-5eaf-43b0-bda8-0076d6e0390f" TargetMode="Externa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2.xml"/><Relationship Id="rId1" Type="http://schemas.openxmlformats.org/officeDocument/2006/relationships/tags" Target="../tags/tag25.xml"/><Relationship Id="rId5" Type="http://schemas.openxmlformats.org/officeDocument/2006/relationships/hyperlink" Target="https://support.microsoft.com/en-us/topic/get-started-with-create-in-microsoft-365-copilot-6e0c616d-69fb-42f2-a4cb-c59e006ec4f5" TargetMode="External"/><Relationship Id="rId4" Type="http://schemas.openxmlformats.org/officeDocument/2006/relationships/image" Target="../media/image51.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2.xml"/><Relationship Id="rId1" Type="http://schemas.openxmlformats.org/officeDocument/2006/relationships/tags" Target="../tags/tag26.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hyperlink" Target="https://teams.microsoft.com/l/app/90680790-0a82-47bf-bab3-6c60c4221d1d?source=share-app-dialog" TargetMode="Externa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7" Type="http://schemas.openxmlformats.org/officeDocument/2006/relationships/image" Target="../media/image57.png"/><Relationship Id="rId2" Type="http://schemas.openxmlformats.org/officeDocument/2006/relationships/slideLayout" Target="../slideLayouts/slideLayout12.xml"/><Relationship Id="rId1" Type="http://schemas.openxmlformats.org/officeDocument/2006/relationships/tags" Target="../tags/tag27.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2.xml"/><Relationship Id="rId1" Type="http://schemas.openxmlformats.org/officeDocument/2006/relationships/tags" Target="../tags/tag28.xml"/><Relationship Id="rId6" Type="http://schemas.openxmlformats.org/officeDocument/2006/relationships/image" Target="../media/image58.png"/><Relationship Id="rId5" Type="http://schemas.openxmlformats.org/officeDocument/2006/relationships/hyperlink" Target="https://teams.microsoft.com/l/app/90680790-0a82-47bf-bab3-6c60c4221d1d?source=share-app-dialog" TargetMode="External"/><Relationship Id="rId4" Type="http://schemas.openxmlformats.org/officeDocument/2006/relationships/hyperlink" Target="https://learn.microsoft.com/en-us/microsoft-365-copilot/extensibility/agent-template-prompt-coach" TargetMode="Externa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2.xml"/><Relationship Id="rId1" Type="http://schemas.openxmlformats.org/officeDocument/2006/relationships/tags" Target="../tags/tag29.xml"/><Relationship Id="rId6" Type="http://schemas.openxmlformats.org/officeDocument/2006/relationships/image" Target="../media/image59.png"/><Relationship Id="rId5" Type="http://schemas.openxmlformats.org/officeDocument/2006/relationships/hyperlink" Target="https://teams.microsoft.com/l/app/03386cc1-d424-4eaa-95a8-4a8ec605190e?source=share-app-dialog" TargetMode="External"/><Relationship Id="rId4" Type="http://schemas.openxmlformats.org/officeDocument/2006/relationships/hyperlink" Target="https://learn.microsoft.com/en-us/microsoft-365-copilot/extensibility/agent-template-learning-coach" TargetMode="External"/></Relationships>
</file>

<file path=ppt/slides/_rels/slide29.xml.rels><?xml version="1.0" encoding="UTF-8" standalone="yes"?>
<Relationships xmlns="http://schemas.openxmlformats.org/package/2006/relationships"><Relationship Id="rId8" Type="http://schemas.openxmlformats.org/officeDocument/2006/relationships/hyperlink" Target="https://support.microsoft.com/en-us/office/frequently-asked-questions-about-microsoft-365-copilot-chat-500fc65e-9973-4e42-9cf4-bdefb0eb04ce" TargetMode="External"/><Relationship Id="rId3" Type="http://schemas.openxmlformats.org/officeDocument/2006/relationships/notesSlide" Target="../notesSlides/notesSlide29.xml"/><Relationship Id="rId7" Type="http://schemas.openxmlformats.org/officeDocument/2006/relationships/hyperlink" Target="https://learn.microsoft.com/en-us/training/modules/use-ai-everyday-tasks/3-explore-prompting" TargetMode="External"/><Relationship Id="rId2" Type="http://schemas.openxmlformats.org/officeDocument/2006/relationships/slideLayout" Target="../slideLayouts/slideLayout12.xml"/><Relationship Id="rId1" Type="http://schemas.openxmlformats.org/officeDocument/2006/relationships/tags" Target="../tags/tag30.xml"/><Relationship Id="rId6" Type="http://schemas.openxmlformats.org/officeDocument/2006/relationships/hyperlink" Target="https://support.microsoft.com/en-US/microsoft-365-copilot?ocid=redirect" TargetMode="External"/><Relationship Id="rId5" Type="http://schemas.openxmlformats.org/officeDocument/2006/relationships/hyperlink" Target="https://www.microsoft.com/en-us/microsoft-365-copilot/learn-copilot-chat-today#weekly-challenges" TargetMode="External"/><Relationship Id="rId4" Type="http://schemas.openxmlformats.org/officeDocument/2006/relationships/hyperlink" Target="https://adoption.microsoft.com/en-us/scenario-library/" TargetMode="Externa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6.xml"/><Relationship Id="rId1" Type="http://schemas.openxmlformats.org/officeDocument/2006/relationships/tags" Target="../tags/tag31.xml"/></Relationships>
</file>

<file path=ppt/slides/_rels/slide31.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notesSlide" Target="../notesSlides/notesSlide31.xml"/><Relationship Id="rId7" Type="http://schemas.openxmlformats.org/officeDocument/2006/relationships/image" Target="../media/image63.png"/><Relationship Id="rId2" Type="http://schemas.openxmlformats.org/officeDocument/2006/relationships/slideLayout" Target="../slideLayouts/slideLayout12.xml"/><Relationship Id="rId1" Type="http://schemas.openxmlformats.org/officeDocument/2006/relationships/tags" Target="../tags/tag32.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 Id="rId9" Type="http://schemas.openxmlformats.org/officeDocument/2006/relationships/image" Target="../media/image65.png"/></Relationships>
</file>

<file path=ppt/slides/_rels/slide32.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notesSlide" Target="../notesSlides/notesSlide32.xml"/><Relationship Id="rId7" Type="http://schemas.openxmlformats.org/officeDocument/2006/relationships/image" Target="../media/image68.png"/><Relationship Id="rId2" Type="http://schemas.openxmlformats.org/officeDocument/2006/relationships/slideLayout" Target="../slideLayouts/slideLayout12.xml"/><Relationship Id="rId1" Type="http://schemas.openxmlformats.org/officeDocument/2006/relationships/tags" Target="../tags/tag33.xml"/><Relationship Id="rId6" Type="http://schemas.openxmlformats.org/officeDocument/2006/relationships/image" Target="../media/image67.png"/><Relationship Id="rId5" Type="http://schemas.openxmlformats.org/officeDocument/2006/relationships/hyperlink" Target="https://support.microsoft.com/en-us/topic/add-content-to-microsoft-365-copilot-chat-prompts-438173cf-2a2b-47e0-a1e0-82d830922fe5" TargetMode="External"/><Relationship Id="rId4" Type="http://schemas.openxmlformats.org/officeDocument/2006/relationships/image" Target="../media/image66.png"/><Relationship Id="rId9" Type="http://schemas.openxmlformats.org/officeDocument/2006/relationships/image" Target="../media/image70.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7" Type="http://schemas.openxmlformats.org/officeDocument/2006/relationships/image" Target="../media/image73.png"/><Relationship Id="rId2" Type="http://schemas.openxmlformats.org/officeDocument/2006/relationships/slideLayout" Target="../slideLayouts/slideLayout12.xml"/><Relationship Id="rId1" Type="http://schemas.openxmlformats.org/officeDocument/2006/relationships/tags" Target="../tags/tag34.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hyperlink" Target="https://support.microsoft.com/en-us/topic/get-started-with-create-in-microsoft-365-copilot-6e0c616d-69fb-42f2-a4cb-c59e006ec4f5" TargetMode="Externa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7" Type="http://schemas.openxmlformats.org/officeDocument/2006/relationships/image" Target="../media/image76.png"/><Relationship Id="rId2" Type="http://schemas.openxmlformats.org/officeDocument/2006/relationships/slideLayout" Target="../slideLayouts/slideLayout12.xml"/><Relationship Id="rId1" Type="http://schemas.openxmlformats.org/officeDocument/2006/relationships/tags" Target="../tags/tag35.xml"/><Relationship Id="rId6" Type="http://schemas.openxmlformats.org/officeDocument/2006/relationships/image" Target="../media/image75.png"/><Relationship Id="rId5" Type="http://schemas.openxmlformats.org/officeDocument/2006/relationships/hyperlink" Target="https://support.microsoft.com/en-us/topic/get-started-with-create-in-microsoft-365-copilot-6e0c616d-69fb-42f2-a4cb-c59e006ec4f5" TargetMode="External"/><Relationship Id="rId4" Type="http://schemas.openxmlformats.org/officeDocument/2006/relationships/image" Target="../media/image74.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2.xml"/><Relationship Id="rId1" Type="http://schemas.openxmlformats.org/officeDocument/2006/relationships/tags" Target="../tags/tag36.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7" Type="http://schemas.openxmlformats.org/officeDocument/2006/relationships/image" Target="../media/image82.png"/><Relationship Id="rId2" Type="http://schemas.openxmlformats.org/officeDocument/2006/relationships/slideLayout" Target="../slideLayouts/slideLayout12.xml"/><Relationship Id="rId1" Type="http://schemas.openxmlformats.org/officeDocument/2006/relationships/tags" Target="../tags/tag37.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hyperlink" Target="https://support.microsoft.com/en-us/topic/get-started-with-microsoft-365-copilot-pages-6674bd51-9ff5-42c4-9256-44d9428a726f" TargetMode="External"/></Relationships>
</file>

<file path=ppt/slides/_rels/slide37.xml.rels><?xml version="1.0" encoding="UTF-8" standalone="yes"?>
<Relationships xmlns="http://schemas.openxmlformats.org/package/2006/relationships"><Relationship Id="rId8" Type="http://schemas.openxmlformats.org/officeDocument/2006/relationships/hyperlink" Target="https://copilot.cloud.microsoft/prompts" TargetMode="External"/><Relationship Id="rId3" Type="http://schemas.openxmlformats.org/officeDocument/2006/relationships/notesSlide" Target="../notesSlides/notesSlide37.xml"/><Relationship Id="rId7" Type="http://schemas.openxmlformats.org/officeDocument/2006/relationships/hyperlink" Target="https://learn.microsoft.com/en-us/training/modules/use-ai-everyday-tasks/3-explore-prompting" TargetMode="External"/><Relationship Id="rId2" Type="http://schemas.openxmlformats.org/officeDocument/2006/relationships/slideLayout" Target="../slideLayouts/slideLayout12.xml"/><Relationship Id="rId1" Type="http://schemas.openxmlformats.org/officeDocument/2006/relationships/tags" Target="../tags/tag38.xml"/><Relationship Id="rId6" Type="http://schemas.openxmlformats.org/officeDocument/2006/relationships/hyperlink" Target="https://support.microsoft.com/en-US/microsoft-365-copilot?ocid=redirect" TargetMode="External"/><Relationship Id="rId5" Type="http://schemas.openxmlformats.org/officeDocument/2006/relationships/hyperlink" Target="https://www.microsoft.com/en-us/microsoft-365-copilot/learn-copilot-chat-today#weekly-challenges" TargetMode="External"/><Relationship Id="rId4" Type="http://schemas.openxmlformats.org/officeDocument/2006/relationships/hyperlink" Target="https://adoption.microsoft.com/en-us/scenario-library/" TargetMode="External"/><Relationship Id="rId9" Type="http://schemas.openxmlformats.org/officeDocument/2006/relationships/hyperlink" Target="https://support.microsoft.com/en-us/office/frequently-asked-questions-about-microsoft-365-copilot-chat-500fc65e-9973-4e42-9cf4-bdefb0eb04ce" TargetMode="Externa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6.xml"/><Relationship Id="rId1" Type="http://schemas.openxmlformats.org/officeDocument/2006/relationships/tags" Target="../tags/tag39.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2.xml"/><Relationship Id="rId1" Type="http://schemas.openxmlformats.org/officeDocument/2006/relationships/tags" Target="../tags/tag40.xml"/><Relationship Id="rId4" Type="http://schemas.openxmlformats.org/officeDocument/2006/relationships/image" Target="../media/image83.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2.xml"/><Relationship Id="rId1" Type="http://schemas.openxmlformats.org/officeDocument/2006/relationships/tags" Target="../tags/tag41.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2.xml"/><Relationship Id="rId1" Type="http://schemas.openxmlformats.org/officeDocument/2006/relationships/tags" Target="../tags/tag42.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2.xml"/><Relationship Id="rId1" Type="http://schemas.openxmlformats.org/officeDocument/2006/relationships/tags" Target="../tags/tag43.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2.xml"/><Relationship Id="rId1" Type="http://schemas.openxmlformats.org/officeDocument/2006/relationships/tags" Target="../tags/tag44.xml"/><Relationship Id="rId5" Type="http://schemas.openxmlformats.org/officeDocument/2006/relationships/image" Target="../media/image88.png"/><Relationship Id="rId4" Type="http://schemas.openxmlformats.org/officeDocument/2006/relationships/image" Target="../media/image87.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2.xml"/><Relationship Id="rId1" Type="http://schemas.openxmlformats.org/officeDocument/2006/relationships/tags" Target="../tags/tag45.xml"/><Relationship Id="rId5" Type="http://schemas.openxmlformats.org/officeDocument/2006/relationships/image" Target="../media/image90.png"/><Relationship Id="rId4" Type="http://schemas.openxmlformats.org/officeDocument/2006/relationships/image" Target="../media/image89.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2.xml"/><Relationship Id="rId1" Type="http://schemas.openxmlformats.org/officeDocument/2006/relationships/tags" Target="../tags/tag46.xml"/><Relationship Id="rId6" Type="http://schemas.openxmlformats.org/officeDocument/2006/relationships/image" Target="../media/image93.png"/><Relationship Id="rId5" Type="http://schemas.openxmlformats.org/officeDocument/2006/relationships/image" Target="../media/image92.png"/><Relationship Id="rId4" Type="http://schemas.openxmlformats.org/officeDocument/2006/relationships/image" Target="../media/image91.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2.xml"/><Relationship Id="rId1" Type="http://schemas.openxmlformats.org/officeDocument/2006/relationships/tags" Target="../tags/tag47.xml"/><Relationship Id="rId6" Type="http://schemas.openxmlformats.org/officeDocument/2006/relationships/image" Target="../media/image93.png"/><Relationship Id="rId5" Type="http://schemas.openxmlformats.org/officeDocument/2006/relationships/image" Target="../media/image95.png"/><Relationship Id="rId4" Type="http://schemas.openxmlformats.org/officeDocument/2006/relationships/image" Target="../media/image94.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2.xml"/><Relationship Id="rId1" Type="http://schemas.openxmlformats.org/officeDocument/2006/relationships/tags" Target="../tags/tag48.xml"/><Relationship Id="rId6" Type="http://schemas.openxmlformats.org/officeDocument/2006/relationships/image" Target="../media/image97.png"/><Relationship Id="rId5" Type="http://schemas.openxmlformats.org/officeDocument/2006/relationships/image" Target="../media/image96.png"/><Relationship Id="rId4" Type="http://schemas.openxmlformats.org/officeDocument/2006/relationships/hyperlink" Target="https://support.microsoft.com/en-us/topic/build-apps-with-microsoft-365-copilot-a50c7eb7-ed36-45b5-baa4-b24e70f3b550" TargetMode="Externa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7" Type="http://schemas.openxmlformats.org/officeDocument/2006/relationships/hyperlink" Target="https://learn.microsoft.com/en-us/training/paths/power-virtual-agents-workshop/" TargetMode="External"/><Relationship Id="rId2" Type="http://schemas.openxmlformats.org/officeDocument/2006/relationships/slideLayout" Target="../slideLayouts/slideLayout12.xml"/><Relationship Id="rId1" Type="http://schemas.openxmlformats.org/officeDocument/2006/relationships/tags" Target="../tags/tag49.xml"/><Relationship Id="rId6" Type="http://schemas.openxmlformats.org/officeDocument/2006/relationships/hyperlink" Target="https://learn.microsoft.com/en-us/training/modules/power-virtual-agents-bots/" TargetMode="External"/><Relationship Id="rId5" Type="http://schemas.openxmlformats.org/officeDocument/2006/relationships/hyperlink" Target="https://support.microsoft.com/en-us/topic/build-apps-with-microsoft-365-copilot-a50c7eb7-ed36-45b5-baa4-b24e70f3b550" TargetMode="External"/><Relationship Id="rId4" Type="http://schemas.openxmlformats.org/officeDocument/2006/relationships/hyperlink" Target="https://github.com/JaysonBucket/ChatLotse" TargetMode="Externa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6.xml"/><Relationship Id="rId1" Type="http://schemas.openxmlformats.org/officeDocument/2006/relationships/tags" Target="../tags/tag50.xml"/><Relationship Id="rId6" Type="http://schemas.microsoft.com/office/2007/relationships/hdphoto" Target="../media/hdphoto1.wdp"/><Relationship Id="rId5" Type="http://schemas.openxmlformats.org/officeDocument/2006/relationships/image" Target="../media/image98.png"/><Relationship Id="rId4" Type="http://schemas.openxmlformats.org/officeDocument/2006/relationships/hyperlink" Target="https://techcommunity.microsoft.com/category/microsoft365copilot/blog/microsoft365copilotblo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16815C6-3AD0-46E6-A74A-1967BD91AF50}"/>
              </a:ext>
            </a:extLst>
          </p:cNvPr>
          <p:cNvSpPr>
            <a:spLocks noGrp="1"/>
          </p:cNvSpPr>
          <p:nvPr>
            <p:ph type="ctrTitle"/>
          </p:nvPr>
        </p:nvSpPr>
        <p:spPr>
          <a:xfrm>
            <a:off x="6252754" y="3887833"/>
            <a:ext cx="4941771" cy="1122202"/>
          </a:xfrm>
        </p:spPr>
        <p:txBody>
          <a:bodyPr rtlCol="0"/>
          <a:lstStyle/>
          <a:p>
            <a:pPr rtl="0"/>
            <a:r>
              <a:rPr lang="de-DE" sz="4000" b="1"/>
              <a:t>Welcome</a:t>
            </a:r>
          </a:p>
        </p:txBody>
      </p:sp>
      <p:sp>
        <p:nvSpPr>
          <p:cNvPr id="3" name="Untertitel 2">
            <a:extLst>
              <a:ext uri="{FF2B5EF4-FFF2-40B4-BE49-F238E27FC236}">
                <a16:creationId xmlns:a16="http://schemas.microsoft.com/office/drawing/2014/main" id="{1901B20D-4C28-4DA3-ABBD-718C22A5E58B}"/>
              </a:ext>
            </a:extLst>
          </p:cNvPr>
          <p:cNvSpPr>
            <a:spLocks noGrp="1"/>
          </p:cNvSpPr>
          <p:nvPr>
            <p:ph type="subTitle" idx="1"/>
          </p:nvPr>
        </p:nvSpPr>
        <p:spPr>
          <a:xfrm>
            <a:off x="6334396" y="5124335"/>
            <a:ext cx="4941772" cy="871060"/>
          </a:xfrm>
        </p:spPr>
        <p:txBody>
          <a:bodyPr rtlCol="0">
            <a:normAutofit fontScale="92500" lnSpcReduction="10000"/>
          </a:bodyPr>
          <a:lstStyle/>
          <a:p>
            <a:pPr rtl="0"/>
            <a:r>
              <a:rPr lang="de-DE" sz="1400" err="1"/>
              <a:t>Learningpath</a:t>
            </a:r>
            <a:r>
              <a:rPr lang="de-DE" sz="1400"/>
              <a:t> and </a:t>
            </a:r>
            <a:r>
              <a:rPr lang="de-DE" sz="1400" err="1"/>
              <a:t>introduction</a:t>
            </a:r>
            <a:r>
              <a:rPr lang="de-DE" sz="1400"/>
              <a:t> to</a:t>
            </a:r>
          </a:p>
          <a:p>
            <a:pPr rtl="0"/>
            <a:r>
              <a:rPr lang="de-DE" sz="1800" b="1"/>
              <a:t>Safe AI on </a:t>
            </a:r>
            <a:r>
              <a:rPr lang="de-DE" sz="1800" b="1" err="1"/>
              <a:t>every</a:t>
            </a:r>
            <a:r>
              <a:rPr lang="de-DE" sz="1800" b="1"/>
              <a:t> </a:t>
            </a:r>
            <a:r>
              <a:rPr lang="de-DE" sz="1800" b="1" err="1"/>
              <a:t>desk</a:t>
            </a:r>
            <a:r>
              <a:rPr lang="de-DE" sz="1800" b="1"/>
              <a:t> </a:t>
            </a:r>
            <a:br>
              <a:rPr lang="de-DE" sz="1800" b="1"/>
            </a:br>
            <a:r>
              <a:rPr lang="de-DE" sz="1800" b="1" err="1"/>
              <a:t>with</a:t>
            </a:r>
            <a:r>
              <a:rPr lang="de-DE" sz="1800" b="1"/>
              <a:t> Microsoft 365 Copilot Chat</a:t>
            </a:r>
          </a:p>
        </p:txBody>
      </p:sp>
      <p:sp>
        <p:nvSpPr>
          <p:cNvPr id="4" name="Textfeld 3">
            <a:extLst>
              <a:ext uri="{FF2B5EF4-FFF2-40B4-BE49-F238E27FC236}">
                <a16:creationId xmlns:a16="http://schemas.microsoft.com/office/drawing/2014/main" id="{2580A58A-99BE-B3F5-414E-3B4F9D38A169}"/>
              </a:ext>
            </a:extLst>
          </p:cNvPr>
          <p:cNvSpPr txBox="1"/>
          <p:nvPr/>
        </p:nvSpPr>
        <p:spPr>
          <a:xfrm>
            <a:off x="781176" y="1665299"/>
            <a:ext cx="3688830" cy="3154710"/>
          </a:xfrm>
          <a:prstGeom prst="rect">
            <a:avLst/>
          </a:prstGeom>
          <a:noFill/>
        </p:spPr>
        <p:txBody>
          <a:bodyPr wrap="none" rtlCol="0">
            <a:spAutoFit/>
          </a:bodyPr>
          <a:lstStyle/>
          <a:p>
            <a:r>
              <a:rPr lang="de-DE" sz="19900" dirty="0"/>
              <a:t>👋</a:t>
            </a:r>
          </a:p>
        </p:txBody>
      </p:sp>
      <p:sp>
        <p:nvSpPr>
          <p:cNvPr id="5" name="Textfeld 4">
            <a:extLst>
              <a:ext uri="{FF2B5EF4-FFF2-40B4-BE49-F238E27FC236}">
                <a16:creationId xmlns:a16="http://schemas.microsoft.com/office/drawing/2014/main" id="{51BEDF67-F1B2-FA6F-07CE-1B8690A29923}"/>
              </a:ext>
            </a:extLst>
          </p:cNvPr>
          <p:cNvSpPr txBox="1"/>
          <p:nvPr/>
        </p:nvSpPr>
        <p:spPr>
          <a:xfrm>
            <a:off x="277091" y="6442363"/>
            <a:ext cx="942887" cy="215444"/>
          </a:xfrm>
          <a:prstGeom prst="rect">
            <a:avLst/>
          </a:prstGeom>
          <a:noFill/>
        </p:spPr>
        <p:txBody>
          <a:bodyPr wrap="none" rtlCol="0">
            <a:spAutoFit/>
          </a:bodyPr>
          <a:lstStyle/>
          <a:p>
            <a:r>
              <a:rPr lang="de-DE" sz="800" dirty="0">
                <a:solidFill>
                  <a:schemeClr val="bg1">
                    <a:lumMod val="65000"/>
                  </a:schemeClr>
                </a:solidFill>
              </a:rPr>
              <a:t>v1.00 24.11.2025</a:t>
            </a:r>
          </a:p>
        </p:txBody>
      </p:sp>
    </p:spTree>
    <p:custDataLst>
      <p:tags r:id="rId1"/>
    </p:custDataLst>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719F29B-F233-48AF-8261-F33A4E079E3E}"/>
              </a:ext>
              <a:ext uri="{C183D7F6-B498-43B3-948B-1728B52AA6E4}">
                <adec:decorative xmlns:adec="http://schemas.microsoft.com/office/drawing/2017/decorative" val="0"/>
              </a:ext>
            </a:extLst>
          </p:cNvPr>
          <p:cNvSpPr>
            <a:spLocks noGrp="1"/>
          </p:cNvSpPr>
          <p:nvPr>
            <p:ph type="title"/>
          </p:nvPr>
        </p:nvSpPr>
        <p:spPr>
          <a:xfrm>
            <a:off x="1333499" y="195853"/>
            <a:ext cx="3171825" cy="1325563"/>
          </a:xfrm>
        </p:spPr>
        <p:txBody>
          <a:bodyPr rtlCol="0"/>
          <a:lstStyle/>
          <a:p>
            <a:pPr rtl="0"/>
            <a:r>
              <a:rPr lang="de-DE" b="1" err="1"/>
              <a:t>Introduction</a:t>
            </a:r>
            <a:endParaRPr lang="de-DE" b="1"/>
          </a:p>
        </p:txBody>
      </p:sp>
      <p:sp>
        <p:nvSpPr>
          <p:cNvPr id="3" name="Untertitel 2">
            <a:extLst>
              <a:ext uri="{FF2B5EF4-FFF2-40B4-BE49-F238E27FC236}">
                <a16:creationId xmlns:a16="http://schemas.microsoft.com/office/drawing/2014/main" id="{35E3EA69-4E0E-41BD-8095-A124225A2647}"/>
              </a:ext>
              <a:ext uri="{C183D7F6-B498-43B3-948B-1728B52AA6E4}">
                <adec:decorative xmlns:adec="http://schemas.microsoft.com/office/drawing/2017/decorative" val="0"/>
              </a:ext>
            </a:extLst>
          </p:cNvPr>
          <p:cNvSpPr>
            <a:spLocks noGrp="1"/>
          </p:cNvSpPr>
          <p:nvPr>
            <p:ph idx="1"/>
          </p:nvPr>
        </p:nvSpPr>
        <p:spPr>
          <a:xfrm>
            <a:off x="1333499" y="2147207"/>
            <a:ext cx="4234544" cy="4147457"/>
          </a:xfrm>
        </p:spPr>
        <p:txBody>
          <a:bodyPr rtlCol="0">
            <a:noAutofit/>
          </a:bodyPr>
          <a:lstStyle/>
          <a:p>
            <a:pPr rtl="0"/>
            <a:r>
              <a:rPr lang="de-DE" sz="1600"/>
              <a:t>This Learning </a:t>
            </a:r>
            <a:r>
              <a:rPr lang="de-DE" sz="1600" err="1"/>
              <a:t>path</a:t>
            </a:r>
            <a:r>
              <a:rPr lang="de-DE" sz="1600"/>
              <a:t> will </a:t>
            </a:r>
            <a:r>
              <a:rPr lang="de-DE" sz="1600" err="1"/>
              <a:t>guide</a:t>
            </a:r>
            <a:r>
              <a:rPr lang="de-DE" sz="1600"/>
              <a:t> </a:t>
            </a:r>
            <a:r>
              <a:rPr lang="de-DE" sz="1600" err="1"/>
              <a:t>you</a:t>
            </a:r>
            <a:r>
              <a:rPr lang="de-DE" sz="1600"/>
              <a:t> </a:t>
            </a:r>
            <a:r>
              <a:rPr lang="de-DE" sz="1600" err="1"/>
              <a:t>through</a:t>
            </a:r>
            <a:r>
              <a:rPr lang="de-DE" sz="1600"/>
              <a:t> </a:t>
            </a:r>
            <a:r>
              <a:rPr lang="de-DE" sz="1600" err="1"/>
              <a:t>the</a:t>
            </a:r>
            <a:r>
              <a:rPr lang="de-DE" sz="1600"/>
              <a:t> </a:t>
            </a:r>
            <a:r>
              <a:rPr lang="de-DE" sz="1600" err="1"/>
              <a:t>topic</a:t>
            </a:r>
            <a:r>
              <a:rPr lang="de-DE" sz="1600"/>
              <a:t> </a:t>
            </a:r>
            <a:r>
              <a:rPr lang="de-DE" sz="1600" err="1"/>
              <a:t>of</a:t>
            </a:r>
            <a:r>
              <a:rPr lang="de-DE" sz="1600"/>
              <a:t> </a:t>
            </a:r>
            <a:r>
              <a:rPr lang="de-DE" sz="1600" b="1"/>
              <a:t>generative </a:t>
            </a:r>
            <a:r>
              <a:rPr lang="de-DE" sz="1600" b="1" err="1"/>
              <a:t>artificial</a:t>
            </a:r>
            <a:r>
              <a:rPr lang="de-DE" sz="1600" b="1"/>
              <a:t> </a:t>
            </a:r>
            <a:r>
              <a:rPr lang="de-DE" sz="1600" b="1" err="1"/>
              <a:t>intelligence</a:t>
            </a:r>
            <a:r>
              <a:rPr lang="de-DE" sz="1600" b="1"/>
              <a:t> in </a:t>
            </a:r>
            <a:r>
              <a:rPr lang="de-DE" sz="1600" b="1" err="1"/>
              <a:t>the</a:t>
            </a:r>
            <a:r>
              <a:rPr lang="de-DE" sz="1600" b="1"/>
              <a:t> </a:t>
            </a:r>
            <a:r>
              <a:rPr lang="de-DE" sz="1600" b="1" err="1"/>
              <a:t>context</a:t>
            </a:r>
            <a:r>
              <a:rPr lang="de-DE" sz="1600" b="1"/>
              <a:t> </a:t>
            </a:r>
            <a:r>
              <a:rPr lang="de-DE" sz="1600" b="1" err="1"/>
              <a:t>of</a:t>
            </a:r>
            <a:r>
              <a:rPr lang="de-DE" sz="1600" b="1"/>
              <a:t> </a:t>
            </a:r>
            <a:r>
              <a:rPr lang="de-DE" sz="1600" b="1" err="1"/>
              <a:t>work</a:t>
            </a:r>
            <a:r>
              <a:rPr lang="de-DE" sz="1600"/>
              <a:t>.</a:t>
            </a:r>
          </a:p>
          <a:p>
            <a:pPr rtl="0"/>
            <a:r>
              <a:rPr lang="de-DE" sz="1600"/>
              <a:t>The </a:t>
            </a:r>
            <a:r>
              <a:rPr lang="de-DE" sz="1600" err="1"/>
              <a:t>goal</a:t>
            </a:r>
            <a:r>
              <a:rPr lang="de-DE" sz="1600"/>
              <a:t> </a:t>
            </a:r>
            <a:r>
              <a:rPr lang="de-DE" sz="1600" err="1"/>
              <a:t>is</a:t>
            </a:r>
            <a:r>
              <a:rPr lang="de-DE" sz="1600"/>
              <a:t> to not </a:t>
            </a:r>
            <a:r>
              <a:rPr lang="de-DE" sz="1600" err="1"/>
              <a:t>only</a:t>
            </a:r>
            <a:r>
              <a:rPr lang="de-DE" sz="1600"/>
              <a:t> </a:t>
            </a:r>
            <a:r>
              <a:rPr lang="de-DE" sz="1600" err="1"/>
              <a:t>help</a:t>
            </a:r>
            <a:r>
              <a:rPr lang="de-DE" sz="1600"/>
              <a:t> </a:t>
            </a:r>
            <a:r>
              <a:rPr lang="de-DE" sz="1600" err="1"/>
              <a:t>you</a:t>
            </a:r>
            <a:r>
              <a:rPr lang="de-DE" sz="1600"/>
              <a:t> </a:t>
            </a:r>
            <a:r>
              <a:rPr lang="de-DE" sz="1600" err="1"/>
              <a:t>understand</a:t>
            </a:r>
            <a:r>
              <a:rPr lang="de-DE" sz="1600"/>
              <a:t> </a:t>
            </a:r>
            <a:r>
              <a:rPr lang="de-DE" sz="1600" err="1"/>
              <a:t>what</a:t>
            </a:r>
            <a:r>
              <a:rPr lang="de-DE" sz="1600"/>
              <a:t> all </a:t>
            </a:r>
            <a:r>
              <a:rPr lang="de-DE" sz="1600" err="1"/>
              <a:t>of</a:t>
            </a:r>
            <a:r>
              <a:rPr lang="de-DE" sz="1600"/>
              <a:t> </a:t>
            </a:r>
            <a:r>
              <a:rPr lang="de-DE" sz="1600" err="1"/>
              <a:t>this</a:t>
            </a:r>
            <a:r>
              <a:rPr lang="de-DE" sz="1600"/>
              <a:t> </a:t>
            </a:r>
            <a:r>
              <a:rPr lang="de-DE" sz="1600" err="1"/>
              <a:t>is</a:t>
            </a:r>
            <a:r>
              <a:rPr lang="de-DE" sz="1600"/>
              <a:t> </a:t>
            </a:r>
            <a:r>
              <a:rPr lang="de-DE" sz="1600" err="1"/>
              <a:t>about</a:t>
            </a:r>
            <a:r>
              <a:rPr lang="de-DE" sz="1600"/>
              <a:t>, but </a:t>
            </a:r>
            <a:r>
              <a:rPr lang="de-DE" sz="1600" err="1"/>
              <a:t>especially</a:t>
            </a:r>
            <a:r>
              <a:rPr lang="de-DE" sz="1600"/>
              <a:t> </a:t>
            </a:r>
            <a:r>
              <a:rPr lang="de-DE" sz="1600" err="1"/>
              <a:t>how</a:t>
            </a:r>
            <a:r>
              <a:rPr lang="de-DE" sz="1600"/>
              <a:t> </a:t>
            </a:r>
            <a:r>
              <a:rPr lang="de-DE" sz="1600" err="1"/>
              <a:t>you</a:t>
            </a:r>
            <a:r>
              <a:rPr lang="de-DE" sz="1600"/>
              <a:t>, </a:t>
            </a:r>
            <a:r>
              <a:rPr lang="de-DE" sz="1600" err="1"/>
              <a:t>as</a:t>
            </a:r>
            <a:r>
              <a:rPr lang="de-DE" sz="1600"/>
              <a:t> a </a:t>
            </a:r>
            <a:r>
              <a:rPr lang="de-DE" sz="1600" err="1"/>
              <a:t>user</a:t>
            </a:r>
            <a:r>
              <a:rPr lang="de-DE" sz="1600"/>
              <a:t>, </a:t>
            </a:r>
            <a:r>
              <a:rPr lang="de-DE" sz="1600" err="1"/>
              <a:t>can</a:t>
            </a:r>
            <a:r>
              <a:rPr lang="de-DE" sz="1600"/>
              <a:t> </a:t>
            </a:r>
            <a:r>
              <a:rPr lang="de-DE" sz="1600" err="1"/>
              <a:t>benefit</a:t>
            </a:r>
            <a:r>
              <a:rPr lang="de-DE" sz="1600"/>
              <a:t>.</a:t>
            </a:r>
          </a:p>
          <a:p>
            <a:pPr rtl="0"/>
            <a:r>
              <a:rPr lang="de-DE" sz="1600"/>
              <a:t>With </a:t>
            </a:r>
            <a:r>
              <a:rPr lang="de-DE" sz="1600" b="1"/>
              <a:t>Microsoft 365 Copilot Chat</a:t>
            </a:r>
            <a:r>
              <a:rPr lang="de-DE" sz="1600"/>
              <a:t>, </a:t>
            </a:r>
            <a:r>
              <a:rPr lang="de-DE" sz="1600" err="1"/>
              <a:t>you</a:t>
            </a:r>
            <a:r>
              <a:rPr lang="de-DE" sz="1600"/>
              <a:t> </a:t>
            </a:r>
            <a:r>
              <a:rPr lang="de-DE" sz="1600" err="1"/>
              <a:t>have</a:t>
            </a:r>
            <a:r>
              <a:rPr lang="de-DE" sz="1600"/>
              <a:t> generative AI </a:t>
            </a:r>
            <a:r>
              <a:rPr lang="de-DE" sz="1600" err="1"/>
              <a:t>right</a:t>
            </a:r>
            <a:r>
              <a:rPr lang="de-DE" sz="1600"/>
              <a:t> on </a:t>
            </a:r>
            <a:r>
              <a:rPr lang="de-DE" sz="1600" err="1"/>
              <a:t>your</a:t>
            </a:r>
            <a:r>
              <a:rPr lang="de-DE" sz="1600"/>
              <a:t> </a:t>
            </a:r>
            <a:r>
              <a:rPr lang="de-DE" sz="1600" err="1"/>
              <a:t>fingertips</a:t>
            </a:r>
            <a:r>
              <a:rPr lang="de-DE" sz="1600"/>
              <a:t>. </a:t>
            </a:r>
            <a:r>
              <a:rPr lang="de-DE" sz="1600" err="1"/>
              <a:t>Approved</a:t>
            </a:r>
            <a:r>
              <a:rPr lang="de-DE" sz="1600"/>
              <a:t> </a:t>
            </a:r>
            <a:r>
              <a:rPr lang="de-DE" sz="1600" err="1"/>
              <a:t>by</a:t>
            </a:r>
            <a:r>
              <a:rPr lang="de-DE" sz="1600"/>
              <a:t> </a:t>
            </a:r>
            <a:r>
              <a:rPr lang="de-DE" sz="1600" err="1"/>
              <a:t>the</a:t>
            </a:r>
            <a:r>
              <a:rPr lang="de-DE" sz="1600"/>
              <a:t> </a:t>
            </a:r>
            <a:r>
              <a:rPr lang="de-DE" sz="1600" err="1"/>
              <a:t>company</a:t>
            </a:r>
            <a:r>
              <a:rPr lang="de-DE" sz="1600"/>
              <a:t> and safe to </a:t>
            </a:r>
            <a:r>
              <a:rPr lang="de-DE" sz="1600" err="1"/>
              <a:t>use</a:t>
            </a:r>
            <a:r>
              <a:rPr lang="de-DE" sz="1600"/>
              <a:t>, </a:t>
            </a:r>
            <a:r>
              <a:rPr lang="de-DE" sz="1600" err="1"/>
              <a:t>this</a:t>
            </a:r>
            <a:r>
              <a:rPr lang="de-DE" sz="1600"/>
              <a:t> </a:t>
            </a:r>
            <a:r>
              <a:rPr lang="de-DE" sz="1600" err="1"/>
              <a:t>is</a:t>
            </a:r>
            <a:r>
              <a:rPr lang="de-DE" sz="1600"/>
              <a:t> </a:t>
            </a:r>
            <a:r>
              <a:rPr lang="de-DE" sz="1600" err="1"/>
              <a:t>the</a:t>
            </a:r>
            <a:r>
              <a:rPr lang="de-DE" sz="1600"/>
              <a:t> </a:t>
            </a:r>
            <a:r>
              <a:rPr lang="de-DE" sz="1600" err="1"/>
              <a:t>tool</a:t>
            </a:r>
            <a:r>
              <a:rPr lang="de-DE" sz="1600"/>
              <a:t> </a:t>
            </a:r>
            <a:r>
              <a:rPr lang="de-DE" sz="1600" err="1"/>
              <a:t>you</a:t>
            </a:r>
            <a:r>
              <a:rPr lang="de-DE" sz="1600"/>
              <a:t> </a:t>
            </a:r>
            <a:r>
              <a:rPr lang="de-DE" sz="1600" err="1"/>
              <a:t>should</a:t>
            </a:r>
            <a:r>
              <a:rPr lang="de-DE" sz="1600"/>
              <a:t> </a:t>
            </a:r>
            <a:r>
              <a:rPr lang="de-DE" sz="1600" err="1"/>
              <a:t>be</a:t>
            </a:r>
            <a:r>
              <a:rPr lang="de-DE" sz="1600"/>
              <a:t> </a:t>
            </a:r>
            <a:r>
              <a:rPr lang="de-DE" sz="1600" err="1"/>
              <a:t>using</a:t>
            </a:r>
            <a:r>
              <a:rPr lang="de-DE" sz="1600"/>
              <a:t> </a:t>
            </a:r>
            <a:r>
              <a:rPr lang="de-DE" sz="1600" err="1"/>
              <a:t>when</a:t>
            </a:r>
            <a:r>
              <a:rPr lang="de-DE" sz="1600"/>
              <a:t> </a:t>
            </a:r>
            <a:r>
              <a:rPr lang="de-DE" sz="1600" err="1"/>
              <a:t>handling</a:t>
            </a:r>
            <a:r>
              <a:rPr lang="de-DE" sz="1600"/>
              <a:t> </a:t>
            </a:r>
            <a:r>
              <a:rPr lang="de-DE" sz="1600" err="1"/>
              <a:t>work</a:t>
            </a:r>
            <a:r>
              <a:rPr lang="de-DE" sz="1600"/>
              <a:t> </a:t>
            </a:r>
            <a:r>
              <a:rPr lang="de-DE" sz="1600" err="1"/>
              <a:t>related</a:t>
            </a:r>
            <a:r>
              <a:rPr lang="de-DE" sz="1600"/>
              <a:t> </a:t>
            </a:r>
            <a:r>
              <a:rPr lang="de-DE" sz="1600" err="1"/>
              <a:t>documents</a:t>
            </a:r>
            <a:r>
              <a:rPr lang="de-DE" sz="1600"/>
              <a:t> and </a:t>
            </a:r>
            <a:r>
              <a:rPr lang="de-DE" sz="1600" err="1"/>
              <a:t>data</a:t>
            </a:r>
            <a:r>
              <a:rPr lang="de-DE" sz="1600"/>
              <a:t>.</a:t>
            </a:r>
          </a:p>
          <a:p>
            <a:pPr rtl="0"/>
            <a:r>
              <a:rPr lang="de-DE" sz="1600" b="1"/>
              <a:t>This </a:t>
            </a:r>
            <a:r>
              <a:rPr lang="de-DE" sz="1600" b="1" err="1"/>
              <a:t>is</a:t>
            </a:r>
            <a:r>
              <a:rPr lang="de-DE" sz="1600" b="1"/>
              <a:t> </a:t>
            </a:r>
            <a:r>
              <a:rPr lang="de-DE" sz="1600" b="1" err="1"/>
              <a:t>going</a:t>
            </a:r>
            <a:r>
              <a:rPr lang="de-DE" sz="1600" b="1"/>
              <a:t> to </a:t>
            </a:r>
            <a:r>
              <a:rPr lang="de-DE" sz="1600" b="1" err="1"/>
              <a:t>be</a:t>
            </a:r>
            <a:r>
              <a:rPr lang="de-DE" sz="1600" b="1"/>
              <a:t> </a:t>
            </a:r>
            <a:r>
              <a:rPr lang="de-DE" sz="1600" b="1" err="1"/>
              <a:t>exciting</a:t>
            </a:r>
            <a:r>
              <a:rPr lang="de-DE" sz="1600" b="1"/>
              <a:t>, </a:t>
            </a:r>
            <a:r>
              <a:rPr lang="de-DE" sz="1600" b="1" err="1"/>
              <a:t>let‘s</a:t>
            </a:r>
            <a:r>
              <a:rPr lang="de-DE" sz="1600" b="1"/>
              <a:t> </a:t>
            </a:r>
            <a:r>
              <a:rPr lang="de-DE" sz="1600" b="1" err="1"/>
              <a:t>get</a:t>
            </a:r>
            <a:r>
              <a:rPr lang="de-DE" sz="1600" b="1"/>
              <a:t> </a:t>
            </a:r>
            <a:r>
              <a:rPr lang="de-DE" sz="1600" b="1" err="1"/>
              <a:t>started</a:t>
            </a:r>
            <a:r>
              <a:rPr lang="de-DE" sz="1600" b="1"/>
              <a:t>!</a:t>
            </a:r>
          </a:p>
        </p:txBody>
      </p:sp>
    </p:spTree>
    <p:custDataLst>
      <p:tags r:id="rId1"/>
    </p:custDataLst>
    <p:extLst>
      <p:ext uri="{BB962C8B-B14F-4D97-AF65-F5344CB8AC3E}">
        <p14:creationId xmlns:p14="http://schemas.microsoft.com/office/powerpoint/2010/main" val="2243494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7708C79-A4AC-4B5D-92DF-600737E4D11A}"/>
              </a:ext>
            </a:extLst>
          </p:cNvPr>
          <p:cNvSpPr>
            <a:spLocks noGrp="1"/>
          </p:cNvSpPr>
          <p:nvPr>
            <p:ph type="title"/>
          </p:nvPr>
        </p:nvSpPr>
        <p:spPr>
          <a:xfrm>
            <a:off x="415923" y="389279"/>
            <a:ext cx="4082142" cy="585788"/>
          </a:xfrm>
        </p:spPr>
        <p:txBody>
          <a:bodyPr rtlCol="0"/>
          <a:lstStyle/>
          <a:p>
            <a:pPr rtl="0"/>
            <a:r>
              <a:rPr lang="de-DE" b="1"/>
              <a:t>Module </a:t>
            </a:r>
            <a:r>
              <a:rPr lang="de-DE" b="1" err="1"/>
              <a:t>overview</a:t>
            </a:r>
            <a:endParaRPr lang="de-DE" b="1"/>
          </a:p>
        </p:txBody>
      </p:sp>
      <p:sp>
        <p:nvSpPr>
          <p:cNvPr id="3" name="Inhaltsplatzhalter 2">
            <a:extLst>
              <a:ext uri="{FF2B5EF4-FFF2-40B4-BE49-F238E27FC236}">
                <a16:creationId xmlns:a16="http://schemas.microsoft.com/office/drawing/2014/main" id="{7D779DE4-CAEA-4617-897E-FEC9A2AC2D6A}"/>
              </a:ext>
            </a:extLst>
          </p:cNvPr>
          <p:cNvSpPr>
            <a:spLocks noGrp="1"/>
          </p:cNvSpPr>
          <p:nvPr>
            <p:ph type="body" sz="quarter" idx="13"/>
          </p:nvPr>
        </p:nvSpPr>
        <p:spPr>
          <a:xfrm>
            <a:off x="148318" y="1481138"/>
            <a:ext cx="2141764" cy="514350"/>
          </a:xfrm>
        </p:spPr>
        <p:txBody>
          <a:bodyPr vert="horz" lIns="91440" tIns="45720" rIns="91440" bIns="45720" rtlCol="0" anchor="ctr">
            <a:normAutofit/>
          </a:bodyPr>
          <a:lstStyle/>
          <a:p>
            <a:pPr rtl="0"/>
            <a:r>
              <a:rPr lang="de-DE" b="1" err="1"/>
              <a:t>explore</a:t>
            </a:r>
            <a:endParaRPr lang="de-DE" b="1"/>
          </a:p>
        </p:txBody>
      </p:sp>
      <p:sp>
        <p:nvSpPr>
          <p:cNvPr id="4" name="Textplatzhalter 3">
            <a:extLst>
              <a:ext uri="{FF2B5EF4-FFF2-40B4-BE49-F238E27FC236}">
                <a16:creationId xmlns:a16="http://schemas.microsoft.com/office/drawing/2014/main" id="{F5FF1291-56EB-4A7B-A198-1D91F9ECC5D3}"/>
              </a:ext>
            </a:extLst>
          </p:cNvPr>
          <p:cNvSpPr>
            <a:spLocks noGrp="1"/>
          </p:cNvSpPr>
          <p:nvPr>
            <p:ph type="body" sz="quarter" idx="14"/>
          </p:nvPr>
        </p:nvSpPr>
        <p:spPr>
          <a:xfrm>
            <a:off x="812346" y="2557463"/>
            <a:ext cx="2141764" cy="514350"/>
          </a:xfrm>
        </p:spPr>
        <p:txBody>
          <a:bodyPr rtlCol="0"/>
          <a:lstStyle/>
          <a:p>
            <a:pPr rtl="0"/>
            <a:r>
              <a:rPr lang="de-DE" b="1" err="1"/>
              <a:t>endavour</a:t>
            </a:r>
            <a:endParaRPr lang="de-DE" b="1"/>
          </a:p>
        </p:txBody>
      </p:sp>
      <p:sp>
        <p:nvSpPr>
          <p:cNvPr id="5" name="Textplatzhalter 4">
            <a:extLst>
              <a:ext uri="{FF2B5EF4-FFF2-40B4-BE49-F238E27FC236}">
                <a16:creationId xmlns:a16="http://schemas.microsoft.com/office/drawing/2014/main" id="{6184E21C-7534-4FB5-9709-F7D1A11034F3}"/>
              </a:ext>
            </a:extLst>
          </p:cNvPr>
          <p:cNvSpPr>
            <a:spLocks noGrp="1"/>
          </p:cNvSpPr>
          <p:nvPr>
            <p:ph type="body" sz="quarter" idx="15"/>
          </p:nvPr>
        </p:nvSpPr>
        <p:spPr>
          <a:xfrm>
            <a:off x="1320800" y="3633788"/>
            <a:ext cx="2141764" cy="514350"/>
          </a:xfrm>
        </p:spPr>
        <p:txBody>
          <a:bodyPr rtlCol="0"/>
          <a:lstStyle/>
          <a:p>
            <a:pPr rtl="0"/>
            <a:r>
              <a:rPr lang="de-DE" b="1" err="1"/>
              <a:t>enrich</a:t>
            </a:r>
            <a:endParaRPr lang="de-DE" b="1"/>
          </a:p>
        </p:txBody>
      </p:sp>
      <p:sp>
        <p:nvSpPr>
          <p:cNvPr id="6" name="Textplatzhalter 5">
            <a:extLst>
              <a:ext uri="{FF2B5EF4-FFF2-40B4-BE49-F238E27FC236}">
                <a16:creationId xmlns:a16="http://schemas.microsoft.com/office/drawing/2014/main" id="{5C594564-4FC6-401A-8586-44735EE819EC}"/>
              </a:ext>
            </a:extLst>
          </p:cNvPr>
          <p:cNvSpPr>
            <a:spLocks noGrp="1"/>
          </p:cNvSpPr>
          <p:nvPr>
            <p:ph type="body" sz="quarter" idx="16"/>
          </p:nvPr>
        </p:nvSpPr>
        <p:spPr>
          <a:xfrm>
            <a:off x="1905000" y="4710114"/>
            <a:ext cx="2141764" cy="514350"/>
          </a:xfrm>
        </p:spPr>
        <p:txBody>
          <a:bodyPr rtlCol="0"/>
          <a:lstStyle/>
          <a:p>
            <a:pPr rtl="0"/>
            <a:r>
              <a:rPr lang="de-DE" b="1" err="1"/>
              <a:t>expand</a:t>
            </a:r>
            <a:endParaRPr lang="de-DE" b="1"/>
          </a:p>
        </p:txBody>
      </p:sp>
      <p:sp>
        <p:nvSpPr>
          <p:cNvPr id="7" name="Textplatzhalter 6">
            <a:extLst>
              <a:ext uri="{FF2B5EF4-FFF2-40B4-BE49-F238E27FC236}">
                <a16:creationId xmlns:a16="http://schemas.microsoft.com/office/drawing/2014/main" id="{D7EB25CA-DA83-483D-AF83-0001BDF2DE2B}"/>
              </a:ext>
            </a:extLst>
          </p:cNvPr>
          <p:cNvSpPr>
            <a:spLocks noGrp="1"/>
          </p:cNvSpPr>
          <p:nvPr>
            <p:ph type="body" sz="quarter" idx="17"/>
          </p:nvPr>
        </p:nvSpPr>
        <p:spPr>
          <a:xfrm>
            <a:off x="4401535" y="1594478"/>
            <a:ext cx="5539095" cy="1010842"/>
          </a:xfrm>
        </p:spPr>
        <p:txBody>
          <a:bodyPr rtlCol="0"/>
          <a:lstStyle/>
          <a:p>
            <a:pPr rtl="0"/>
            <a:r>
              <a:rPr lang="de-DE" err="1"/>
              <a:t>Introduction</a:t>
            </a:r>
            <a:r>
              <a:rPr lang="de-DE"/>
              <a:t> to generative AI, </a:t>
            </a:r>
            <a:r>
              <a:rPr lang="de-DE" err="1"/>
              <a:t>responsible</a:t>
            </a:r>
            <a:r>
              <a:rPr lang="de-DE"/>
              <a:t> </a:t>
            </a:r>
            <a:r>
              <a:rPr lang="de-DE" err="1"/>
              <a:t>use</a:t>
            </a:r>
            <a:r>
              <a:rPr lang="de-DE"/>
              <a:t> </a:t>
            </a:r>
            <a:r>
              <a:rPr lang="de-DE" err="1"/>
              <a:t>principles</a:t>
            </a:r>
            <a:r>
              <a:rPr lang="de-DE"/>
              <a:t> and </a:t>
            </a:r>
            <a:r>
              <a:rPr lang="de-DE" err="1"/>
              <a:t>overview</a:t>
            </a:r>
            <a:r>
              <a:rPr lang="de-DE"/>
              <a:t> </a:t>
            </a:r>
            <a:r>
              <a:rPr lang="de-DE" err="1"/>
              <a:t>of</a:t>
            </a:r>
            <a:r>
              <a:rPr lang="de-DE"/>
              <a:t> Microsoft 365 Copilot Chat. First </a:t>
            </a:r>
            <a:r>
              <a:rPr lang="de-DE" err="1"/>
              <a:t>steps</a:t>
            </a:r>
            <a:r>
              <a:rPr lang="de-DE"/>
              <a:t> in </a:t>
            </a:r>
            <a:r>
              <a:rPr lang="de-DE" err="1"/>
              <a:t>prompting</a:t>
            </a:r>
            <a:r>
              <a:rPr lang="de-DE"/>
              <a:t>, </a:t>
            </a:r>
            <a:r>
              <a:rPr lang="de-DE" err="1"/>
              <a:t>best</a:t>
            </a:r>
            <a:r>
              <a:rPr lang="de-DE"/>
              <a:t> </a:t>
            </a:r>
            <a:r>
              <a:rPr lang="de-DE" err="1"/>
              <a:t>practises</a:t>
            </a:r>
            <a:r>
              <a:rPr lang="de-DE"/>
              <a:t> and </a:t>
            </a:r>
            <a:r>
              <a:rPr lang="de-DE" err="1"/>
              <a:t>overall</a:t>
            </a:r>
            <a:r>
              <a:rPr lang="de-DE"/>
              <a:t> </a:t>
            </a:r>
            <a:r>
              <a:rPr lang="de-DE" err="1"/>
              <a:t>walkthrough</a:t>
            </a:r>
            <a:r>
              <a:rPr lang="de-DE"/>
              <a:t>.</a:t>
            </a:r>
          </a:p>
          <a:p>
            <a:pPr rtl="0"/>
            <a:endParaRPr lang="de-DE"/>
          </a:p>
        </p:txBody>
      </p:sp>
      <p:sp>
        <p:nvSpPr>
          <p:cNvPr id="8" name="Textplatzhalter 7">
            <a:extLst>
              <a:ext uri="{FF2B5EF4-FFF2-40B4-BE49-F238E27FC236}">
                <a16:creationId xmlns:a16="http://schemas.microsoft.com/office/drawing/2014/main" id="{B46CE8C6-E12D-4A0D-8553-7FFA31941D56}"/>
              </a:ext>
            </a:extLst>
          </p:cNvPr>
          <p:cNvSpPr>
            <a:spLocks noGrp="1"/>
          </p:cNvSpPr>
          <p:nvPr>
            <p:ph type="body" sz="quarter" idx="18"/>
          </p:nvPr>
        </p:nvSpPr>
        <p:spPr>
          <a:xfrm>
            <a:off x="4986028" y="2682564"/>
            <a:ext cx="5539095" cy="1010842"/>
          </a:xfrm>
        </p:spPr>
        <p:txBody>
          <a:bodyPr rtlCol="0"/>
          <a:lstStyle/>
          <a:p>
            <a:pPr rtl="0"/>
            <a:r>
              <a:rPr lang="de-DE"/>
              <a:t>Microsoft 365 Copilot Chat </a:t>
            </a:r>
            <a:r>
              <a:rPr lang="de-DE" err="1"/>
              <a:t>within</a:t>
            </a:r>
            <a:r>
              <a:rPr lang="de-DE"/>
              <a:t> </a:t>
            </a:r>
            <a:r>
              <a:rPr lang="de-DE" err="1"/>
              <a:t>your</a:t>
            </a:r>
            <a:r>
              <a:rPr lang="de-DE"/>
              <a:t> </a:t>
            </a:r>
            <a:r>
              <a:rPr lang="de-DE" err="1"/>
              <a:t>daily</a:t>
            </a:r>
            <a:r>
              <a:rPr lang="de-DE"/>
              <a:t> </a:t>
            </a:r>
            <a:r>
              <a:rPr lang="de-DE" err="1"/>
              <a:t>business</a:t>
            </a:r>
            <a:r>
              <a:rPr lang="de-DE"/>
              <a:t>. </a:t>
            </a:r>
            <a:r>
              <a:rPr lang="de-DE" err="1"/>
              <a:t>We</a:t>
            </a:r>
            <a:r>
              <a:rPr lang="de-DE"/>
              <a:t> will </a:t>
            </a:r>
            <a:r>
              <a:rPr lang="de-DE" err="1"/>
              <a:t>be</a:t>
            </a:r>
            <a:r>
              <a:rPr lang="de-DE"/>
              <a:t> </a:t>
            </a:r>
            <a:r>
              <a:rPr lang="de-DE" err="1"/>
              <a:t>diving</a:t>
            </a:r>
            <a:r>
              <a:rPr lang="de-DE"/>
              <a:t> </a:t>
            </a:r>
            <a:r>
              <a:rPr lang="de-DE" err="1"/>
              <a:t>deeper</a:t>
            </a:r>
            <a:r>
              <a:rPr lang="de-DE"/>
              <a:t> in to </a:t>
            </a:r>
            <a:r>
              <a:rPr lang="de-DE" err="1"/>
              <a:t>the</a:t>
            </a:r>
            <a:r>
              <a:rPr lang="de-DE"/>
              <a:t> </a:t>
            </a:r>
            <a:r>
              <a:rPr lang="de-DE" err="1"/>
              <a:t>possibilities</a:t>
            </a:r>
            <a:r>
              <a:rPr lang="de-DE"/>
              <a:t> and </a:t>
            </a:r>
            <a:r>
              <a:rPr lang="de-DE" err="1"/>
              <a:t>functionality</a:t>
            </a:r>
            <a:r>
              <a:rPr lang="de-DE"/>
              <a:t> and </a:t>
            </a:r>
            <a:r>
              <a:rPr lang="de-DE" err="1"/>
              <a:t>how</a:t>
            </a:r>
            <a:r>
              <a:rPr lang="de-DE"/>
              <a:t> </a:t>
            </a:r>
            <a:r>
              <a:rPr lang="de-DE" err="1"/>
              <a:t>it</a:t>
            </a:r>
            <a:r>
              <a:rPr lang="de-DE"/>
              <a:t> </a:t>
            </a:r>
            <a:r>
              <a:rPr lang="de-DE" err="1"/>
              <a:t>can</a:t>
            </a:r>
            <a:r>
              <a:rPr lang="de-DE"/>
              <a:t> </a:t>
            </a:r>
            <a:r>
              <a:rPr lang="de-DE" err="1"/>
              <a:t>ease</a:t>
            </a:r>
            <a:r>
              <a:rPr lang="de-DE"/>
              <a:t> </a:t>
            </a:r>
            <a:r>
              <a:rPr lang="de-DE" err="1"/>
              <a:t>your</a:t>
            </a:r>
            <a:r>
              <a:rPr lang="de-DE"/>
              <a:t> </a:t>
            </a:r>
            <a:r>
              <a:rPr lang="de-DE" err="1"/>
              <a:t>day</a:t>
            </a:r>
            <a:r>
              <a:rPr lang="de-DE"/>
              <a:t> to </a:t>
            </a:r>
            <a:r>
              <a:rPr lang="de-DE" err="1"/>
              <a:t>day</a:t>
            </a:r>
            <a:r>
              <a:rPr lang="de-DE"/>
              <a:t> </a:t>
            </a:r>
            <a:r>
              <a:rPr lang="de-DE" err="1"/>
              <a:t>work</a:t>
            </a:r>
            <a:r>
              <a:rPr lang="de-DE"/>
              <a:t>.</a:t>
            </a:r>
          </a:p>
          <a:p>
            <a:pPr rtl="0"/>
            <a:endParaRPr lang="de-DE"/>
          </a:p>
        </p:txBody>
      </p:sp>
      <p:sp>
        <p:nvSpPr>
          <p:cNvPr id="9" name="Textplatzhalter 8">
            <a:extLst>
              <a:ext uri="{FF2B5EF4-FFF2-40B4-BE49-F238E27FC236}">
                <a16:creationId xmlns:a16="http://schemas.microsoft.com/office/drawing/2014/main" id="{1C7D5285-85DF-4331-A6FA-1AE847CA47AE}"/>
              </a:ext>
            </a:extLst>
          </p:cNvPr>
          <p:cNvSpPr>
            <a:spLocks noGrp="1"/>
          </p:cNvSpPr>
          <p:nvPr>
            <p:ph type="body" sz="quarter" idx="19"/>
          </p:nvPr>
        </p:nvSpPr>
        <p:spPr>
          <a:xfrm>
            <a:off x="5576937" y="3755394"/>
            <a:ext cx="5539095" cy="1010842"/>
          </a:xfrm>
        </p:spPr>
        <p:txBody>
          <a:bodyPr rtlCol="0"/>
          <a:lstStyle/>
          <a:p>
            <a:pPr rtl="0"/>
            <a:r>
              <a:rPr lang="de-DE"/>
              <a:t>Building on </a:t>
            </a:r>
            <a:r>
              <a:rPr lang="de-DE" err="1"/>
              <a:t>previous</a:t>
            </a:r>
            <a:r>
              <a:rPr lang="de-DE"/>
              <a:t> </a:t>
            </a:r>
            <a:r>
              <a:rPr lang="de-DE" err="1"/>
              <a:t>modules</a:t>
            </a:r>
            <a:r>
              <a:rPr lang="de-DE"/>
              <a:t>, </a:t>
            </a:r>
            <a:r>
              <a:rPr lang="de-DE" err="1"/>
              <a:t>we</a:t>
            </a:r>
            <a:r>
              <a:rPr lang="de-DE"/>
              <a:t> will </a:t>
            </a:r>
            <a:r>
              <a:rPr lang="de-DE" err="1"/>
              <a:t>focus</a:t>
            </a:r>
            <a:r>
              <a:rPr lang="de-DE"/>
              <a:t> on </a:t>
            </a:r>
            <a:r>
              <a:rPr lang="de-DE" err="1"/>
              <a:t>advanced</a:t>
            </a:r>
            <a:r>
              <a:rPr lang="de-DE"/>
              <a:t> </a:t>
            </a:r>
            <a:r>
              <a:rPr lang="de-DE" err="1"/>
              <a:t>usage</a:t>
            </a:r>
            <a:r>
              <a:rPr lang="de-DE"/>
              <a:t> </a:t>
            </a:r>
            <a:r>
              <a:rPr lang="de-DE" err="1"/>
              <a:t>scenarios</a:t>
            </a:r>
            <a:r>
              <a:rPr lang="de-DE"/>
              <a:t>, not </a:t>
            </a:r>
            <a:r>
              <a:rPr lang="de-DE" err="1"/>
              <a:t>only</a:t>
            </a:r>
            <a:r>
              <a:rPr lang="de-DE"/>
              <a:t> </a:t>
            </a:r>
            <a:r>
              <a:rPr lang="de-DE" err="1"/>
              <a:t>for</a:t>
            </a:r>
            <a:r>
              <a:rPr lang="de-DE"/>
              <a:t> </a:t>
            </a:r>
            <a:r>
              <a:rPr lang="de-DE" err="1"/>
              <a:t>yourself</a:t>
            </a:r>
            <a:r>
              <a:rPr lang="de-DE"/>
              <a:t>, but also </a:t>
            </a:r>
            <a:r>
              <a:rPr lang="de-DE" err="1"/>
              <a:t>for</a:t>
            </a:r>
            <a:r>
              <a:rPr lang="de-DE"/>
              <a:t> </a:t>
            </a:r>
            <a:r>
              <a:rPr lang="de-DE" err="1"/>
              <a:t>collaboration</a:t>
            </a:r>
            <a:r>
              <a:rPr lang="de-DE"/>
              <a:t> </a:t>
            </a:r>
            <a:r>
              <a:rPr lang="de-DE" err="1"/>
              <a:t>within</a:t>
            </a:r>
            <a:r>
              <a:rPr lang="de-DE"/>
              <a:t> </a:t>
            </a:r>
            <a:r>
              <a:rPr lang="de-DE" err="1"/>
              <a:t>the</a:t>
            </a:r>
            <a:r>
              <a:rPr lang="de-DE"/>
              <a:t> </a:t>
            </a:r>
            <a:r>
              <a:rPr lang="de-DE" err="1"/>
              <a:t>team</a:t>
            </a:r>
            <a:r>
              <a:rPr lang="de-DE"/>
              <a:t> and </a:t>
            </a:r>
            <a:r>
              <a:rPr lang="de-DE" err="1"/>
              <a:t>beyond</a:t>
            </a:r>
            <a:r>
              <a:rPr lang="de-DE"/>
              <a:t>.</a:t>
            </a:r>
          </a:p>
          <a:p>
            <a:pPr rtl="0"/>
            <a:endParaRPr lang="de-DE"/>
          </a:p>
        </p:txBody>
      </p:sp>
      <p:sp>
        <p:nvSpPr>
          <p:cNvPr id="10" name="Textplatzhalter 9">
            <a:extLst>
              <a:ext uri="{FF2B5EF4-FFF2-40B4-BE49-F238E27FC236}">
                <a16:creationId xmlns:a16="http://schemas.microsoft.com/office/drawing/2014/main" id="{02D305EF-9A88-496B-BFC1-D589A01EE381}"/>
              </a:ext>
            </a:extLst>
          </p:cNvPr>
          <p:cNvSpPr>
            <a:spLocks noGrp="1"/>
          </p:cNvSpPr>
          <p:nvPr>
            <p:ph type="body" sz="quarter" idx="20"/>
          </p:nvPr>
        </p:nvSpPr>
        <p:spPr>
          <a:xfrm>
            <a:off x="6175279" y="4824430"/>
            <a:ext cx="5458828" cy="1010842"/>
          </a:xfrm>
        </p:spPr>
        <p:txBody>
          <a:bodyPr rtlCol="0"/>
          <a:lstStyle/>
          <a:p>
            <a:pPr rtl="0"/>
            <a:r>
              <a:rPr lang="de-DE"/>
              <a:t>In </a:t>
            </a:r>
            <a:r>
              <a:rPr lang="de-DE" err="1"/>
              <a:t>this</a:t>
            </a:r>
            <a:r>
              <a:rPr lang="de-DE"/>
              <a:t> </a:t>
            </a:r>
            <a:r>
              <a:rPr lang="de-DE" err="1"/>
              <a:t>module</a:t>
            </a:r>
            <a:r>
              <a:rPr lang="de-DE"/>
              <a:t> </a:t>
            </a:r>
            <a:r>
              <a:rPr lang="de-DE" err="1"/>
              <a:t>it</a:t>
            </a:r>
            <a:r>
              <a:rPr lang="de-DE"/>
              <a:t> </a:t>
            </a:r>
            <a:r>
              <a:rPr lang="de-DE" err="1"/>
              <a:t>is</a:t>
            </a:r>
            <a:r>
              <a:rPr lang="de-DE"/>
              <a:t> not </a:t>
            </a:r>
            <a:r>
              <a:rPr lang="de-DE" err="1"/>
              <a:t>only</a:t>
            </a:r>
            <a:r>
              <a:rPr lang="de-DE"/>
              <a:t> </a:t>
            </a:r>
            <a:r>
              <a:rPr lang="de-DE" err="1"/>
              <a:t>about</a:t>
            </a:r>
            <a:r>
              <a:rPr lang="de-DE"/>
              <a:t> Microsoft 365 Copilot Chat </a:t>
            </a:r>
            <a:r>
              <a:rPr lang="de-DE" err="1"/>
              <a:t>itself</a:t>
            </a:r>
            <a:r>
              <a:rPr lang="de-DE"/>
              <a:t>, but </a:t>
            </a:r>
            <a:r>
              <a:rPr lang="de-DE" err="1"/>
              <a:t>about</a:t>
            </a:r>
            <a:r>
              <a:rPr lang="de-DE"/>
              <a:t> </a:t>
            </a:r>
            <a:r>
              <a:rPr lang="de-DE" err="1"/>
              <a:t>introducing</a:t>
            </a:r>
            <a:r>
              <a:rPr lang="de-DE"/>
              <a:t> generative AI in </a:t>
            </a:r>
            <a:r>
              <a:rPr lang="de-DE" err="1"/>
              <a:t>processes</a:t>
            </a:r>
            <a:r>
              <a:rPr lang="de-DE"/>
              <a:t> and </a:t>
            </a:r>
            <a:r>
              <a:rPr lang="de-DE" err="1"/>
              <a:t>how</a:t>
            </a:r>
            <a:r>
              <a:rPr lang="de-DE"/>
              <a:t> to </a:t>
            </a:r>
            <a:r>
              <a:rPr lang="de-DE" err="1"/>
              <a:t>extend</a:t>
            </a:r>
            <a:r>
              <a:rPr lang="de-DE"/>
              <a:t> </a:t>
            </a:r>
            <a:r>
              <a:rPr lang="de-DE" err="1"/>
              <a:t>functionality</a:t>
            </a:r>
            <a:r>
              <a:rPr lang="de-DE"/>
              <a:t> and </a:t>
            </a:r>
            <a:r>
              <a:rPr lang="de-DE" err="1"/>
              <a:t>value</a:t>
            </a:r>
            <a:r>
              <a:rPr lang="de-DE"/>
              <a:t>.</a:t>
            </a:r>
          </a:p>
        </p:txBody>
      </p:sp>
      <p:sp>
        <p:nvSpPr>
          <p:cNvPr id="14" name="Textplatzhalter 5">
            <a:extLst>
              <a:ext uri="{FF2B5EF4-FFF2-40B4-BE49-F238E27FC236}">
                <a16:creationId xmlns:a16="http://schemas.microsoft.com/office/drawing/2014/main" id="{3E413209-3DB0-7684-ADA9-68349747F9C3}"/>
              </a:ext>
            </a:extLst>
          </p:cNvPr>
          <p:cNvSpPr txBox="1">
            <a:spLocks/>
          </p:cNvSpPr>
          <p:nvPr/>
        </p:nvSpPr>
        <p:spPr>
          <a:xfrm>
            <a:off x="2456994" y="5770112"/>
            <a:ext cx="2141764" cy="514350"/>
          </a:xfrm>
          <a:prstGeom prst="rect">
            <a:avLst/>
          </a:prstGeom>
        </p:spPr>
        <p:txBody>
          <a:bodyPr vert="horz" lIns="91440" tIns="45720" rIns="91440" bIns="45720" rtlCol="0" anchor="ctr">
            <a:noAutofit/>
          </a:bodyPr>
          <a:lstStyle>
            <a:lvl1pPr marL="0" indent="0" algn="r" defTabSz="914400" rtl="0" eaLnBrk="1" latinLnBrk="0" hangingPunct="1">
              <a:lnSpc>
                <a:spcPct val="90000"/>
              </a:lnSpc>
              <a:spcBef>
                <a:spcPts val="1000"/>
              </a:spcBef>
              <a:buFont typeface="Arial" panose="020B0604020202020204" pitchFamily="34" charset="0"/>
              <a:buNone/>
              <a:defRPr sz="1600" kern="1200" cap="all" spc="150" baseline="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a:t>Closing</a:t>
            </a:r>
          </a:p>
        </p:txBody>
      </p:sp>
      <p:sp>
        <p:nvSpPr>
          <p:cNvPr id="15" name="Textplatzhalter 9">
            <a:extLst>
              <a:ext uri="{FF2B5EF4-FFF2-40B4-BE49-F238E27FC236}">
                <a16:creationId xmlns:a16="http://schemas.microsoft.com/office/drawing/2014/main" id="{C49D80EB-A14F-FBA8-FEF3-EA57245D513E}"/>
              </a:ext>
            </a:extLst>
          </p:cNvPr>
          <p:cNvSpPr txBox="1">
            <a:spLocks/>
          </p:cNvSpPr>
          <p:nvPr/>
        </p:nvSpPr>
        <p:spPr>
          <a:xfrm>
            <a:off x="6680238" y="5786440"/>
            <a:ext cx="5353920" cy="1010842"/>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err="1"/>
              <a:t>Almost</a:t>
            </a:r>
            <a:r>
              <a:rPr lang="de-DE"/>
              <a:t> </a:t>
            </a:r>
            <a:r>
              <a:rPr lang="de-DE" err="1"/>
              <a:t>done</a:t>
            </a:r>
            <a:r>
              <a:rPr lang="de-DE"/>
              <a:t>, </a:t>
            </a:r>
            <a:r>
              <a:rPr lang="de-DE" err="1"/>
              <a:t>we</a:t>
            </a:r>
            <a:r>
              <a:rPr lang="de-DE"/>
              <a:t> will </a:t>
            </a:r>
            <a:r>
              <a:rPr lang="de-DE" err="1"/>
              <a:t>cover</a:t>
            </a:r>
            <a:r>
              <a:rPr lang="de-DE"/>
              <a:t> additional material and </a:t>
            </a:r>
            <a:r>
              <a:rPr lang="de-DE" err="1"/>
              <a:t>resources</a:t>
            </a:r>
            <a:r>
              <a:rPr lang="de-DE"/>
              <a:t> so </a:t>
            </a:r>
            <a:r>
              <a:rPr lang="de-DE" err="1"/>
              <a:t>that</a:t>
            </a:r>
            <a:r>
              <a:rPr lang="de-DE"/>
              <a:t> </a:t>
            </a:r>
            <a:r>
              <a:rPr lang="de-DE" err="1"/>
              <a:t>you</a:t>
            </a:r>
            <a:r>
              <a:rPr lang="de-DE"/>
              <a:t> </a:t>
            </a:r>
            <a:r>
              <a:rPr lang="de-DE" err="1"/>
              <a:t>can</a:t>
            </a:r>
            <a:r>
              <a:rPr lang="de-DE"/>
              <a:t> </a:t>
            </a:r>
            <a:r>
              <a:rPr lang="de-DE" err="1"/>
              <a:t>keep</a:t>
            </a:r>
            <a:r>
              <a:rPr lang="de-DE"/>
              <a:t> on </a:t>
            </a:r>
            <a:r>
              <a:rPr lang="de-DE" err="1"/>
              <a:t>moving</a:t>
            </a:r>
            <a:r>
              <a:rPr lang="de-DE"/>
              <a:t>. </a:t>
            </a:r>
          </a:p>
          <a:p>
            <a:endParaRPr lang="de-DE"/>
          </a:p>
        </p:txBody>
      </p:sp>
    </p:spTree>
    <p:custDataLst>
      <p:tags r:id="rId1"/>
    </p:custDataLst>
    <p:extLst>
      <p:ext uri="{BB962C8B-B14F-4D97-AF65-F5344CB8AC3E}">
        <p14:creationId xmlns:p14="http://schemas.microsoft.com/office/powerpoint/2010/main" val="17385616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el 15">
            <a:extLst>
              <a:ext uri="{FF2B5EF4-FFF2-40B4-BE49-F238E27FC236}">
                <a16:creationId xmlns:a16="http://schemas.microsoft.com/office/drawing/2014/main" id="{52E1F66B-C622-9205-5E44-48841A23060B}"/>
              </a:ext>
            </a:extLst>
          </p:cNvPr>
          <p:cNvSpPr>
            <a:spLocks noGrp="1"/>
          </p:cNvSpPr>
          <p:nvPr>
            <p:ph type="title"/>
          </p:nvPr>
        </p:nvSpPr>
        <p:spPr/>
        <p:txBody>
          <a:bodyPr/>
          <a:lstStyle/>
          <a:p>
            <a:r>
              <a:rPr lang="de-DE" b="1"/>
              <a:t>Module 1 - </a:t>
            </a:r>
            <a:r>
              <a:rPr lang="de-DE" b="1" err="1"/>
              <a:t>Explore</a:t>
            </a:r>
            <a:endParaRPr lang="de-DE" b="1"/>
          </a:p>
        </p:txBody>
      </p:sp>
      <p:sp>
        <p:nvSpPr>
          <p:cNvPr id="13" name="Foliennummernplatzhalter 12">
            <a:extLst>
              <a:ext uri="{FF2B5EF4-FFF2-40B4-BE49-F238E27FC236}">
                <a16:creationId xmlns:a16="http://schemas.microsoft.com/office/drawing/2014/main" id="{8990B63D-F950-4C3B-8B76-D18F30794BD6}"/>
              </a:ext>
            </a:extLst>
          </p:cNvPr>
          <p:cNvSpPr>
            <a:spLocks noGrp="1"/>
          </p:cNvSpPr>
          <p:nvPr>
            <p:ph type="sldNum" sz="quarter" idx="12"/>
          </p:nvPr>
        </p:nvSpPr>
        <p:spPr/>
        <p:txBody>
          <a:bodyPr/>
          <a:lstStyle/>
          <a:p>
            <a:pPr rtl="0"/>
            <a:fld id="{B5CEABB6-07DC-46E8-9B57-56EC44A396E5}" type="slidenum">
              <a:rPr lang="de-DE" noProof="0" smtClean="0"/>
              <a:t>4</a:t>
            </a:fld>
            <a:endParaRPr lang="de-DE" noProof="0"/>
          </a:p>
        </p:txBody>
      </p:sp>
      <p:sp>
        <p:nvSpPr>
          <p:cNvPr id="18" name="Textplatzhalter 6">
            <a:extLst>
              <a:ext uri="{FF2B5EF4-FFF2-40B4-BE49-F238E27FC236}">
                <a16:creationId xmlns:a16="http://schemas.microsoft.com/office/drawing/2014/main" id="{4025ECBA-B4DF-3AAB-EE99-6F4A5BDFCBB5}"/>
              </a:ext>
            </a:extLst>
          </p:cNvPr>
          <p:cNvSpPr txBox="1">
            <a:spLocks/>
          </p:cNvSpPr>
          <p:nvPr/>
        </p:nvSpPr>
        <p:spPr>
          <a:xfrm>
            <a:off x="1370239" y="2925260"/>
            <a:ext cx="5539095" cy="2316215"/>
          </a:xfrm>
          <a:prstGeom prst="rect">
            <a:avLst/>
          </a:prstGeom>
        </p:spPr>
        <p:txBody>
          <a:bodyPr rtlCol="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de-DE" sz="1600"/>
          </a:p>
          <a:p>
            <a:pPr>
              <a:buFontTx/>
              <a:buChar char="-"/>
            </a:pPr>
            <a:r>
              <a:rPr lang="de-DE" sz="1600" err="1"/>
              <a:t>What</a:t>
            </a:r>
            <a:r>
              <a:rPr lang="de-DE" sz="1600"/>
              <a:t> </a:t>
            </a:r>
            <a:r>
              <a:rPr lang="de-DE" sz="1600" err="1"/>
              <a:t>is</a:t>
            </a:r>
            <a:r>
              <a:rPr lang="de-DE" sz="1600"/>
              <a:t> generative AI</a:t>
            </a:r>
          </a:p>
          <a:p>
            <a:pPr>
              <a:buFontTx/>
              <a:buChar char="-"/>
            </a:pPr>
            <a:r>
              <a:rPr lang="de-DE" sz="1600"/>
              <a:t>Foundations </a:t>
            </a:r>
            <a:r>
              <a:rPr lang="de-DE" sz="1600" err="1"/>
              <a:t>of</a:t>
            </a:r>
            <a:r>
              <a:rPr lang="de-DE" sz="1600"/>
              <a:t> </a:t>
            </a:r>
            <a:r>
              <a:rPr lang="de-DE" sz="1600" err="1"/>
              <a:t>responsible</a:t>
            </a:r>
            <a:r>
              <a:rPr lang="de-DE" sz="1600"/>
              <a:t> AI</a:t>
            </a:r>
          </a:p>
          <a:p>
            <a:pPr>
              <a:buFontTx/>
              <a:buChar char="-"/>
            </a:pPr>
            <a:r>
              <a:rPr lang="de-DE" sz="1600" err="1"/>
              <a:t>Why</a:t>
            </a:r>
            <a:r>
              <a:rPr lang="de-DE" sz="1600"/>
              <a:t> </a:t>
            </a:r>
            <a:r>
              <a:rPr lang="de-DE" sz="1600" err="1"/>
              <a:t>security</a:t>
            </a:r>
            <a:r>
              <a:rPr lang="de-DE" sz="1600"/>
              <a:t> </a:t>
            </a:r>
            <a:r>
              <a:rPr lang="de-DE" sz="1600" err="1"/>
              <a:t>is</a:t>
            </a:r>
            <a:r>
              <a:rPr lang="de-DE" sz="1600"/>
              <a:t> </a:t>
            </a:r>
            <a:r>
              <a:rPr lang="de-DE" sz="1600" err="1"/>
              <a:t>key</a:t>
            </a:r>
            <a:r>
              <a:rPr lang="de-DE" sz="1600"/>
              <a:t> – and </a:t>
            </a:r>
            <a:r>
              <a:rPr lang="de-DE" sz="1600" err="1"/>
              <a:t>why</a:t>
            </a:r>
            <a:r>
              <a:rPr lang="de-DE" sz="1600"/>
              <a:t> </a:t>
            </a:r>
            <a:r>
              <a:rPr lang="de-DE" sz="1600" err="1"/>
              <a:t>you</a:t>
            </a:r>
            <a:r>
              <a:rPr lang="de-DE" sz="1600"/>
              <a:t> </a:t>
            </a:r>
            <a:r>
              <a:rPr lang="de-DE" sz="1600" err="1"/>
              <a:t>can</a:t>
            </a:r>
            <a:r>
              <a:rPr lang="de-DE" sz="1600"/>
              <a:t> </a:t>
            </a:r>
            <a:r>
              <a:rPr lang="de-DE" sz="1600" err="1"/>
              <a:t>trust</a:t>
            </a:r>
            <a:r>
              <a:rPr lang="de-DE" sz="1600"/>
              <a:t> </a:t>
            </a:r>
            <a:r>
              <a:rPr lang="de-DE" sz="1600" err="1"/>
              <a:t>it</a:t>
            </a:r>
            <a:endParaRPr lang="de-DE" sz="1600"/>
          </a:p>
          <a:p>
            <a:pPr>
              <a:buFontTx/>
              <a:buChar char="-"/>
            </a:pPr>
            <a:r>
              <a:rPr lang="de-DE" sz="1600"/>
              <a:t>How to </a:t>
            </a:r>
            <a:r>
              <a:rPr lang="de-DE" sz="1600" err="1"/>
              <a:t>access</a:t>
            </a:r>
            <a:r>
              <a:rPr lang="de-DE" sz="1600"/>
              <a:t> Microsoft 365 Copilot Chat</a:t>
            </a:r>
          </a:p>
          <a:p>
            <a:pPr>
              <a:buFontTx/>
              <a:buChar char="-"/>
            </a:pPr>
            <a:r>
              <a:rPr lang="de-DE" sz="1600"/>
              <a:t>How to </a:t>
            </a:r>
            <a:r>
              <a:rPr lang="de-DE" sz="1600" err="1"/>
              <a:t>navigate</a:t>
            </a:r>
            <a:r>
              <a:rPr lang="de-DE" sz="1600"/>
              <a:t> Microsoft 365 Copilot Chat</a:t>
            </a:r>
          </a:p>
          <a:p>
            <a:pPr>
              <a:buFontTx/>
              <a:buChar char="-"/>
            </a:pPr>
            <a:endParaRPr lang="de-DE" sz="1600"/>
          </a:p>
          <a:p>
            <a:pPr>
              <a:buFontTx/>
              <a:buChar char="-"/>
            </a:pPr>
            <a:endParaRPr lang="de-DE" sz="1600"/>
          </a:p>
        </p:txBody>
      </p:sp>
    </p:spTree>
    <p:custDataLst>
      <p:tags r:id="rId1"/>
    </p:custDataLst>
    <p:extLst>
      <p:ext uri="{BB962C8B-B14F-4D97-AF65-F5344CB8AC3E}">
        <p14:creationId xmlns:p14="http://schemas.microsoft.com/office/powerpoint/2010/main" val="26054367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el 14">
            <a:extLst>
              <a:ext uri="{FF2B5EF4-FFF2-40B4-BE49-F238E27FC236}">
                <a16:creationId xmlns:a16="http://schemas.microsoft.com/office/drawing/2014/main" id="{46ECE957-FC8A-3838-44F7-13EC4E8DF6B5}"/>
              </a:ext>
            </a:extLst>
          </p:cNvPr>
          <p:cNvSpPr>
            <a:spLocks noGrp="1"/>
          </p:cNvSpPr>
          <p:nvPr>
            <p:ph type="title"/>
          </p:nvPr>
        </p:nvSpPr>
        <p:spPr>
          <a:xfrm>
            <a:off x="5382483" y="322912"/>
            <a:ext cx="5431971" cy="846301"/>
          </a:xfrm>
        </p:spPr>
        <p:txBody>
          <a:bodyPr/>
          <a:lstStyle/>
          <a:p>
            <a:r>
              <a:rPr lang="de-DE" err="1"/>
              <a:t>What</a:t>
            </a:r>
            <a:r>
              <a:rPr lang="de-DE"/>
              <a:t> </a:t>
            </a:r>
            <a:r>
              <a:rPr lang="de-DE" err="1"/>
              <a:t>is</a:t>
            </a:r>
            <a:r>
              <a:rPr lang="de-DE"/>
              <a:t> generative ai</a:t>
            </a:r>
          </a:p>
        </p:txBody>
      </p:sp>
      <p:sp>
        <p:nvSpPr>
          <p:cNvPr id="10" name="Textfeld 9">
            <a:extLst>
              <a:ext uri="{FF2B5EF4-FFF2-40B4-BE49-F238E27FC236}">
                <a16:creationId xmlns:a16="http://schemas.microsoft.com/office/drawing/2014/main" id="{F39EB65C-F69F-F7AF-A402-F9E503A62BCC}"/>
              </a:ext>
            </a:extLst>
          </p:cNvPr>
          <p:cNvSpPr txBox="1"/>
          <p:nvPr/>
        </p:nvSpPr>
        <p:spPr>
          <a:xfrm>
            <a:off x="5241349" y="5691157"/>
            <a:ext cx="6099544" cy="261610"/>
          </a:xfrm>
          <a:prstGeom prst="rect">
            <a:avLst/>
          </a:prstGeom>
          <a:noFill/>
        </p:spPr>
        <p:txBody>
          <a:bodyPr wrap="square">
            <a:spAutoFit/>
          </a:bodyPr>
          <a:lstStyle/>
          <a:p>
            <a:r>
              <a:rPr lang="en-US" sz="1100" b="0" i="0">
                <a:effectLst/>
                <a:latin typeface="Segoe UI" panose="020B0502040204020203" pitchFamily="34" charset="0"/>
              </a:rPr>
              <a:t>If you are interested in diving deeper into the foundations, follow this </a:t>
            </a:r>
            <a:r>
              <a:rPr lang="en-US" sz="1100" b="0" i="0">
                <a:effectLst/>
                <a:latin typeface="Segoe UI" panose="020B0502040204020203" pitchFamily="34" charset="0"/>
                <a:hlinkClick r:id="rId4"/>
              </a:rPr>
              <a:t>external link</a:t>
            </a:r>
            <a:r>
              <a:rPr lang="en-US" sz="1100" b="0" i="0">
                <a:effectLst/>
                <a:latin typeface="Segoe UI" panose="020B0502040204020203" pitchFamily="34" charset="0"/>
              </a:rPr>
              <a:t>.</a:t>
            </a:r>
            <a:endParaRPr lang="de-DE" sz="1100"/>
          </a:p>
        </p:txBody>
      </p:sp>
      <p:sp>
        <p:nvSpPr>
          <p:cNvPr id="12" name="Textfeld 11">
            <a:extLst>
              <a:ext uri="{FF2B5EF4-FFF2-40B4-BE49-F238E27FC236}">
                <a16:creationId xmlns:a16="http://schemas.microsoft.com/office/drawing/2014/main" id="{10A75C97-F65C-7DA7-3EE0-FF32334781A1}"/>
              </a:ext>
            </a:extLst>
          </p:cNvPr>
          <p:cNvSpPr txBox="1"/>
          <p:nvPr/>
        </p:nvSpPr>
        <p:spPr>
          <a:xfrm>
            <a:off x="5241349" y="1413063"/>
            <a:ext cx="6441305" cy="4278094"/>
          </a:xfrm>
          <a:prstGeom prst="rect">
            <a:avLst/>
          </a:prstGeom>
          <a:noFill/>
        </p:spPr>
        <p:txBody>
          <a:bodyPr wrap="square">
            <a:spAutoFit/>
          </a:bodyPr>
          <a:lstStyle/>
          <a:p>
            <a:pPr marL="171450" indent="-171450">
              <a:buFont typeface="Arial" panose="020B0604020202020204" pitchFamily="34" charset="0"/>
              <a:buChar char="•"/>
            </a:pPr>
            <a:r>
              <a:rPr lang="en-US" sz="1600">
                <a:latin typeface="Segoe UI" panose="020B0502040204020203" pitchFamily="34" charset="0"/>
              </a:rPr>
              <a:t>Generative AI uses </a:t>
            </a:r>
            <a:r>
              <a:rPr lang="en-US" sz="1600" b="1">
                <a:latin typeface="Segoe UI" panose="020B0502040204020203" pitchFamily="34" charset="0"/>
              </a:rPr>
              <a:t>large language models (LLMs)</a:t>
            </a:r>
            <a:r>
              <a:rPr lang="en-US" sz="1600">
                <a:latin typeface="Segoe UI" panose="020B0502040204020203" pitchFamily="34" charset="0"/>
              </a:rPr>
              <a:t>, which are AI systems trained on massive amounts of text, to understand and generate human-like language</a:t>
            </a:r>
          </a:p>
          <a:p>
            <a:pPr marL="171450" indent="-171450">
              <a:buFont typeface="Arial" panose="020B0604020202020204" pitchFamily="34" charset="0"/>
              <a:buChar char="•"/>
            </a:pPr>
            <a:endParaRPr lang="en-US" sz="1600" b="0" i="0">
              <a:effectLst/>
              <a:latin typeface="Segoe UI" panose="020B0502040204020203" pitchFamily="34" charset="0"/>
            </a:endParaRPr>
          </a:p>
          <a:p>
            <a:pPr marL="171450" indent="-171450">
              <a:buFont typeface="Arial" panose="020B0604020202020204" pitchFamily="34" charset="0"/>
              <a:buChar char="•"/>
            </a:pPr>
            <a:r>
              <a:rPr lang="en-US" sz="1600" b="0" i="0">
                <a:effectLst/>
                <a:latin typeface="Segoe UI" panose="020B0502040204020203" pitchFamily="34" charset="0"/>
              </a:rPr>
              <a:t>It focuses on creating new, unique content, based on the input you provide</a:t>
            </a:r>
          </a:p>
          <a:p>
            <a:pPr marL="171450" indent="-171450">
              <a:buFont typeface="Arial" panose="020B0604020202020204" pitchFamily="34" charset="0"/>
              <a:buChar char="•"/>
            </a:pPr>
            <a:endParaRPr lang="en-US" sz="1600" b="0" i="0">
              <a:effectLst/>
              <a:latin typeface="Segoe UI" panose="020B0502040204020203" pitchFamily="34" charset="0"/>
            </a:endParaRPr>
          </a:p>
          <a:p>
            <a:pPr marL="171450" indent="-171450">
              <a:buFont typeface="Arial" panose="020B0604020202020204" pitchFamily="34" charset="0"/>
              <a:buChar char="•"/>
            </a:pPr>
            <a:r>
              <a:rPr lang="en-US" sz="1600" b="0" i="0">
                <a:effectLst/>
                <a:latin typeface="Segoe UI" panose="020B0502040204020203" pitchFamily="34" charset="0"/>
              </a:rPr>
              <a:t>This input is called </a:t>
            </a:r>
            <a:r>
              <a:rPr lang="en-US" sz="1600" b="1" i="0">
                <a:effectLst/>
                <a:latin typeface="Segoe UI" panose="020B0502040204020203" pitchFamily="34" charset="0"/>
              </a:rPr>
              <a:t>prompting</a:t>
            </a:r>
            <a:r>
              <a:rPr lang="en-US" sz="1600" b="0" i="0">
                <a:effectLst/>
                <a:latin typeface="Segoe UI" panose="020B0502040204020203" pitchFamily="34" charset="0"/>
              </a:rPr>
              <a:t>, which just means asking AI for specific things</a:t>
            </a:r>
          </a:p>
          <a:p>
            <a:pPr marL="171450" indent="-171450">
              <a:buFont typeface="Arial" panose="020B0604020202020204" pitchFamily="34" charset="0"/>
              <a:buChar char="•"/>
            </a:pPr>
            <a:endParaRPr lang="en-US" sz="1600" b="0" i="0">
              <a:effectLst/>
              <a:latin typeface="Segoe UI" panose="020B0502040204020203" pitchFamily="34" charset="0"/>
            </a:endParaRPr>
          </a:p>
          <a:p>
            <a:pPr marL="171450" indent="-171450">
              <a:buFont typeface="Arial" panose="020B0604020202020204" pitchFamily="34" charset="0"/>
              <a:buChar char="•"/>
            </a:pPr>
            <a:r>
              <a:rPr lang="en-US" sz="1600" b="0" i="0">
                <a:effectLst/>
                <a:latin typeface="Segoe UI" panose="020B0502040204020203" pitchFamily="34" charset="0"/>
              </a:rPr>
              <a:t>It can even produce creative content, such as writing poems, composing melodies, or designing graphics, based on the patterns and styles it learned</a:t>
            </a:r>
          </a:p>
          <a:p>
            <a:pPr marL="171450" indent="-171450">
              <a:buFont typeface="Arial" panose="020B0604020202020204" pitchFamily="34" charset="0"/>
              <a:buChar char="•"/>
            </a:pPr>
            <a:endParaRPr lang="en-US" sz="1600">
              <a:latin typeface="Segoe UI" panose="020B0502040204020203" pitchFamily="34" charset="0"/>
            </a:endParaRPr>
          </a:p>
          <a:p>
            <a:pPr marL="171450" indent="-171450">
              <a:buFont typeface="Arial" panose="020B0604020202020204" pitchFamily="34" charset="0"/>
              <a:buChar char="•"/>
            </a:pPr>
            <a:r>
              <a:rPr lang="en-US" sz="1600">
                <a:latin typeface="Segoe UI" panose="020B0502040204020203" pitchFamily="34" charset="0"/>
              </a:rPr>
              <a:t>Generative AI can simplify everyday tasks and enhances productivity substantially if being used smart and often</a:t>
            </a:r>
            <a:endParaRPr lang="de-DE" sz="1600"/>
          </a:p>
          <a:p>
            <a:pPr marL="171450" indent="-171450">
              <a:buFont typeface="Arial" panose="020B0604020202020204" pitchFamily="34" charset="0"/>
              <a:buChar char="•"/>
            </a:pPr>
            <a:endParaRPr lang="de-DE" sz="1600"/>
          </a:p>
        </p:txBody>
      </p:sp>
      <p:sp>
        <p:nvSpPr>
          <p:cNvPr id="2" name="Textfeld 1">
            <a:extLst>
              <a:ext uri="{FF2B5EF4-FFF2-40B4-BE49-F238E27FC236}">
                <a16:creationId xmlns:a16="http://schemas.microsoft.com/office/drawing/2014/main" id="{CC8362E1-2FDB-D050-9E62-3BA58E7770CF}"/>
              </a:ext>
            </a:extLst>
          </p:cNvPr>
          <p:cNvSpPr txBox="1"/>
          <p:nvPr/>
        </p:nvSpPr>
        <p:spPr>
          <a:xfrm>
            <a:off x="781176" y="1665299"/>
            <a:ext cx="3688830" cy="3154710"/>
          </a:xfrm>
          <a:prstGeom prst="rect">
            <a:avLst/>
          </a:prstGeom>
          <a:noFill/>
        </p:spPr>
        <p:txBody>
          <a:bodyPr wrap="none" rtlCol="0">
            <a:spAutoFit/>
          </a:bodyPr>
          <a:lstStyle/>
          <a:p>
            <a:r>
              <a:rPr lang="de-DE" sz="19900"/>
              <a:t>🔎</a:t>
            </a:r>
          </a:p>
        </p:txBody>
      </p:sp>
    </p:spTree>
    <p:custDataLst>
      <p:tags r:id="rId1"/>
    </p:custDataLst>
    <p:extLst>
      <p:ext uri="{BB962C8B-B14F-4D97-AF65-F5344CB8AC3E}">
        <p14:creationId xmlns:p14="http://schemas.microsoft.com/office/powerpoint/2010/main" val="37809857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A6880-7EC3-7B4C-707F-B5F204D562C0}"/>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C8BF5DC3-DEBA-78BC-475A-85CC4B2CB02C}"/>
              </a:ext>
            </a:extLst>
          </p:cNvPr>
          <p:cNvSpPr>
            <a:spLocks noGrp="1"/>
          </p:cNvSpPr>
          <p:nvPr>
            <p:ph type="title"/>
          </p:nvPr>
        </p:nvSpPr>
        <p:spPr>
          <a:xfrm>
            <a:off x="5311600" y="322912"/>
            <a:ext cx="5431971" cy="846301"/>
          </a:xfrm>
        </p:spPr>
        <p:txBody>
          <a:bodyPr/>
          <a:lstStyle/>
          <a:p>
            <a:r>
              <a:rPr lang="de-DE" err="1"/>
              <a:t>Responsible</a:t>
            </a:r>
            <a:r>
              <a:rPr lang="de-DE"/>
              <a:t> ai</a:t>
            </a:r>
          </a:p>
        </p:txBody>
      </p:sp>
      <p:sp>
        <p:nvSpPr>
          <p:cNvPr id="10" name="Textfeld 9">
            <a:extLst>
              <a:ext uri="{FF2B5EF4-FFF2-40B4-BE49-F238E27FC236}">
                <a16:creationId xmlns:a16="http://schemas.microsoft.com/office/drawing/2014/main" id="{17825324-3458-5F67-D382-D2FAE4576476}"/>
              </a:ext>
            </a:extLst>
          </p:cNvPr>
          <p:cNvSpPr txBox="1"/>
          <p:nvPr/>
        </p:nvSpPr>
        <p:spPr>
          <a:xfrm>
            <a:off x="5311600" y="5539556"/>
            <a:ext cx="6731544" cy="261610"/>
          </a:xfrm>
          <a:prstGeom prst="rect">
            <a:avLst/>
          </a:prstGeom>
          <a:noFill/>
        </p:spPr>
        <p:txBody>
          <a:bodyPr wrap="square">
            <a:spAutoFit/>
          </a:bodyPr>
          <a:lstStyle/>
          <a:p>
            <a:r>
              <a:rPr lang="en-US" sz="1100" b="0" i="0">
                <a:effectLst/>
                <a:latin typeface="Segoe UI" panose="020B0502040204020203" pitchFamily="34" charset="0"/>
              </a:rPr>
              <a:t>If you are interested in diving deeper into </a:t>
            </a:r>
            <a:r>
              <a:rPr lang="en-US" sz="1100" b="0" i="0" err="1">
                <a:effectLst/>
                <a:latin typeface="Segoe UI" panose="020B0502040204020203" pitchFamily="34" charset="0"/>
              </a:rPr>
              <a:t>Microsofts</a:t>
            </a:r>
            <a:r>
              <a:rPr lang="en-US" sz="1100" b="0" i="0">
                <a:effectLst/>
                <a:latin typeface="Segoe UI" panose="020B0502040204020203" pitchFamily="34" charset="0"/>
              </a:rPr>
              <a:t> approach on Responsible AI, follow this </a:t>
            </a:r>
            <a:r>
              <a:rPr lang="en-US" sz="1100" b="0" i="0">
                <a:effectLst/>
                <a:latin typeface="Segoe UI" panose="020B0502040204020203" pitchFamily="34" charset="0"/>
                <a:hlinkClick r:id="rId4"/>
              </a:rPr>
              <a:t>external link</a:t>
            </a:r>
            <a:r>
              <a:rPr lang="en-US" sz="1100" b="0" i="0">
                <a:effectLst/>
                <a:latin typeface="Segoe UI" panose="020B0502040204020203" pitchFamily="34" charset="0"/>
              </a:rPr>
              <a:t>.</a:t>
            </a:r>
            <a:endParaRPr lang="de-DE" sz="1100"/>
          </a:p>
        </p:txBody>
      </p:sp>
      <p:sp>
        <p:nvSpPr>
          <p:cNvPr id="12" name="Textfeld 11">
            <a:extLst>
              <a:ext uri="{FF2B5EF4-FFF2-40B4-BE49-F238E27FC236}">
                <a16:creationId xmlns:a16="http://schemas.microsoft.com/office/drawing/2014/main" id="{D091DE8B-8197-F5AC-8FD6-5AFB649C6261}"/>
              </a:ext>
            </a:extLst>
          </p:cNvPr>
          <p:cNvSpPr txBox="1"/>
          <p:nvPr/>
        </p:nvSpPr>
        <p:spPr>
          <a:xfrm>
            <a:off x="5311600" y="1169213"/>
            <a:ext cx="6603959" cy="4031873"/>
          </a:xfrm>
          <a:prstGeom prst="rect">
            <a:avLst/>
          </a:prstGeom>
          <a:noFill/>
        </p:spPr>
        <p:txBody>
          <a:bodyPr wrap="square">
            <a:spAutoFit/>
          </a:bodyPr>
          <a:lstStyle/>
          <a:p>
            <a:r>
              <a:rPr lang="en-US" sz="1600" err="1">
                <a:latin typeface="Segoe UI" panose="020B0502040204020203" pitchFamily="34" charset="0"/>
                <a:cs typeface="Segoe UI" panose="020B0502040204020203" pitchFamily="34" charset="0"/>
              </a:rPr>
              <a:t>Microsofts</a:t>
            </a:r>
            <a:r>
              <a:rPr lang="en-US" sz="1600">
                <a:latin typeface="Segoe UI" panose="020B0502040204020203" pitchFamily="34" charset="0"/>
                <a:cs typeface="Segoe UI" panose="020B0502040204020203" pitchFamily="34" charset="0"/>
              </a:rPr>
              <a:t> “</a:t>
            </a:r>
            <a:r>
              <a:rPr lang="en-US" sz="1600" b="1">
                <a:latin typeface="Segoe UI" panose="020B0502040204020203" pitchFamily="34" charset="0"/>
                <a:cs typeface="Segoe UI" panose="020B0502040204020203" pitchFamily="34" charset="0"/>
              </a:rPr>
              <a:t>Responsible AI standard</a:t>
            </a:r>
            <a:r>
              <a:rPr lang="en-US" sz="1600">
                <a:latin typeface="Segoe UI" panose="020B0502040204020203" pitchFamily="34" charset="0"/>
                <a:cs typeface="Segoe UI" panose="020B0502040204020203" pitchFamily="34" charset="0"/>
              </a:rPr>
              <a:t>” consolidates essential practices to ensure compliance with emerging AI laws and regulations. It is based on six main principles, every development is committed to</a:t>
            </a:r>
            <a:endParaRPr lang="en-US" sz="1600" b="0" i="0">
              <a:effectLst/>
              <a:latin typeface="Segoe UI" panose="020B0502040204020203" pitchFamily="34" charset="0"/>
              <a:cs typeface="Segoe UI" panose="020B0502040204020203" pitchFamily="34" charset="0"/>
            </a:endParaRPr>
          </a:p>
          <a:p>
            <a:pPr marL="628650" lvl="1" indent="-171450">
              <a:buFont typeface="Arial" panose="020B0604020202020204" pitchFamily="34" charset="0"/>
              <a:buChar char="•"/>
            </a:pPr>
            <a:endParaRPr lang="en-US" sz="1600" b="0" i="0">
              <a:effectLst/>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r>
              <a:rPr lang="en-US" sz="1600" b="1" i="0">
                <a:effectLst/>
                <a:latin typeface="Segoe UI" panose="020B0502040204020203" pitchFamily="34" charset="0"/>
                <a:cs typeface="Segoe UI" panose="020B0502040204020203" pitchFamily="34" charset="0"/>
              </a:rPr>
              <a:t>Fairness</a:t>
            </a:r>
            <a:r>
              <a:rPr lang="en-US" sz="1600" b="0" i="0">
                <a:effectLst/>
                <a:latin typeface="Segoe UI" panose="020B0502040204020203" pitchFamily="34" charset="0"/>
                <a:cs typeface="Segoe UI" panose="020B0502040204020203" pitchFamily="34" charset="0"/>
              </a:rPr>
              <a:t>: </a:t>
            </a:r>
            <a:r>
              <a:rPr lang="en-US" sz="1600">
                <a:latin typeface="Segoe UI" panose="020B0502040204020203" pitchFamily="34" charset="0"/>
                <a:cs typeface="Segoe UI" panose="020B0502040204020203" pitchFamily="34" charset="0"/>
              </a:rPr>
              <a:t>AI systems should treat all people fairly</a:t>
            </a:r>
            <a:endParaRPr lang="en-US" sz="1600" b="0" i="0">
              <a:effectLst/>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endParaRPr lang="en-US" sz="1600" b="1">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r>
              <a:rPr lang="en-US" sz="1600" b="1">
                <a:latin typeface="Segoe UI" panose="020B0502040204020203" pitchFamily="34" charset="0"/>
                <a:cs typeface="Segoe UI" panose="020B0502040204020203" pitchFamily="34" charset="0"/>
              </a:rPr>
              <a:t>Reliability and Safety</a:t>
            </a:r>
            <a:r>
              <a:rPr lang="en-US" sz="1600">
                <a:latin typeface="Segoe UI" panose="020B0502040204020203" pitchFamily="34" charset="0"/>
                <a:cs typeface="Segoe UI" panose="020B0502040204020203" pitchFamily="34" charset="0"/>
              </a:rPr>
              <a:t>: AI systems should perform reliably and safely</a:t>
            </a:r>
          </a:p>
          <a:p>
            <a:pPr marL="171450" indent="-171450">
              <a:buFont typeface="Arial" panose="020B0604020202020204" pitchFamily="34" charset="0"/>
              <a:buChar char="•"/>
            </a:pPr>
            <a:endParaRPr lang="en-US" sz="1600" b="1">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r>
              <a:rPr lang="en-US" sz="1600" b="1">
                <a:latin typeface="Segoe UI" panose="020B0502040204020203" pitchFamily="34" charset="0"/>
                <a:cs typeface="Segoe UI" panose="020B0502040204020203" pitchFamily="34" charset="0"/>
              </a:rPr>
              <a:t>Privacy and Security</a:t>
            </a:r>
            <a:r>
              <a:rPr lang="en-US" sz="1600">
                <a:latin typeface="Segoe UI" panose="020B0502040204020203" pitchFamily="34" charset="0"/>
                <a:cs typeface="Segoe UI" panose="020B0502040204020203" pitchFamily="34" charset="0"/>
              </a:rPr>
              <a:t>: AI systems should be secure &amp; respect privacy</a:t>
            </a:r>
          </a:p>
          <a:p>
            <a:pPr marL="171450" indent="-171450">
              <a:buFont typeface="Arial" panose="020B0604020202020204" pitchFamily="34" charset="0"/>
              <a:buChar char="•"/>
            </a:pPr>
            <a:endParaRPr lang="en-US" sz="1600" b="1">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r>
              <a:rPr lang="en-US" sz="1600" b="1">
                <a:latin typeface="Segoe UI" panose="020B0502040204020203" pitchFamily="34" charset="0"/>
                <a:cs typeface="Segoe UI" panose="020B0502040204020203" pitchFamily="34" charset="0"/>
              </a:rPr>
              <a:t>Inclusiveness</a:t>
            </a:r>
            <a:r>
              <a:rPr lang="en-US" sz="1600">
                <a:latin typeface="Segoe UI" panose="020B0502040204020203" pitchFamily="34" charset="0"/>
                <a:cs typeface="Segoe UI" panose="020B0502040204020203" pitchFamily="34" charset="0"/>
              </a:rPr>
              <a:t>: AI systems should empower everyone and engage all people, regardless of their backgrounds</a:t>
            </a:r>
          </a:p>
          <a:p>
            <a:pPr marL="171450" indent="-171450">
              <a:buFont typeface="Arial" panose="020B0604020202020204" pitchFamily="34" charset="0"/>
              <a:buChar char="•"/>
            </a:pPr>
            <a:endParaRPr lang="en-US" sz="1600" b="1">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r>
              <a:rPr lang="en-US" sz="1600" b="1">
                <a:latin typeface="Segoe UI" panose="020B0502040204020203" pitchFamily="34" charset="0"/>
                <a:cs typeface="Segoe UI" panose="020B0502040204020203" pitchFamily="34" charset="0"/>
              </a:rPr>
              <a:t>Transparency</a:t>
            </a:r>
            <a:r>
              <a:rPr lang="en-US" sz="1600">
                <a:latin typeface="Segoe UI" panose="020B0502040204020203" pitchFamily="34" charset="0"/>
                <a:cs typeface="Segoe UI" panose="020B0502040204020203" pitchFamily="34" charset="0"/>
              </a:rPr>
              <a:t>: AI systems should be understandable</a:t>
            </a:r>
          </a:p>
          <a:p>
            <a:pPr marL="171450" indent="-171450">
              <a:buFont typeface="Arial" panose="020B0604020202020204" pitchFamily="34" charset="0"/>
              <a:buChar char="•"/>
            </a:pPr>
            <a:endParaRPr lang="en-US" sz="1600" b="1">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r>
              <a:rPr lang="en-US" sz="1600" b="1">
                <a:latin typeface="Segoe UI" panose="020B0502040204020203" pitchFamily="34" charset="0"/>
                <a:cs typeface="Segoe UI" panose="020B0502040204020203" pitchFamily="34" charset="0"/>
              </a:rPr>
              <a:t>Accountability</a:t>
            </a:r>
            <a:r>
              <a:rPr lang="en-US" sz="1600">
                <a:latin typeface="Segoe UI" panose="020B0502040204020203" pitchFamily="34" charset="0"/>
                <a:cs typeface="Segoe UI" panose="020B0502040204020203" pitchFamily="34" charset="0"/>
              </a:rPr>
              <a:t>: People should be accountable for AI systems</a:t>
            </a:r>
          </a:p>
        </p:txBody>
      </p:sp>
      <p:pic>
        <p:nvPicPr>
          <p:cNvPr id="18" name="Grafik 17" descr="A table with four Microsoft commitments to advance trust and protect privacy in AI">
            <a:extLst>
              <a:ext uri="{FF2B5EF4-FFF2-40B4-BE49-F238E27FC236}">
                <a16:creationId xmlns:a16="http://schemas.microsoft.com/office/drawing/2014/main" id="{EDCB2E1E-8E2C-68C6-A41C-10C588544E01}"/>
              </a:ext>
            </a:extLst>
          </p:cNvPr>
          <p:cNvPicPr>
            <a:picLocks noChangeAspect="1"/>
          </p:cNvPicPr>
          <p:nvPr/>
        </p:nvPicPr>
        <p:blipFill>
          <a:blip r:embed="rId5"/>
          <a:stretch>
            <a:fillRect/>
          </a:stretch>
        </p:blipFill>
        <p:spPr>
          <a:xfrm>
            <a:off x="333153" y="1268819"/>
            <a:ext cx="4725580" cy="2658139"/>
          </a:xfrm>
          <a:prstGeom prst="rect">
            <a:avLst/>
          </a:prstGeom>
          <a:ln>
            <a:noFill/>
          </a:ln>
          <a:effectLst>
            <a:outerShdw blurRad="292100" dist="139700" dir="2700000" algn="tl" rotWithShape="0">
              <a:srgbClr val="333333">
                <a:alpha val="65000"/>
              </a:srgbClr>
            </a:outerShdw>
          </a:effectLst>
        </p:spPr>
      </p:pic>
      <p:sp>
        <p:nvSpPr>
          <p:cNvPr id="19" name="Textfeld 18">
            <a:extLst>
              <a:ext uri="{FF2B5EF4-FFF2-40B4-BE49-F238E27FC236}">
                <a16:creationId xmlns:a16="http://schemas.microsoft.com/office/drawing/2014/main" id="{2F53A2A7-8F01-63C4-189A-494B3C724D9E}"/>
              </a:ext>
            </a:extLst>
          </p:cNvPr>
          <p:cNvSpPr txBox="1"/>
          <p:nvPr/>
        </p:nvSpPr>
        <p:spPr>
          <a:xfrm>
            <a:off x="333153" y="4130276"/>
            <a:ext cx="4725580" cy="430887"/>
          </a:xfrm>
          <a:prstGeom prst="rect">
            <a:avLst/>
          </a:prstGeom>
          <a:solidFill>
            <a:schemeClr val="bg1"/>
          </a:solidFill>
        </p:spPr>
        <p:txBody>
          <a:bodyPr wrap="square">
            <a:spAutoFit/>
          </a:bodyPr>
          <a:lstStyle/>
          <a:p>
            <a:r>
              <a:rPr lang="en-US" sz="1100" b="0" i="0">
                <a:effectLst/>
                <a:latin typeface="Segoe UI" panose="020B0502040204020203" pitchFamily="34" charset="0"/>
              </a:rPr>
              <a:t>Source: Microsoft Blog</a:t>
            </a:r>
            <a:br>
              <a:rPr lang="en-US" sz="1100" b="0" i="0">
                <a:effectLst/>
                <a:latin typeface="Segoe UI" panose="020B0502040204020203" pitchFamily="34" charset="0"/>
              </a:rPr>
            </a:br>
            <a:r>
              <a:rPr lang="en-US" sz="1100">
                <a:hlinkClick r:id="rId4"/>
              </a:rPr>
              <a:t>Enhancing trust and protecting privacy in the AI era</a:t>
            </a:r>
            <a:endParaRPr lang="de-DE" sz="1100"/>
          </a:p>
        </p:txBody>
      </p:sp>
    </p:spTree>
    <p:custDataLst>
      <p:tags r:id="rId1"/>
    </p:custDataLst>
    <p:extLst>
      <p:ext uri="{BB962C8B-B14F-4D97-AF65-F5344CB8AC3E}">
        <p14:creationId xmlns:p14="http://schemas.microsoft.com/office/powerpoint/2010/main" val="17836122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43324-C6EE-7FB1-350F-FEA0BF3BF8A8}"/>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DABA894C-CD3E-5431-24FB-AB10A78C68F9}"/>
              </a:ext>
            </a:extLst>
          </p:cNvPr>
          <p:cNvSpPr>
            <a:spLocks noGrp="1"/>
          </p:cNvSpPr>
          <p:nvPr>
            <p:ph type="title"/>
          </p:nvPr>
        </p:nvSpPr>
        <p:spPr>
          <a:xfrm>
            <a:off x="5311600" y="322912"/>
            <a:ext cx="5431971" cy="846301"/>
          </a:xfrm>
        </p:spPr>
        <p:txBody>
          <a:bodyPr/>
          <a:lstStyle/>
          <a:p>
            <a:r>
              <a:rPr lang="de-DE"/>
              <a:t>Safe ai</a:t>
            </a:r>
          </a:p>
        </p:txBody>
      </p:sp>
      <p:sp>
        <p:nvSpPr>
          <p:cNvPr id="10" name="Textfeld 9">
            <a:extLst>
              <a:ext uri="{FF2B5EF4-FFF2-40B4-BE49-F238E27FC236}">
                <a16:creationId xmlns:a16="http://schemas.microsoft.com/office/drawing/2014/main" id="{EE685B1D-2492-6E4C-1266-ED7B34431C95}"/>
              </a:ext>
            </a:extLst>
          </p:cNvPr>
          <p:cNvSpPr txBox="1"/>
          <p:nvPr/>
        </p:nvSpPr>
        <p:spPr>
          <a:xfrm>
            <a:off x="5876260" y="5821313"/>
            <a:ext cx="5805377" cy="430887"/>
          </a:xfrm>
          <a:prstGeom prst="rect">
            <a:avLst/>
          </a:prstGeom>
          <a:noFill/>
        </p:spPr>
        <p:txBody>
          <a:bodyPr wrap="square">
            <a:spAutoFit/>
          </a:bodyPr>
          <a:lstStyle/>
          <a:p>
            <a:r>
              <a:rPr lang="en-US" sz="1100" b="0" i="0">
                <a:effectLst/>
                <a:latin typeface="Segoe UI" panose="020B0502040204020203" pitchFamily="34" charset="0"/>
              </a:rPr>
              <a:t>If you are interested in diving deeper into </a:t>
            </a:r>
            <a:r>
              <a:rPr lang="en-US" sz="1100" b="0" i="0" err="1">
                <a:effectLst/>
                <a:latin typeface="Segoe UI" panose="020B0502040204020203" pitchFamily="34" charset="0"/>
              </a:rPr>
              <a:t>Microsofts</a:t>
            </a:r>
            <a:r>
              <a:rPr lang="en-US" sz="1100" b="0" i="0">
                <a:effectLst/>
                <a:latin typeface="Segoe UI" panose="020B0502040204020203" pitchFamily="34" charset="0"/>
              </a:rPr>
              <a:t> approach on keeping AI safe and secure follow this </a:t>
            </a:r>
            <a:r>
              <a:rPr lang="en-US" sz="1100" b="0" i="0">
                <a:effectLst/>
                <a:latin typeface="Segoe UI" panose="020B0502040204020203" pitchFamily="34" charset="0"/>
                <a:hlinkClick r:id="rId4"/>
              </a:rPr>
              <a:t>external link</a:t>
            </a:r>
            <a:r>
              <a:rPr lang="en-US" sz="1100" b="0" i="0">
                <a:effectLst/>
                <a:latin typeface="Segoe UI" panose="020B0502040204020203" pitchFamily="34" charset="0"/>
              </a:rPr>
              <a:t>.</a:t>
            </a:r>
            <a:endParaRPr lang="de-DE" sz="1100"/>
          </a:p>
        </p:txBody>
      </p:sp>
      <p:sp>
        <p:nvSpPr>
          <p:cNvPr id="12" name="Textfeld 11">
            <a:extLst>
              <a:ext uri="{FF2B5EF4-FFF2-40B4-BE49-F238E27FC236}">
                <a16:creationId xmlns:a16="http://schemas.microsoft.com/office/drawing/2014/main" id="{38F8733C-DB79-2707-4EF9-07000AD4E157}"/>
              </a:ext>
            </a:extLst>
          </p:cNvPr>
          <p:cNvSpPr txBox="1"/>
          <p:nvPr/>
        </p:nvSpPr>
        <p:spPr>
          <a:xfrm>
            <a:off x="5798295" y="2150757"/>
            <a:ext cx="6025116" cy="3370474"/>
          </a:xfrm>
          <a:prstGeom prst="rect">
            <a:avLst/>
          </a:prstGeom>
          <a:noFill/>
        </p:spPr>
        <p:txBody>
          <a:bodyPr wrap="square">
            <a:spAutoFit/>
          </a:bodyPr>
          <a:lstStyle/>
          <a:p>
            <a:pPr marL="171450" indent="-171450">
              <a:lnSpc>
                <a:spcPct val="150000"/>
              </a:lnSpc>
              <a:buFont typeface="Arial" panose="020B0604020202020204" pitchFamily="34" charset="0"/>
              <a:buChar char="•"/>
            </a:pPr>
            <a:r>
              <a:rPr lang="en-US" sz="1600" i="0">
                <a:effectLst/>
                <a:latin typeface="Segoe UI" panose="020B0502040204020203" pitchFamily="34" charset="0"/>
                <a:cs typeface="Segoe UI" panose="020B0502040204020203" pitchFamily="34" charset="0"/>
              </a:rPr>
              <a:t>Your data will be kept private</a:t>
            </a:r>
          </a:p>
          <a:p>
            <a:pPr marL="171450" indent="-171450">
              <a:lnSpc>
                <a:spcPct val="150000"/>
              </a:lnSpc>
              <a:buFont typeface="Arial" panose="020B0604020202020204" pitchFamily="34" charset="0"/>
              <a:buChar char="•"/>
            </a:pPr>
            <a:r>
              <a:rPr lang="en-US" sz="1600">
                <a:latin typeface="Segoe UI" panose="020B0502040204020203" pitchFamily="34" charset="0"/>
                <a:cs typeface="Segoe UI" panose="020B0502040204020203" pitchFamily="34" charset="0"/>
              </a:rPr>
              <a:t>You are in control of your organizations data</a:t>
            </a:r>
          </a:p>
          <a:p>
            <a:pPr marL="171450" indent="-171450">
              <a:lnSpc>
                <a:spcPct val="150000"/>
              </a:lnSpc>
              <a:buFont typeface="Arial" panose="020B0604020202020204" pitchFamily="34" charset="0"/>
              <a:buChar char="•"/>
            </a:pPr>
            <a:r>
              <a:rPr lang="en-US" sz="1600" i="0">
                <a:effectLst/>
                <a:latin typeface="Segoe UI" panose="020B0502040204020203" pitchFamily="34" charset="0"/>
                <a:cs typeface="Segoe UI" panose="020B0502040204020203" pitchFamily="34" charset="0"/>
              </a:rPr>
              <a:t>Your access control and policies are maintained</a:t>
            </a:r>
          </a:p>
          <a:p>
            <a:pPr marL="171450" indent="-171450">
              <a:lnSpc>
                <a:spcPct val="150000"/>
              </a:lnSpc>
              <a:buFont typeface="Arial" panose="020B0604020202020204" pitchFamily="34" charset="0"/>
              <a:buChar char="•"/>
            </a:pPr>
            <a:r>
              <a:rPr lang="en-US" sz="1600">
                <a:latin typeface="Segoe UI" panose="020B0502040204020203" pitchFamily="34" charset="0"/>
                <a:cs typeface="Segoe UI" panose="020B0502040204020203" pitchFamily="34" charset="0"/>
              </a:rPr>
              <a:t>Your organizations data is not shared</a:t>
            </a:r>
          </a:p>
          <a:p>
            <a:pPr marL="171450" indent="-171450">
              <a:lnSpc>
                <a:spcPct val="150000"/>
              </a:lnSpc>
              <a:buFont typeface="Arial" panose="020B0604020202020204" pitchFamily="34" charset="0"/>
              <a:buChar char="•"/>
            </a:pPr>
            <a:r>
              <a:rPr lang="en-US" sz="1600" i="0">
                <a:effectLst/>
                <a:latin typeface="Segoe UI" panose="020B0502040204020203" pitchFamily="34" charset="0"/>
                <a:cs typeface="Segoe UI" panose="020B0502040204020203" pitchFamily="34" charset="0"/>
              </a:rPr>
              <a:t>Your organization’s data privacy and security are protected by design</a:t>
            </a:r>
          </a:p>
          <a:p>
            <a:pPr marL="171450" indent="-171450">
              <a:lnSpc>
                <a:spcPct val="150000"/>
              </a:lnSpc>
              <a:buFont typeface="Arial" panose="020B0604020202020204" pitchFamily="34" charset="0"/>
              <a:buChar char="•"/>
            </a:pPr>
            <a:r>
              <a:rPr lang="en-US" sz="1600" i="0">
                <a:effectLst/>
                <a:latin typeface="Segoe UI" panose="020B0502040204020203" pitchFamily="34" charset="0"/>
                <a:cs typeface="Segoe UI" panose="020B0502040204020203" pitchFamily="34" charset="0"/>
              </a:rPr>
              <a:t>Your organization’s data is not used to train foundation models</a:t>
            </a:r>
          </a:p>
          <a:p>
            <a:pPr marL="171450" indent="-171450">
              <a:lnSpc>
                <a:spcPct val="150000"/>
              </a:lnSpc>
              <a:buFont typeface="Arial" panose="020B0604020202020204" pitchFamily="34" charset="0"/>
              <a:buChar char="•"/>
            </a:pPr>
            <a:r>
              <a:rPr lang="en-US" sz="1600" err="1">
                <a:latin typeface="Segoe UI" panose="020B0502040204020203" pitchFamily="34" charset="0"/>
                <a:cs typeface="Segoe UI" panose="020B0502040204020203" pitchFamily="34" charset="0"/>
              </a:rPr>
              <a:t>Microsofts</a:t>
            </a:r>
            <a:r>
              <a:rPr lang="en-US" sz="1600">
                <a:latin typeface="Segoe UI" panose="020B0502040204020203" pitchFamily="34" charset="0"/>
                <a:cs typeface="Segoe UI" panose="020B0502040204020203" pitchFamily="34" charset="0"/>
              </a:rPr>
              <a:t> products and solutions continue to comply with global data protection regulations</a:t>
            </a:r>
            <a:endParaRPr lang="en-US" sz="1600" i="0">
              <a:effectLst/>
              <a:latin typeface="Segoe UI" panose="020B0502040204020203" pitchFamily="34" charset="0"/>
              <a:cs typeface="Segoe UI" panose="020B0502040204020203" pitchFamily="34" charset="0"/>
            </a:endParaRPr>
          </a:p>
        </p:txBody>
      </p:sp>
      <p:pic>
        <p:nvPicPr>
          <p:cNvPr id="2" name="Grafik 1" descr="Microsoft's privacy commitments">
            <a:extLst>
              <a:ext uri="{FF2B5EF4-FFF2-40B4-BE49-F238E27FC236}">
                <a16:creationId xmlns:a16="http://schemas.microsoft.com/office/drawing/2014/main" id="{5B636DC0-C033-9A90-9F92-0C0F236E882A}"/>
              </a:ext>
            </a:extLst>
          </p:cNvPr>
          <p:cNvPicPr>
            <a:picLocks noChangeAspect="1"/>
          </p:cNvPicPr>
          <p:nvPr/>
        </p:nvPicPr>
        <p:blipFill>
          <a:blip r:embed="rId5"/>
          <a:stretch>
            <a:fillRect/>
          </a:stretch>
        </p:blipFill>
        <p:spPr>
          <a:xfrm>
            <a:off x="368589" y="2329057"/>
            <a:ext cx="4823043" cy="2754618"/>
          </a:xfrm>
          <a:prstGeom prst="rect">
            <a:avLst/>
          </a:prstGeom>
          <a:ln>
            <a:noFill/>
          </a:ln>
          <a:effectLst>
            <a:outerShdw blurRad="292100" dist="139700" dir="2700000" algn="tl" rotWithShape="0">
              <a:srgbClr val="333333">
                <a:alpha val="65000"/>
              </a:srgbClr>
            </a:outerShdw>
          </a:effectLst>
        </p:spPr>
      </p:pic>
      <p:sp>
        <p:nvSpPr>
          <p:cNvPr id="3" name="Textfeld 2">
            <a:extLst>
              <a:ext uri="{FF2B5EF4-FFF2-40B4-BE49-F238E27FC236}">
                <a16:creationId xmlns:a16="http://schemas.microsoft.com/office/drawing/2014/main" id="{6A2BDEE1-67A8-C332-7D13-DAA8DA9AA270}"/>
              </a:ext>
            </a:extLst>
          </p:cNvPr>
          <p:cNvSpPr txBox="1"/>
          <p:nvPr/>
        </p:nvSpPr>
        <p:spPr>
          <a:xfrm>
            <a:off x="368589" y="5436593"/>
            <a:ext cx="2991299" cy="600164"/>
          </a:xfrm>
          <a:prstGeom prst="rect">
            <a:avLst/>
          </a:prstGeom>
          <a:solidFill>
            <a:schemeClr val="bg1"/>
          </a:solidFill>
        </p:spPr>
        <p:txBody>
          <a:bodyPr wrap="square">
            <a:spAutoFit/>
          </a:bodyPr>
          <a:lstStyle/>
          <a:p>
            <a:r>
              <a:rPr lang="en-US" sz="1100" b="0" i="0">
                <a:effectLst/>
                <a:latin typeface="Segoe UI" panose="020B0502040204020203" pitchFamily="34" charset="0"/>
              </a:rPr>
              <a:t>Source: Microsoft Blog</a:t>
            </a:r>
            <a:br>
              <a:rPr lang="en-US" sz="1100" b="0" i="0">
                <a:effectLst/>
                <a:latin typeface="Segoe UI" panose="020B0502040204020203" pitchFamily="34" charset="0"/>
              </a:rPr>
            </a:br>
            <a:r>
              <a:rPr lang="en-US" sz="1100">
                <a:hlinkClick r:id="rId4"/>
              </a:rPr>
              <a:t>Protecting the data of our commercial and public sector customers in the AI era</a:t>
            </a:r>
            <a:endParaRPr lang="de-DE" sz="1100"/>
          </a:p>
        </p:txBody>
      </p:sp>
      <p:sp>
        <p:nvSpPr>
          <p:cNvPr id="6" name="Textfeld 5">
            <a:extLst>
              <a:ext uri="{FF2B5EF4-FFF2-40B4-BE49-F238E27FC236}">
                <a16:creationId xmlns:a16="http://schemas.microsoft.com/office/drawing/2014/main" id="{7A86CE54-44A2-A710-6D9C-AC96655C1282}"/>
              </a:ext>
            </a:extLst>
          </p:cNvPr>
          <p:cNvSpPr txBox="1"/>
          <p:nvPr/>
        </p:nvSpPr>
        <p:spPr>
          <a:xfrm>
            <a:off x="269358" y="1189551"/>
            <a:ext cx="11476075" cy="584775"/>
          </a:xfrm>
          <a:prstGeom prst="rect">
            <a:avLst/>
          </a:prstGeom>
          <a:solidFill>
            <a:schemeClr val="bg1"/>
          </a:solidFill>
        </p:spPr>
        <p:txBody>
          <a:bodyPr wrap="square">
            <a:spAutoFit/>
          </a:bodyPr>
          <a:lstStyle/>
          <a:p>
            <a:r>
              <a:rPr lang="en-US" sz="1600">
                <a:latin typeface="Segoe UI" panose="020B0502040204020203" pitchFamily="34" charset="0"/>
                <a:cs typeface="Segoe UI" panose="020B0502040204020203" pitchFamily="34" charset="0"/>
              </a:rPr>
              <a:t>Microsoft has a long-standing practice of protecting customers’ information. The approach of Responsible AI is built on the foundation of dedication to core values of privacy, security, and safety in all generative AI products and solutions.  </a:t>
            </a:r>
            <a:endParaRPr lang="en-US" sz="1600" b="0" i="0">
              <a:effectLst/>
              <a:latin typeface="Segoe UI" panose="020B0502040204020203" pitchFamily="34" charset="0"/>
              <a:cs typeface="Segoe UI" panose="020B0502040204020203" pitchFamily="34" charset="0"/>
            </a:endParaRPr>
          </a:p>
        </p:txBody>
      </p:sp>
    </p:spTree>
    <p:custDataLst>
      <p:tags r:id="rId1"/>
    </p:custDataLst>
    <p:extLst>
      <p:ext uri="{BB962C8B-B14F-4D97-AF65-F5344CB8AC3E}">
        <p14:creationId xmlns:p14="http://schemas.microsoft.com/office/powerpoint/2010/main" val="7726020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B960B-22A2-8CF8-241A-F568EE8937E7}"/>
            </a:ext>
          </a:extLst>
        </p:cNvPr>
        <p:cNvGrpSpPr/>
        <p:nvPr/>
      </p:nvGrpSpPr>
      <p:grpSpPr>
        <a:xfrm>
          <a:off x="0" y="0"/>
          <a:ext cx="0" cy="0"/>
          <a:chOff x="0" y="0"/>
          <a:chExt cx="0" cy="0"/>
        </a:xfrm>
      </p:grpSpPr>
      <p:pic>
        <p:nvPicPr>
          <p:cNvPr id="4" name="Grafik 3" descr="Ein Bild, das Text, Screenshot, Schrift, Design enthält.&#10;&#10;KI-generierte Inhalte können fehlerhaft sein.">
            <a:extLst>
              <a:ext uri="{FF2B5EF4-FFF2-40B4-BE49-F238E27FC236}">
                <a16:creationId xmlns:a16="http://schemas.microsoft.com/office/drawing/2014/main" id="{C2F907B4-2438-17AE-D377-F0F23DBFAC51}"/>
              </a:ext>
            </a:extLst>
          </p:cNvPr>
          <p:cNvPicPr>
            <a:picLocks noChangeAspect="1"/>
          </p:cNvPicPr>
          <p:nvPr/>
        </p:nvPicPr>
        <p:blipFill>
          <a:blip r:embed="rId4"/>
          <a:srcRect t="42605" r="50422"/>
          <a:stretch>
            <a:fillRect/>
          </a:stretch>
        </p:blipFill>
        <p:spPr>
          <a:xfrm>
            <a:off x="282647" y="1498172"/>
            <a:ext cx="4246823" cy="1606720"/>
          </a:xfrm>
          <a:prstGeom prst="rect">
            <a:avLst/>
          </a:prstGeom>
          <a:ln>
            <a:noFill/>
          </a:ln>
          <a:effectLst>
            <a:outerShdw blurRad="292100" dist="139700" dir="2700000" algn="tl" rotWithShape="0">
              <a:srgbClr val="333333">
                <a:alpha val="65000"/>
              </a:srgbClr>
            </a:outerShdw>
          </a:effectLst>
        </p:spPr>
      </p:pic>
      <p:sp>
        <p:nvSpPr>
          <p:cNvPr id="15" name="Titel 14">
            <a:extLst>
              <a:ext uri="{FF2B5EF4-FFF2-40B4-BE49-F238E27FC236}">
                <a16:creationId xmlns:a16="http://schemas.microsoft.com/office/drawing/2014/main" id="{D877699D-946A-2B86-D827-B18409D82170}"/>
              </a:ext>
            </a:extLst>
          </p:cNvPr>
          <p:cNvSpPr>
            <a:spLocks noGrp="1"/>
          </p:cNvSpPr>
          <p:nvPr>
            <p:ph type="title"/>
          </p:nvPr>
        </p:nvSpPr>
        <p:spPr>
          <a:xfrm>
            <a:off x="5311600" y="322912"/>
            <a:ext cx="5431971" cy="846301"/>
          </a:xfrm>
        </p:spPr>
        <p:txBody>
          <a:bodyPr/>
          <a:lstStyle/>
          <a:p>
            <a:r>
              <a:rPr lang="de-DE" err="1"/>
              <a:t>Accessibility</a:t>
            </a:r>
            <a:r>
              <a:rPr lang="de-DE"/>
              <a:t> &amp; Gen AI</a:t>
            </a:r>
          </a:p>
        </p:txBody>
      </p:sp>
      <p:sp>
        <p:nvSpPr>
          <p:cNvPr id="10" name="Textfeld 9">
            <a:extLst>
              <a:ext uri="{FF2B5EF4-FFF2-40B4-BE49-F238E27FC236}">
                <a16:creationId xmlns:a16="http://schemas.microsoft.com/office/drawing/2014/main" id="{46F98B51-551E-FAD0-67BF-7276B8972277}"/>
              </a:ext>
            </a:extLst>
          </p:cNvPr>
          <p:cNvSpPr txBox="1"/>
          <p:nvPr/>
        </p:nvSpPr>
        <p:spPr>
          <a:xfrm>
            <a:off x="5311600" y="5915240"/>
            <a:ext cx="6731544" cy="430887"/>
          </a:xfrm>
          <a:prstGeom prst="rect">
            <a:avLst/>
          </a:prstGeom>
          <a:noFill/>
        </p:spPr>
        <p:txBody>
          <a:bodyPr wrap="square">
            <a:spAutoFit/>
          </a:bodyPr>
          <a:lstStyle/>
          <a:p>
            <a:r>
              <a:rPr lang="en-US" sz="1100" b="0" i="0">
                <a:effectLst/>
                <a:latin typeface="Segoe UI" panose="020B0502040204020203" pitchFamily="34" charset="0"/>
              </a:rPr>
              <a:t>If you are interested in how Gen AI helps disabled colleagues at Microsoft, follow this </a:t>
            </a:r>
            <a:r>
              <a:rPr lang="en-US" sz="1100" b="0" i="0">
                <a:effectLst/>
                <a:latin typeface="Segoe UI" panose="020B0502040204020203" pitchFamily="34" charset="0"/>
                <a:hlinkClick r:id="rId5"/>
              </a:rPr>
              <a:t>external link</a:t>
            </a:r>
            <a:r>
              <a:rPr lang="en-US" sz="1100" b="0" i="0">
                <a:effectLst/>
                <a:latin typeface="Segoe UI" panose="020B0502040204020203" pitchFamily="34" charset="0"/>
              </a:rPr>
              <a:t> to a short </a:t>
            </a:r>
            <a:r>
              <a:rPr lang="en-US" sz="1100" b="0" i="0" err="1">
                <a:effectLst/>
                <a:latin typeface="Segoe UI" panose="020B0502040204020203" pitchFamily="34" charset="0"/>
              </a:rPr>
              <a:t>Youtube</a:t>
            </a:r>
            <a:r>
              <a:rPr lang="en-US" sz="1100" b="0" i="0">
                <a:effectLst/>
                <a:latin typeface="Segoe UI" panose="020B0502040204020203" pitchFamily="34" charset="0"/>
              </a:rPr>
              <a:t> series.</a:t>
            </a:r>
            <a:endParaRPr lang="de-DE" sz="1100"/>
          </a:p>
        </p:txBody>
      </p:sp>
      <p:sp>
        <p:nvSpPr>
          <p:cNvPr id="12" name="Textfeld 11">
            <a:extLst>
              <a:ext uri="{FF2B5EF4-FFF2-40B4-BE49-F238E27FC236}">
                <a16:creationId xmlns:a16="http://schemas.microsoft.com/office/drawing/2014/main" id="{88281DC4-FF67-B8B6-63EC-8E6B7EE0CE40}"/>
              </a:ext>
            </a:extLst>
          </p:cNvPr>
          <p:cNvSpPr txBox="1"/>
          <p:nvPr/>
        </p:nvSpPr>
        <p:spPr>
          <a:xfrm>
            <a:off x="5311601" y="1169213"/>
            <a:ext cx="6497628" cy="4524315"/>
          </a:xfrm>
          <a:prstGeom prst="rect">
            <a:avLst/>
          </a:prstGeom>
          <a:noFill/>
        </p:spPr>
        <p:txBody>
          <a:bodyPr wrap="square">
            <a:spAutoFit/>
          </a:bodyPr>
          <a:lstStyle/>
          <a:p>
            <a:r>
              <a:rPr lang="en-US" sz="1600">
                <a:latin typeface="Segoe UI" panose="020B0502040204020203" pitchFamily="34" charset="0"/>
                <a:cs typeface="Segoe UI" panose="020B0502040204020203" pitchFamily="34" charset="0"/>
              </a:rPr>
              <a:t>Microsoft wants to provide the best possible experience for all customers. Creating accessible, inclusive products is one of the main foundations of the development process. </a:t>
            </a:r>
          </a:p>
          <a:p>
            <a:endParaRPr lang="en-US" sz="1600">
              <a:latin typeface="Segoe UI" panose="020B0502040204020203" pitchFamily="34" charset="0"/>
              <a:cs typeface="Segoe UI" panose="020B0502040204020203" pitchFamily="34" charset="0"/>
            </a:endParaRPr>
          </a:p>
          <a:p>
            <a:r>
              <a:rPr lang="en-US" sz="1600">
                <a:latin typeface="Segoe UI" panose="020B0502040204020203" pitchFamily="34" charset="0"/>
                <a:cs typeface="Segoe UI" panose="020B0502040204020203" pitchFamily="34" charset="0"/>
              </a:rPr>
              <a:t>Each and every person – no matter if facing disabilities or not - benefits from accessibility features. </a:t>
            </a:r>
          </a:p>
          <a:p>
            <a:endParaRPr lang="en-US" sz="1600">
              <a:latin typeface="Segoe UI" panose="020B0502040204020203" pitchFamily="34" charset="0"/>
              <a:cs typeface="Segoe UI" panose="020B0502040204020203" pitchFamily="34" charset="0"/>
            </a:endParaRPr>
          </a:p>
          <a:p>
            <a:r>
              <a:rPr lang="en-US" sz="1600">
                <a:latin typeface="Segoe UI" panose="020B0502040204020203" pitchFamily="34" charset="0"/>
                <a:cs typeface="Segoe UI" panose="020B0502040204020203" pitchFamily="34" charset="0"/>
              </a:rPr>
              <a:t>Also Microsoft 365 Copilot Chat contains capabilities to support everyone to achieve more for example by making it accessible with a </a:t>
            </a:r>
            <a:r>
              <a:rPr lang="en-US" sz="1600" err="1">
                <a:latin typeface="Segoe UI" panose="020B0502040204020203" pitchFamily="34" charset="0"/>
                <a:cs typeface="Segoe UI" panose="020B0502040204020203" pitchFamily="34" charset="0"/>
              </a:rPr>
              <a:t>Screenreader</a:t>
            </a:r>
            <a:r>
              <a:rPr lang="en-US" sz="1600">
                <a:latin typeface="Segoe UI" panose="020B0502040204020203" pitchFamily="34" charset="0"/>
                <a:cs typeface="Segoe UI" panose="020B0502040204020203" pitchFamily="34" charset="0"/>
              </a:rPr>
              <a:t>.</a:t>
            </a:r>
          </a:p>
          <a:p>
            <a:endParaRPr lang="en-US" sz="160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600">
                <a:latin typeface="Segoe UI" panose="020B0502040204020203" pitchFamily="34" charset="0"/>
                <a:cs typeface="Segoe UI" panose="020B0502040204020203" pitchFamily="34" charset="0"/>
              </a:rPr>
              <a:t>A list of the constantly growing accessibility features can be found following this </a:t>
            </a:r>
            <a:r>
              <a:rPr lang="en-US" sz="1600">
                <a:latin typeface="Segoe UI" panose="020B0502040204020203" pitchFamily="34" charset="0"/>
                <a:cs typeface="Segoe UI" panose="020B0502040204020203" pitchFamily="34" charset="0"/>
                <a:hlinkClick r:id="rId6"/>
              </a:rPr>
              <a:t>external link</a:t>
            </a:r>
            <a:endParaRPr lang="en-US" sz="160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600">
                <a:latin typeface="Segoe UI" panose="020B0502040204020203" pitchFamily="34" charset="0"/>
                <a:cs typeface="Segoe UI" panose="020B0502040204020203" pitchFamily="34" charset="0"/>
              </a:rPr>
              <a:t>The Microsoft Accessibility help &amp; learning hub can be accessed following this </a:t>
            </a:r>
            <a:r>
              <a:rPr lang="en-US" sz="1600">
                <a:latin typeface="Segoe UI" panose="020B0502040204020203" pitchFamily="34" charset="0"/>
                <a:cs typeface="Segoe UI" panose="020B0502040204020203" pitchFamily="34" charset="0"/>
                <a:hlinkClick r:id="rId7"/>
              </a:rPr>
              <a:t>external link</a:t>
            </a:r>
            <a:endParaRPr lang="en-US" sz="160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600">
                <a:latin typeface="Segoe UI" panose="020B0502040204020203" pitchFamily="34" charset="0"/>
                <a:cs typeface="Segoe UI" panose="020B0502040204020203" pitchFamily="34" charset="0"/>
              </a:rPr>
              <a:t>You can also get support from the disability answer desk following this </a:t>
            </a:r>
            <a:r>
              <a:rPr lang="en-US" sz="1600">
                <a:latin typeface="Segoe UI" panose="020B0502040204020203" pitchFamily="34" charset="0"/>
                <a:cs typeface="Segoe UI" panose="020B0502040204020203" pitchFamily="34" charset="0"/>
                <a:hlinkClick r:id="rId8"/>
              </a:rPr>
              <a:t>external link</a:t>
            </a:r>
            <a:endParaRPr lang="en-US" sz="160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600">
                <a:latin typeface="Segoe UI" panose="020B0502040204020203" pitchFamily="34" charset="0"/>
                <a:cs typeface="Segoe UI" panose="020B0502040204020203" pitchFamily="34" charset="0"/>
              </a:rPr>
              <a:t>Or ask </a:t>
            </a:r>
            <a:r>
              <a:rPr lang="en-US" sz="1600" err="1">
                <a:latin typeface="Segoe UI" panose="020B0502040204020203" pitchFamily="34" charset="0"/>
                <a:cs typeface="Segoe UI" panose="020B0502040204020203" pitchFamily="34" charset="0"/>
              </a:rPr>
              <a:t>Microsofts</a:t>
            </a:r>
            <a:r>
              <a:rPr lang="en-US" sz="1600">
                <a:latin typeface="Segoe UI" panose="020B0502040204020203" pitchFamily="34" charset="0"/>
                <a:cs typeface="Segoe UI" panose="020B0502040204020203" pitchFamily="34" charset="0"/>
              </a:rPr>
              <a:t> accessibility AI tool clicking this </a:t>
            </a:r>
            <a:r>
              <a:rPr lang="en-US" sz="1600">
                <a:latin typeface="Segoe UI" panose="020B0502040204020203" pitchFamily="34" charset="0"/>
                <a:cs typeface="Segoe UI" panose="020B0502040204020203" pitchFamily="34" charset="0"/>
                <a:hlinkClick r:id="rId9"/>
              </a:rPr>
              <a:t>external link</a:t>
            </a:r>
            <a:endParaRPr lang="en-US" sz="1600">
              <a:latin typeface="Segoe UI" panose="020B0502040204020203" pitchFamily="34" charset="0"/>
              <a:cs typeface="Segoe UI" panose="020B0502040204020203" pitchFamily="34" charset="0"/>
            </a:endParaRPr>
          </a:p>
        </p:txBody>
      </p:sp>
      <p:sp>
        <p:nvSpPr>
          <p:cNvPr id="19" name="Textfeld 18">
            <a:extLst>
              <a:ext uri="{FF2B5EF4-FFF2-40B4-BE49-F238E27FC236}">
                <a16:creationId xmlns:a16="http://schemas.microsoft.com/office/drawing/2014/main" id="{4000E189-C6FC-E32D-B526-082C9C26D53A}"/>
              </a:ext>
            </a:extLst>
          </p:cNvPr>
          <p:cNvSpPr txBox="1"/>
          <p:nvPr/>
        </p:nvSpPr>
        <p:spPr>
          <a:xfrm>
            <a:off x="282647" y="5021091"/>
            <a:ext cx="4725580" cy="430887"/>
          </a:xfrm>
          <a:prstGeom prst="rect">
            <a:avLst/>
          </a:prstGeom>
          <a:solidFill>
            <a:schemeClr val="bg1"/>
          </a:solidFill>
        </p:spPr>
        <p:txBody>
          <a:bodyPr wrap="square">
            <a:spAutoFit/>
          </a:bodyPr>
          <a:lstStyle/>
          <a:p>
            <a:r>
              <a:rPr lang="en-US" sz="1100" b="0" i="0">
                <a:effectLst/>
                <a:latin typeface="Segoe UI" panose="020B0502040204020203" pitchFamily="34" charset="0"/>
              </a:rPr>
              <a:t>Source: Microsoft</a:t>
            </a:r>
            <a:br>
              <a:rPr lang="en-US" sz="1100" b="0" i="0">
                <a:effectLst/>
                <a:latin typeface="Segoe UI" panose="020B0502040204020203" pitchFamily="34" charset="0"/>
              </a:rPr>
            </a:br>
            <a:r>
              <a:rPr lang="en-US" sz="1100">
                <a:hlinkClick r:id="rId8"/>
              </a:rPr>
              <a:t>Disability Answer Desk Support | Microsoft Accessibility</a:t>
            </a:r>
            <a:endParaRPr lang="de-DE" sz="1100"/>
          </a:p>
        </p:txBody>
      </p:sp>
      <p:pic>
        <p:nvPicPr>
          <p:cNvPr id="3" name="Grafik 2" descr="Ein Bild, das Text, Screenshot, Schrift, Design enthält.&#10;&#10;KI-generierte Inhalte können fehlerhaft sein.">
            <a:extLst>
              <a:ext uri="{FF2B5EF4-FFF2-40B4-BE49-F238E27FC236}">
                <a16:creationId xmlns:a16="http://schemas.microsoft.com/office/drawing/2014/main" id="{E22768F4-2F0C-AB9A-63CB-C1DB971B2976}"/>
              </a:ext>
            </a:extLst>
          </p:cNvPr>
          <p:cNvPicPr>
            <a:picLocks noChangeAspect="1"/>
          </p:cNvPicPr>
          <p:nvPr/>
        </p:nvPicPr>
        <p:blipFill>
          <a:blip r:embed="rId4"/>
          <a:srcRect l="47823" t="46555" r="1853"/>
          <a:stretch>
            <a:fillRect/>
          </a:stretch>
        </p:blipFill>
        <p:spPr>
          <a:xfrm>
            <a:off x="282647" y="3262126"/>
            <a:ext cx="4246823" cy="1473954"/>
          </a:xfrm>
          <a:prstGeom prst="rect">
            <a:avLst/>
          </a:prstGeom>
          <a:ln>
            <a:noFill/>
          </a:ln>
          <a:effectLst>
            <a:outerShdw blurRad="292100" dist="139700" dir="2700000" algn="tl" rotWithShape="0">
              <a:srgbClr val="333333">
                <a:alpha val="65000"/>
              </a:srgbClr>
            </a:outerShdw>
          </a:effectLst>
        </p:spPr>
      </p:pic>
    </p:spTree>
    <p:custDataLst>
      <p:tags r:id="rId1"/>
    </p:custDataLst>
    <p:extLst>
      <p:ext uri="{BB962C8B-B14F-4D97-AF65-F5344CB8AC3E}">
        <p14:creationId xmlns:p14="http://schemas.microsoft.com/office/powerpoint/2010/main" val="12598941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CF6745-B177-D1E6-8021-6A6272FC1660}"/>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5C829612-9510-B9E9-51A6-CE1A65601C0B}"/>
              </a:ext>
            </a:extLst>
          </p:cNvPr>
          <p:cNvSpPr>
            <a:spLocks noGrp="1"/>
          </p:cNvSpPr>
          <p:nvPr>
            <p:ph type="title"/>
          </p:nvPr>
        </p:nvSpPr>
        <p:spPr>
          <a:xfrm>
            <a:off x="5311600" y="322912"/>
            <a:ext cx="5431971" cy="846301"/>
          </a:xfrm>
        </p:spPr>
        <p:txBody>
          <a:bodyPr/>
          <a:lstStyle/>
          <a:p>
            <a:r>
              <a:rPr lang="de-DE" err="1"/>
              <a:t>Before</a:t>
            </a:r>
            <a:r>
              <a:rPr lang="de-DE"/>
              <a:t> </a:t>
            </a:r>
            <a:r>
              <a:rPr lang="de-DE" err="1"/>
              <a:t>we</a:t>
            </a:r>
            <a:r>
              <a:rPr lang="de-DE"/>
              <a:t> </a:t>
            </a:r>
            <a:r>
              <a:rPr lang="de-DE" err="1"/>
              <a:t>start</a:t>
            </a:r>
            <a:endParaRPr lang="de-DE"/>
          </a:p>
        </p:txBody>
      </p:sp>
      <p:sp>
        <p:nvSpPr>
          <p:cNvPr id="12" name="Textfeld 11">
            <a:extLst>
              <a:ext uri="{FF2B5EF4-FFF2-40B4-BE49-F238E27FC236}">
                <a16:creationId xmlns:a16="http://schemas.microsoft.com/office/drawing/2014/main" id="{49C9517F-20E2-F999-FAF5-8F293DED72D4}"/>
              </a:ext>
            </a:extLst>
          </p:cNvPr>
          <p:cNvSpPr txBox="1"/>
          <p:nvPr/>
        </p:nvSpPr>
        <p:spPr>
          <a:xfrm>
            <a:off x="5311601" y="1169213"/>
            <a:ext cx="6497628" cy="4031873"/>
          </a:xfrm>
          <a:prstGeom prst="rect">
            <a:avLst/>
          </a:prstGeom>
          <a:noFill/>
        </p:spPr>
        <p:txBody>
          <a:bodyPr wrap="square">
            <a:spAutoFit/>
          </a:bodyPr>
          <a:lstStyle/>
          <a:p>
            <a:r>
              <a:rPr lang="en-US" sz="1600">
                <a:latin typeface="Segoe UI" panose="020B0502040204020203" pitchFamily="34" charset="0"/>
                <a:cs typeface="Segoe UI" panose="020B0502040204020203" pitchFamily="34" charset="0"/>
              </a:rPr>
              <a:t>When using Generative AI within your work environment, be sure to stick with these best practices to stay safe and secure.</a:t>
            </a:r>
          </a:p>
          <a:p>
            <a:endParaRPr lang="en-US" sz="160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600">
                <a:latin typeface="Segoe UI" panose="020B0502040204020203" pitchFamily="34" charset="0"/>
                <a:cs typeface="Segoe UI" panose="020B0502040204020203" pitchFamily="34" charset="0"/>
              </a:rPr>
              <a:t>Only use company provided solutions</a:t>
            </a:r>
          </a:p>
          <a:p>
            <a:pPr marL="285750" indent="-285750">
              <a:buFont typeface="Arial" panose="020B0604020202020204" pitchFamily="34" charset="0"/>
              <a:buChar char="•"/>
            </a:pPr>
            <a:endParaRPr lang="en-US" sz="160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600">
                <a:latin typeface="Segoe UI" panose="020B0502040204020203" pitchFamily="34" charset="0"/>
                <a:cs typeface="Segoe UI" panose="020B0502040204020203" pitchFamily="34" charset="0"/>
              </a:rPr>
              <a:t>Especially free-to-use consumer services often don’t comply with regulatory and organizational requirements</a:t>
            </a:r>
          </a:p>
          <a:p>
            <a:pPr marL="285750" indent="-285750">
              <a:buFont typeface="Arial" panose="020B0604020202020204" pitchFamily="34" charset="0"/>
              <a:buChar char="•"/>
            </a:pPr>
            <a:endParaRPr lang="en-US" sz="160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600">
                <a:latin typeface="Segoe UI" panose="020B0502040204020203" pitchFamily="34" charset="0"/>
                <a:cs typeface="Segoe UI" panose="020B0502040204020203" pitchFamily="34" charset="0"/>
              </a:rPr>
              <a:t>Only share as much data as needed to do the job</a:t>
            </a:r>
          </a:p>
          <a:p>
            <a:pPr marL="285750" indent="-285750">
              <a:buFont typeface="Arial" panose="020B0604020202020204" pitchFamily="34" charset="0"/>
              <a:buChar char="•"/>
            </a:pPr>
            <a:endParaRPr lang="en-US" sz="160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600">
                <a:latin typeface="Segoe UI" panose="020B0502040204020203" pitchFamily="34" charset="0"/>
                <a:cs typeface="Segoe UI" panose="020B0502040204020203" pitchFamily="34" charset="0"/>
              </a:rPr>
              <a:t>Don’t share personal data not needed to perform the action</a:t>
            </a:r>
          </a:p>
          <a:p>
            <a:pPr marL="285750" indent="-285750">
              <a:buFont typeface="Arial" panose="020B0604020202020204" pitchFamily="34" charset="0"/>
              <a:buChar char="•"/>
            </a:pPr>
            <a:endParaRPr lang="en-US" sz="160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600">
                <a:latin typeface="Segoe UI" panose="020B0502040204020203" pitchFamily="34" charset="0"/>
                <a:cs typeface="Segoe UI" panose="020B0502040204020203" pitchFamily="34" charset="0"/>
              </a:rPr>
              <a:t>Keep organizational data’s protection, don’t override or bypass</a:t>
            </a:r>
          </a:p>
          <a:p>
            <a:pPr marL="285750" indent="-285750">
              <a:buFont typeface="Arial" panose="020B0604020202020204" pitchFamily="34" charset="0"/>
              <a:buChar char="•"/>
            </a:pPr>
            <a:endParaRPr lang="en-US" sz="1600">
              <a:latin typeface="Segoe UI" panose="020B0502040204020203" pitchFamily="34" charset="0"/>
              <a:cs typeface="Segoe UI" panose="020B0502040204020203" pitchFamily="34" charset="0"/>
            </a:endParaRPr>
          </a:p>
          <a:p>
            <a:r>
              <a:rPr lang="en-US" sz="1600">
                <a:latin typeface="Segoe UI" panose="020B0502040204020203" pitchFamily="34" charset="0"/>
                <a:cs typeface="Segoe UI" panose="020B0502040204020203" pitchFamily="34" charset="0"/>
              </a:rPr>
              <a:t>Following these habits makes sure to keep your personal as well as organizational data protected.</a:t>
            </a:r>
          </a:p>
        </p:txBody>
      </p:sp>
      <p:pic>
        <p:nvPicPr>
          <p:cNvPr id="5" name="Grafik 4" descr="Schild mit einfarbiger Füllung">
            <a:extLst>
              <a:ext uri="{FF2B5EF4-FFF2-40B4-BE49-F238E27FC236}">
                <a16:creationId xmlns:a16="http://schemas.microsoft.com/office/drawing/2014/main" id="{C31B1171-F1B6-78BE-2D3B-2EFC2DC4EBF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54688" y="1321137"/>
            <a:ext cx="3474922" cy="3474922"/>
          </a:xfrm>
          <a:prstGeom prst="rect">
            <a:avLst/>
          </a:prstGeom>
        </p:spPr>
      </p:pic>
      <p:sp>
        <p:nvSpPr>
          <p:cNvPr id="6" name="Textfeld 5">
            <a:extLst>
              <a:ext uri="{FF2B5EF4-FFF2-40B4-BE49-F238E27FC236}">
                <a16:creationId xmlns:a16="http://schemas.microsoft.com/office/drawing/2014/main" id="{2467A527-BDA6-1238-85A2-EDA717FB3454}"/>
              </a:ext>
            </a:extLst>
          </p:cNvPr>
          <p:cNvSpPr txBox="1"/>
          <p:nvPr/>
        </p:nvSpPr>
        <p:spPr>
          <a:xfrm>
            <a:off x="2412077" y="1816689"/>
            <a:ext cx="760144" cy="2215991"/>
          </a:xfrm>
          <a:prstGeom prst="rect">
            <a:avLst/>
          </a:prstGeom>
          <a:noFill/>
        </p:spPr>
        <p:txBody>
          <a:bodyPr wrap="none" rtlCol="0">
            <a:spAutoFit/>
          </a:bodyPr>
          <a:lstStyle/>
          <a:p>
            <a:r>
              <a:rPr lang="de-DE" sz="13800" b="1">
                <a:solidFill>
                  <a:schemeClr val="accent4"/>
                </a:solidFill>
              </a:rPr>
              <a:t>!</a:t>
            </a:r>
          </a:p>
        </p:txBody>
      </p:sp>
    </p:spTree>
    <p:custDataLst>
      <p:tags r:id="rId1"/>
    </p:custDataLst>
    <p:extLst>
      <p:ext uri="{BB962C8B-B14F-4D97-AF65-F5344CB8AC3E}">
        <p14:creationId xmlns:p14="http://schemas.microsoft.com/office/powerpoint/2010/main" val="35093646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DB02E9-EFC6-F1F0-76C2-CB4D3796BF37}"/>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34506B31-4831-EFE4-CDE2-3E17ADF352A7}"/>
              </a:ext>
            </a:extLst>
          </p:cNvPr>
          <p:cNvSpPr>
            <a:spLocks noGrp="1"/>
          </p:cNvSpPr>
          <p:nvPr>
            <p:ph type="title"/>
          </p:nvPr>
        </p:nvSpPr>
        <p:spPr>
          <a:xfrm>
            <a:off x="5311600" y="322912"/>
            <a:ext cx="6192828" cy="846301"/>
          </a:xfrm>
        </p:spPr>
        <p:txBody>
          <a:bodyPr>
            <a:normAutofit/>
          </a:bodyPr>
          <a:lstStyle/>
          <a:p>
            <a:r>
              <a:rPr lang="de-DE" err="1"/>
              <a:t>What</a:t>
            </a:r>
            <a:r>
              <a:rPr lang="de-DE"/>
              <a:t> Gen AI Can Do </a:t>
            </a:r>
            <a:r>
              <a:rPr lang="de-DE" err="1"/>
              <a:t>for</a:t>
            </a:r>
            <a:r>
              <a:rPr lang="de-DE"/>
              <a:t> </a:t>
            </a:r>
            <a:r>
              <a:rPr lang="de-DE" err="1"/>
              <a:t>you</a:t>
            </a:r>
            <a:endParaRPr lang="de-DE"/>
          </a:p>
        </p:txBody>
      </p:sp>
      <p:sp>
        <p:nvSpPr>
          <p:cNvPr id="12" name="Textfeld 11">
            <a:extLst>
              <a:ext uri="{FF2B5EF4-FFF2-40B4-BE49-F238E27FC236}">
                <a16:creationId xmlns:a16="http://schemas.microsoft.com/office/drawing/2014/main" id="{6163DBD2-6816-9E74-C444-642842B56F00}"/>
              </a:ext>
            </a:extLst>
          </p:cNvPr>
          <p:cNvSpPr txBox="1"/>
          <p:nvPr/>
        </p:nvSpPr>
        <p:spPr>
          <a:xfrm>
            <a:off x="5311601" y="1169213"/>
            <a:ext cx="6497628" cy="4801314"/>
          </a:xfrm>
          <a:prstGeom prst="rect">
            <a:avLst/>
          </a:prstGeom>
          <a:noFill/>
        </p:spPr>
        <p:txBody>
          <a:bodyPr wrap="square">
            <a:spAutoFit/>
          </a:bodyPr>
          <a:lstStyle/>
          <a:p>
            <a:r>
              <a:rPr lang="en-US"/>
              <a:t>Imagine Microsoft 365 Copilot Chat as  a smart assistant that can simplify your daily routines by helping you with various tasks and make your life a bit easier. Here are some everyday examples of how you might use it:</a:t>
            </a:r>
          </a:p>
          <a:p>
            <a:endParaRPr lang="en-US"/>
          </a:p>
          <a:p>
            <a:pPr marL="285750" indent="-285750">
              <a:buFont typeface="Arial" panose="020B0604020202020204" pitchFamily="34" charset="0"/>
              <a:buChar char="•"/>
            </a:pPr>
            <a:r>
              <a:rPr lang="de-DE" b="1"/>
              <a:t>Write </a:t>
            </a:r>
            <a:r>
              <a:rPr lang="de-DE" b="1" err="1"/>
              <a:t>creative</a:t>
            </a:r>
            <a:r>
              <a:rPr lang="de-DE" b="1"/>
              <a:t> </a:t>
            </a:r>
            <a:r>
              <a:rPr lang="de-DE" b="1" err="1"/>
              <a:t>content</a:t>
            </a:r>
            <a:r>
              <a:rPr lang="de-DE" b="1"/>
              <a:t> </a:t>
            </a:r>
            <a:r>
              <a:rPr lang="de-DE"/>
              <a:t>such </a:t>
            </a:r>
            <a:r>
              <a:rPr lang="de-DE" err="1"/>
              <a:t>as</a:t>
            </a:r>
            <a:r>
              <a:rPr lang="de-DE"/>
              <a:t> </a:t>
            </a:r>
            <a:r>
              <a:rPr lang="de-DE" err="1"/>
              <a:t>composing</a:t>
            </a:r>
            <a:r>
              <a:rPr lang="de-DE"/>
              <a:t> </a:t>
            </a:r>
            <a:r>
              <a:rPr lang="de-DE" err="1"/>
              <a:t>e-mails</a:t>
            </a:r>
            <a:r>
              <a:rPr lang="de-DE"/>
              <a:t>, </a:t>
            </a:r>
            <a:r>
              <a:rPr lang="de-DE" err="1"/>
              <a:t>generating</a:t>
            </a:r>
            <a:r>
              <a:rPr lang="de-DE"/>
              <a:t> </a:t>
            </a:r>
            <a:r>
              <a:rPr lang="de-DE" err="1"/>
              <a:t>blog</a:t>
            </a:r>
            <a:r>
              <a:rPr lang="de-DE"/>
              <a:t> </a:t>
            </a:r>
            <a:r>
              <a:rPr lang="de-DE" err="1"/>
              <a:t>posts</a:t>
            </a:r>
            <a:r>
              <a:rPr lang="de-DE"/>
              <a:t> </a:t>
            </a:r>
            <a:r>
              <a:rPr lang="de-DE" err="1"/>
              <a:t>or</a:t>
            </a:r>
            <a:r>
              <a:rPr lang="de-DE"/>
              <a:t> </a:t>
            </a:r>
            <a:r>
              <a:rPr lang="de-DE" err="1"/>
              <a:t>brainstorming</a:t>
            </a:r>
            <a:r>
              <a:rPr lang="de-DE"/>
              <a:t> </a:t>
            </a:r>
            <a:r>
              <a:rPr lang="de-DE" err="1"/>
              <a:t>ideas</a:t>
            </a:r>
            <a:endParaRPr lang="de-DE"/>
          </a:p>
          <a:p>
            <a:pPr marL="285750" indent="-285750">
              <a:buFont typeface="Arial" panose="020B0604020202020204" pitchFamily="34" charset="0"/>
              <a:buChar char="•"/>
            </a:pPr>
            <a:endParaRPr lang="de-DE" b="1"/>
          </a:p>
          <a:p>
            <a:pPr marL="285750" indent="-285750">
              <a:buFont typeface="Arial" panose="020B0604020202020204" pitchFamily="34" charset="0"/>
              <a:buChar char="•"/>
            </a:pPr>
            <a:r>
              <a:rPr lang="de-DE" b="1" err="1"/>
              <a:t>Organize</a:t>
            </a:r>
            <a:r>
              <a:rPr lang="de-DE" b="1"/>
              <a:t> and plan</a:t>
            </a:r>
            <a:r>
              <a:rPr lang="de-DE"/>
              <a:t>, </a:t>
            </a:r>
            <a:r>
              <a:rPr lang="de-DE" err="1"/>
              <a:t>for</a:t>
            </a:r>
            <a:r>
              <a:rPr lang="de-DE"/>
              <a:t> </a:t>
            </a:r>
            <a:r>
              <a:rPr lang="de-DE" err="1"/>
              <a:t>example</a:t>
            </a:r>
            <a:r>
              <a:rPr lang="de-DE"/>
              <a:t> </a:t>
            </a:r>
            <a:r>
              <a:rPr lang="de-DE" err="1"/>
              <a:t>your</a:t>
            </a:r>
            <a:r>
              <a:rPr lang="de-DE"/>
              <a:t> </a:t>
            </a:r>
            <a:r>
              <a:rPr lang="de-DE" err="1"/>
              <a:t>next</a:t>
            </a:r>
            <a:r>
              <a:rPr lang="de-DE"/>
              <a:t> </a:t>
            </a:r>
            <a:r>
              <a:rPr lang="de-DE" err="1"/>
              <a:t>business</a:t>
            </a:r>
            <a:r>
              <a:rPr lang="de-DE"/>
              <a:t> </a:t>
            </a:r>
            <a:r>
              <a:rPr lang="de-DE" err="1"/>
              <a:t>trip</a:t>
            </a:r>
            <a:r>
              <a:rPr lang="de-DE"/>
              <a:t>, </a:t>
            </a:r>
            <a:r>
              <a:rPr lang="de-DE" err="1"/>
              <a:t>the</a:t>
            </a:r>
            <a:r>
              <a:rPr lang="de-DE"/>
              <a:t> </a:t>
            </a:r>
            <a:r>
              <a:rPr lang="de-DE" err="1"/>
              <a:t>companies</a:t>
            </a:r>
            <a:r>
              <a:rPr lang="de-DE"/>
              <a:t> </a:t>
            </a:r>
            <a:r>
              <a:rPr lang="de-DE" err="1"/>
              <a:t>next</a:t>
            </a:r>
            <a:r>
              <a:rPr lang="de-DE"/>
              <a:t> </a:t>
            </a:r>
            <a:r>
              <a:rPr lang="de-DE" err="1"/>
              <a:t>event</a:t>
            </a:r>
            <a:r>
              <a:rPr lang="de-DE"/>
              <a:t> </a:t>
            </a:r>
            <a:r>
              <a:rPr lang="de-DE" err="1"/>
              <a:t>or</a:t>
            </a:r>
            <a:r>
              <a:rPr lang="de-DE"/>
              <a:t> just </a:t>
            </a:r>
            <a:r>
              <a:rPr lang="de-DE" err="1"/>
              <a:t>get</a:t>
            </a:r>
            <a:r>
              <a:rPr lang="de-DE"/>
              <a:t> </a:t>
            </a:r>
            <a:r>
              <a:rPr lang="de-DE" err="1"/>
              <a:t>help</a:t>
            </a:r>
            <a:r>
              <a:rPr lang="de-DE"/>
              <a:t> in </a:t>
            </a:r>
            <a:r>
              <a:rPr lang="de-DE" err="1"/>
              <a:t>prioritizing</a:t>
            </a:r>
            <a:r>
              <a:rPr lang="de-DE"/>
              <a:t> </a:t>
            </a:r>
            <a:r>
              <a:rPr lang="de-DE" err="1"/>
              <a:t>your</a:t>
            </a:r>
            <a:r>
              <a:rPr lang="de-DE"/>
              <a:t> </a:t>
            </a:r>
            <a:r>
              <a:rPr lang="de-DE" err="1"/>
              <a:t>tasks</a:t>
            </a:r>
            <a:r>
              <a:rPr lang="de-DE"/>
              <a:t> </a:t>
            </a:r>
          </a:p>
          <a:p>
            <a:pPr marL="285750" indent="-285750">
              <a:buFont typeface="Arial" panose="020B0604020202020204" pitchFamily="34" charset="0"/>
              <a:buChar char="•"/>
            </a:pPr>
            <a:endParaRPr lang="de-DE" b="1"/>
          </a:p>
          <a:p>
            <a:pPr marL="285750" indent="-285750">
              <a:buFont typeface="Arial" panose="020B0604020202020204" pitchFamily="34" charset="0"/>
              <a:buChar char="•"/>
            </a:pPr>
            <a:r>
              <a:rPr lang="de-DE" b="1" err="1"/>
              <a:t>Get</a:t>
            </a:r>
            <a:r>
              <a:rPr lang="de-DE" b="1"/>
              <a:t> personal </a:t>
            </a:r>
            <a:r>
              <a:rPr lang="de-DE" b="1" err="1"/>
              <a:t>assistance</a:t>
            </a:r>
            <a:r>
              <a:rPr lang="de-DE" b="1"/>
              <a:t> </a:t>
            </a:r>
            <a:r>
              <a:rPr lang="de-DE" err="1"/>
              <a:t>by</a:t>
            </a:r>
            <a:r>
              <a:rPr lang="de-DE"/>
              <a:t> </a:t>
            </a:r>
            <a:r>
              <a:rPr lang="de-DE" err="1"/>
              <a:t>answering</a:t>
            </a:r>
            <a:r>
              <a:rPr lang="de-DE"/>
              <a:t> </a:t>
            </a:r>
            <a:r>
              <a:rPr lang="de-DE" err="1"/>
              <a:t>questions</a:t>
            </a:r>
            <a:r>
              <a:rPr lang="de-DE"/>
              <a:t>, </a:t>
            </a:r>
            <a:r>
              <a:rPr lang="de-DE" err="1"/>
              <a:t>providing</a:t>
            </a:r>
            <a:r>
              <a:rPr lang="de-DE"/>
              <a:t> </a:t>
            </a:r>
            <a:r>
              <a:rPr lang="de-DE" err="1"/>
              <a:t>recommondations</a:t>
            </a:r>
            <a:r>
              <a:rPr lang="de-DE"/>
              <a:t> </a:t>
            </a:r>
            <a:r>
              <a:rPr lang="de-DE" err="1"/>
              <a:t>or</a:t>
            </a:r>
            <a:r>
              <a:rPr lang="de-DE"/>
              <a:t> </a:t>
            </a:r>
            <a:r>
              <a:rPr lang="de-DE" err="1"/>
              <a:t>automating</a:t>
            </a:r>
            <a:r>
              <a:rPr lang="de-DE"/>
              <a:t> </a:t>
            </a:r>
            <a:r>
              <a:rPr lang="de-DE" err="1"/>
              <a:t>tasks</a:t>
            </a:r>
            <a:endParaRPr lang="de-DE"/>
          </a:p>
          <a:p>
            <a:pPr marL="285750" indent="-285750">
              <a:buFont typeface="Arial" panose="020B0604020202020204" pitchFamily="34" charset="0"/>
              <a:buChar char="•"/>
            </a:pPr>
            <a:endParaRPr lang="de-DE"/>
          </a:p>
          <a:p>
            <a:endParaRPr lang="de-DE"/>
          </a:p>
          <a:p>
            <a:r>
              <a:rPr lang="en-US"/>
              <a:t>Curious? Then let’s get started with Microsoft 365 Copilot Chat.</a:t>
            </a:r>
          </a:p>
        </p:txBody>
      </p:sp>
      <p:sp>
        <p:nvSpPr>
          <p:cNvPr id="19" name="Textfeld 18">
            <a:extLst>
              <a:ext uri="{FF2B5EF4-FFF2-40B4-BE49-F238E27FC236}">
                <a16:creationId xmlns:a16="http://schemas.microsoft.com/office/drawing/2014/main" id="{47C795F6-E6C3-5F19-59D4-651AF77E96FE}"/>
              </a:ext>
            </a:extLst>
          </p:cNvPr>
          <p:cNvSpPr txBox="1"/>
          <p:nvPr/>
        </p:nvSpPr>
        <p:spPr>
          <a:xfrm>
            <a:off x="382770" y="3872775"/>
            <a:ext cx="4725580" cy="430887"/>
          </a:xfrm>
          <a:prstGeom prst="rect">
            <a:avLst/>
          </a:prstGeom>
          <a:solidFill>
            <a:schemeClr val="bg1"/>
          </a:solidFill>
        </p:spPr>
        <p:txBody>
          <a:bodyPr wrap="square">
            <a:spAutoFit/>
          </a:bodyPr>
          <a:lstStyle/>
          <a:p>
            <a:r>
              <a:rPr lang="en-US" sz="1100" b="0" i="0">
                <a:effectLst/>
                <a:latin typeface="Segoe UI" panose="020B0502040204020203" pitchFamily="34" charset="0"/>
              </a:rPr>
              <a:t>Source: Microsoft</a:t>
            </a:r>
            <a:br>
              <a:rPr lang="en-US" sz="1100" b="0" i="0">
                <a:effectLst/>
                <a:latin typeface="Segoe UI" panose="020B0502040204020203" pitchFamily="34" charset="0"/>
              </a:rPr>
            </a:br>
            <a:r>
              <a:rPr lang="en-US" sz="1100">
                <a:hlinkClick r:id="rId4"/>
              </a:rPr>
              <a:t>What is AI? - Training | Microsoft Learn</a:t>
            </a:r>
            <a:endParaRPr lang="de-DE" sz="1100"/>
          </a:p>
        </p:txBody>
      </p:sp>
      <p:pic>
        <p:nvPicPr>
          <p:cNvPr id="9" name="Grafik 8" descr="Ein Bild, das Text, Cartoon, Screenshot enthält.&#10;&#10;KI-generierte Inhalte können fehlerhaft sein.">
            <a:extLst>
              <a:ext uri="{FF2B5EF4-FFF2-40B4-BE49-F238E27FC236}">
                <a16:creationId xmlns:a16="http://schemas.microsoft.com/office/drawing/2014/main" id="{B1EC85E4-C496-7573-B5FD-A82556A52BD2}"/>
              </a:ext>
            </a:extLst>
          </p:cNvPr>
          <p:cNvPicPr>
            <a:picLocks noChangeAspect="1"/>
          </p:cNvPicPr>
          <p:nvPr/>
        </p:nvPicPr>
        <p:blipFill>
          <a:blip r:embed="rId5"/>
          <a:stretch>
            <a:fillRect/>
          </a:stretch>
        </p:blipFill>
        <p:spPr>
          <a:xfrm>
            <a:off x="382770" y="1169213"/>
            <a:ext cx="4569367" cy="2538006"/>
          </a:xfrm>
          <a:prstGeom prst="rect">
            <a:avLst/>
          </a:prstGeom>
          <a:ln>
            <a:noFill/>
          </a:ln>
          <a:effectLst>
            <a:outerShdw blurRad="292100" dist="139700" dir="2700000" algn="tl" rotWithShape="0">
              <a:srgbClr val="333333">
                <a:alpha val="65000"/>
              </a:srgbClr>
            </a:outerShdw>
          </a:effectLst>
        </p:spPr>
      </p:pic>
    </p:spTree>
    <p:custDataLst>
      <p:tags r:id="rId1"/>
    </p:custDataLst>
    <p:extLst>
      <p:ext uri="{BB962C8B-B14F-4D97-AF65-F5344CB8AC3E}">
        <p14:creationId xmlns:p14="http://schemas.microsoft.com/office/powerpoint/2010/main" val="29676883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4EF9C-E28D-B212-01ED-5B265C1C3DC2}"/>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CDC4E714-1CCD-E8AA-7D7A-E4FEC33A2F84}"/>
              </a:ext>
            </a:extLst>
          </p:cNvPr>
          <p:cNvSpPr>
            <a:spLocks noGrp="1"/>
          </p:cNvSpPr>
          <p:nvPr>
            <p:ph type="title"/>
          </p:nvPr>
        </p:nvSpPr>
        <p:spPr>
          <a:xfrm>
            <a:off x="5311600" y="322912"/>
            <a:ext cx="6192828" cy="846301"/>
          </a:xfrm>
        </p:spPr>
        <p:txBody>
          <a:bodyPr>
            <a:normAutofit/>
          </a:bodyPr>
          <a:lstStyle/>
          <a:p>
            <a:r>
              <a:rPr lang="de-DE" err="1"/>
              <a:t>Get</a:t>
            </a:r>
            <a:r>
              <a:rPr lang="de-DE"/>
              <a:t> </a:t>
            </a:r>
            <a:r>
              <a:rPr lang="de-DE" err="1"/>
              <a:t>started</a:t>
            </a:r>
            <a:r>
              <a:rPr lang="de-DE"/>
              <a:t> </a:t>
            </a:r>
            <a:r>
              <a:rPr lang="de-DE" err="1"/>
              <a:t>with</a:t>
            </a:r>
            <a:r>
              <a:rPr lang="de-DE"/>
              <a:t> </a:t>
            </a:r>
            <a:r>
              <a:rPr lang="de-DE" err="1"/>
              <a:t>copilot</a:t>
            </a:r>
            <a:r>
              <a:rPr lang="de-DE"/>
              <a:t> </a:t>
            </a:r>
            <a:r>
              <a:rPr lang="de-DE" err="1"/>
              <a:t>chat</a:t>
            </a:r>
            <a:endParaRPr lang="de-DE"/>
          </a:p>
        </p:txBody>
      </p:sp>
      <p:sp>
        <p:nvSpPr>
          <p:cNvPr id="12" name="Textfeld 11">
            <a:extLst>
              <a:ext uri="{FF2B5EF4-FFF2-40B4-BE49-F238E27FC236}">
                <a16:creationId xmlns:a16="http://schemas.microsoft.com/office/drawing/2014/main" id="{1F854238-06FC-A178-7E54-ED5DF6C7C66B}"/>
              </a:ext>
            </a:extLst>
          </p:cNvPr>
          <p:cNvSpPr txBox="1"/>
          <p:nvPr/>
        </p:nvSpPr>
        <p:spPr>
          <a:xfrm>
            <a:off x="5311601" y="1169213"/>
            <a:ext cx="6497628" cy="4801314"/>
          </a:xfrm>
          <a:prstGeom prst="rect">
            <a:avLst/>
          </a:prstGeom>
          <a:noFill/>
        </p:spPr>
        <p:txBody>
          <a:bodyPr wrap="square">
            <a:spAutoFit/>
          </a:bodyPr>
          <a:lstStyle/>
          <a:p>
            <a:pPr marL="285750" indent="-285750">
              <a:buFont typeface="Arial" panose="020B0604020202020204" pitchFamily="34" charset="0"/>
              <a:buChar char="•"/>
            </a:pPr>
            <a:r>
              <a:rPr lang="en-US"/>
              <a:t>Microsoft 365 Copilot Chat is your secure AI chat, grounded in the web and powered by the latest models</a:t>
            </a:r>
          </a:p>
          <a:p>
            <a:pPr marL="285750" indent="-285750">
              <a:buFont typeface="Arial" panose="020B0604020202020204" pitchFamily="34" charset="0"/>
              <a:buChar char="•"/>
            </a:pPr>
            <a:endParaRPr lang="en-US">
              <a:latin typeface="Segoe UI" panose="020B0502040204020203" pitchFamily="34" charset="0"/>
            </a:endParaRPr>
          </a:p>
          <a:p>
            <a:pPr marL="285750" indent="-285750">
              <a:buFont typeface="Arial" panose="020B0604020202020204" pitchFamily="34" charset="0"/>
              <a:buChar char="•"/>
            </a:pPr>
            <a:r>
              <a:rPr lang="en-US">
                <a:latin typeface="Segoe UI" panose="020B0502040204020203" pitchFamily="34" charset="0"/>
              </a:rPr>
              <a:t>It includes standard access to capabilities like file upload, image generation, and models (like GPT-5) whilst the paid Copilot license provides priority access and work data grounding</a:t>
            </a:r>
          </a:p>
          <a:p>
            <a:pPr marL="285750" indent="-285750">
              <a:buFont typeface="Arial" panose="020B0604020202020204" pitchFamily="34" charset="0"/>
              <a:buChar char="•"/>
            </a:pPr>
            <a:endParaRPr lang="en-US">
              <a:latin typeface="Segoe UI" panose="020B0502040204020203" pitchFamily="34" charset="0"/>
            </a:endParaRPr>
          </a:p>
          <a:p>
            <a:pPr marL="285750" indent="-285750">
              <a:buFont typeface="Arial" panose="020B0604020202020204" pitchFamily="34" charset="0"/>
              <a:buChar char="•"/>
            </a:pPr>
            <a:r>
              <a:rPr lang="en-US">
                <a:latin typeface="Segoe UI" panose="020B0502040204020203" pitchFamily="34" charset="0"/>
              </a:rPr>
              <a:t>It is safe to use as it respects your organizations' </a:t>
            </a:r>
            <a:r>
              <a:rPr lang="en-US"/>
              <a:t>IT controls, enterprise data protection and agent management</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To get started, open the app</a:t>
            </a:r>
          </a:p>
          <a:p>
            <a:pPr marL="285750" indent="-285750">
              <a:buFont typeface="Arial" panose="020B0604020202020204" pitchFamily="34" charset="0"/>
              <a:buChar char="•"/>
            </a:pPr>
            <a:r>
              <a:rPr lang="en-US"/>
              <a:t>Or click the link / open your browser and navigate to </a:t>
            </a:r>
            <a:r>
              <a:rPr lang="en-US">
                <a:hlinkClick r:id="rId4"/>
              </a:rPr>
              <a:t>https://m365.cloud.microsoft/chat/</a:t>
            </a:r>
            <a:endParaRPr lang="en-US"/>
          </a:p>
          <a:p>
            <a:pPr marL="285750" indent="-285750">
              <a:buFont typeface="Arial" panose="020B0604020202020204" pitchFamily="34" charset="0"/>
              <a:buChar char="•"/>
            </a:pPr>
            <a:r>
              <a:rPr lang="en-US" u="sng"/>
              <a:t>Make sure you are signed in with your </a:t>
            </a:r>
            <a:r>
              <a:rPr lang="en-US" u="sng" err="1"/>
              <a:t>organisations’</a:t>
            </a:r>
            <a:r>
              <a:rPr lang="en-US" u="sng"/>
              <a:t> credentials</a:t>
            </a:r>
            <a:r>
              <a:rPr lang="en-US"/>
              <a:t> to be safe and secure, protected by enterprise security features</a:t>
            </a:r>
          </a:p>
        </p:txBody>
      </p:sp>
      <p:sp>
        <p:nvSpPr>
          <p:cNvPr id="19" name="Textfeld 18">
            <a:extLst>
              <a:ext uri="{FF2B5EF4-FFF2-40B4-BE49-F238E27FC236}">
                <a16:creationId xmlns:a16="http://schemas.microsoft.com/office/drawing/2014/main" id="{FF969849-5648-D54A-A091-81F4BFB4F3EE}"/>
              </a:ext>
            </a:extLst>
          </p:cNvPr>
          <p:cNvSpPr txBox="1"/>
          <p:nvPr/>
        </p:nvSpPr>
        <p:spPr>
          <a:xfrm>
            <a:off x="479158" y="3922393"/>
            <a:ext cx="4725580" cy="430887"/>
          </a:xfrm>
          <a:prstGeom prst="rect">
            <a:avLst/>
          </a:prstGeom>
          <a:solidFill>
            <a:schemeClr val="bg1"/>
          </a:solidFill>
        </p:spPr>
        <p:txBody>
          <a:bodyPr wrap="square">
            <a:spAutoFit/>
          </a:bodyPr>
          <a:lstStyle/>
          <a:p>
            <a:r>
              <a:rPr lang="en-US" sz="1100" b="0" i="0">
                <a:effectLst/>
                <a:latin typeface="Segoe UI" panose="020B0502040204020203" pitchFamily="34" charset="0"/>
              </a:rPr>
              <a:t>Source: Microsoft</a:t>
            </a:r>
            <a:br>
              <a:rPr lang="en-US" sz="1100" b="0" i="0">
                <a:effectLst/>
                <a:latin typeface="Segoe UI" panose="020B0502040204020203" pitchFamily="34" charset="0"/>
              </a:rPr>
            </a:br>
            <a:r>
              <a:rPr lang="en-US" sz="1100">
                <a:hlinkClick r:id="rId5"/>
              </a:rPr>
              <a:t>What is AI? - Training | Microsoft Learn</a:t>
            </a:r>
            <a:endParaRPr lang="de-DE" sz="1100"/>
          </a:p>
        </p:txBody>
      </p:sp>
      <p:pic>
        <p:nvPicPr>
          <p:cNvPr id="3" name="Grafik 2" descr="Ein Bild, das Text, Screenshot, Design enthält.&#10;&#10;KI-generierte Inhalte können fehlerhaft sein.">
            <a:extLst>
              <a:ext uri="{FF2B5EF4-FFF2-40B4-BE49-F238E27FC236}">
                <a16:creationId xmlns:a16="http://schemas.microsoft.com/office/drawing/2014/main" id="{2DD9A59C-E6AB-76B3-D588-CFE56A4CF3A9}"/>
              </a:ext>
            </a:extLst>
          </p:cNvPr>
          <p:cNvPicPr>
            <a:picLocks noChangeAspect="1"/>
          </p:cNvPicPr>
          <p:nvPr/>
        </p:nvPicPr>
        <p:blipFill>
          <a:blip r:embed="rId6"/>
          <a:stretch>
            <a:fillRect/>
          </a:stretch>
        </p:blipFill>
        <p:spPr>
          <a:xfrm>
            <a:off x="479158" y="1239888"/>
            <a:ext cx="4556759" cy="2545303"/>
          </a:xfrm>
          <a:prstGeom prst="rect">
            <a:avLst/>
          </a:prstGeom>
          <a:ln>
            <a:noFill/>
          </a:ln>
          <a:effectLst>
            <a:outerShdw blurRad="292100" dist="139700" dir="2700000" algn="tl" rotWithShape="0">
              <a:srgbClr val="333333">
                <a:alpha val="65000"/>
              </a:srgbClr>
            </a:outerShdw>
          </a:effectLst>
        </p:spPr>
      </p:pic>
      <p:pic>
        <p:nvPicPr>
          <p:cNvPr id="4" name="Grafik 3" descr="Ein Bild, das Text, Screenshot, Schrift enthält.&#10;&#10;KI-generierte Inhalte können fehlerhaft sein.">
            <a:extLst>
              <a:ext uri="{FF2B5EF4-FFF2-40B4-BE49-F238E27FC236}">
                <a16:creationId xmlns:a16="http://schemas.microsoft.com/office/drawing/2014/main" id="{0DFA2290-34E7-C29D-7F9F-42D568A49265}"/>
              </a:ext>
            </a:extLst>
          </p:cNvPr>
          <p:cNvPicPr>
            <a:picLocks noChangeAspect="1"/>
          </p:cNvPicPr>
          <p:nvPr/>
        </p:nvPicPr>
        <p:blipFill>
          <a:blip r:embed="rId7"/>
          <a:stretch>
            <a:fillRect/>
          </a:stretch>
        </p:blipFill>
        <p:spPr>
          <a:xfrm>
            <a:off x="1610798" y="4548326"/>
            <a:ext cx="2889556" cy="1685943"/>
          </a:xfrm>
          <a:prstGeom prst="rect">
            <a:avLst/>
          </a:prstGeom>
          <a:ln>
            <a:noFill/>
          </a:ln>
          <a:effectLst>
            <a:outerShdw blurRad="292100" dist="139700" dir="2700000" algn="tl" rotWithShape="0">
              <a:srgbClr val="333333">
                <a:alpha val="65000"/>
              </a:srgbClr>
            </a:outerShdw>
          </a:effectLst>
        </p:spPr>
      </p:pic>
      <p:sp>
        <p:nvSpPr>
          <p:cNvPr id="5" name="Ellipse 4">
            <a:extLst>
              <a:ext uri="{FF2B5EF4-FFF2-40B4-BE49-F238E27FC236}">
                <a16:creationId xmlns:a16="http://schemas.microsoft.com/office/drawing/2014/main" id="{88D5524A-2842-1BA0-1AE9-092808D71D00}"/>
              </a:ext>
            </a:extLst>
          </p:cNvPr>
          <p:cNvSpPr/>
          <p:nvPr/>
        </p:nvSpPr>
        <p:spPr>
          <a:xfrm>
            <a:off x="1483629" y="5098840"/>
            <a:ext cx="1659243" cy="1332238"/>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Pfeil: nach unten 5">
            <a:extLst>
              <a:ext uri="{FF2B5EF4-FFF2-40B4-BE49-F238E27FC236}">
                <a16:creationId xmlns:a16="http://schemas.microsoft.com/office/drawing/2014/main" id="{AE8C62A9-7D44-3F5E-5168-415261CA1584}"/>
              </a:ext>
            </a:extLst>
          </p:cNvPr>
          <p:cNvSpPr/>
          <p:nvPr/>
        </p:nvSpPr>
        <p:spPr>
          <a:xfrm rot="5400000">
            <a:off x="4912842" y="4962036"/>
            <a:ext cx="185753" cy="459362"/>
          </a:xfrm>
          <a:prstGeom prst="downArrow">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custDataLst>
      <p:tags r:id="rId1"/>
    </p:custDataLst>
    <p:extLst>
      <p:ext uri="{BB962C8B-B14F-4D97-AF65-F5344CB8AC3E}">
        <p14:creationId xmlns:p14="http://schemas.microsoft.com/office/powerpoint/2010/main" val="16988694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F7429-7386-8610-2A60-7EF9E544C310}"/>
            </a:ext>
          </a:extLst>
        </p:cNvPr>
        <p:cNvGrpSpPr/>
        <p:nvPr/>
      </p:nvGrpSpPr>
      <p:grpSpPr>
        <a:xfrm>
          <a:off x="0" y="0"/>
          <a:ext cx="0" cy="0"/>
          <a:chOff x="0" y="0"/>
          <a:chExt cx="0" cy="0"/>
        </a:xfrm>
      </p:grpSpPr>
      <p:sp>
        <p:nvSpPr>
          <p:cNvPr id="9" name="Textfeld 8">
            <a:extLst>
              <a:ext uri="{FF2B5EF4-FFF2-40B4-BE49-F238E27FC236}">
                <a16:creationId xmlns:a16="http://schemas.microsoft.com/office/drawing/2014/main" id="{7D0FE9A6-7E0E-72E9-5B65-63CF7181E9F3}"/>
              </a:ext>
            </a:extLst>
          </p:cNvPr>
          <p:cNvSpPr txBox="1"/>
          <p:nvPr/>
        </p:nvSpPr>
        <p:spPr>
          <a:xfrm>
            <a:off x="5033881" y="6013463"/>
            <a:ext cx="4725580" cy="430887"/>
          </a:xfrm>
          <a:prstGeom prst="rect">
            <a:avLst/>
          </a:prstGeom>
          <a:solidFill>
            <a:schemeClr val="bg1"/>
          </a:solidFill>
        </p:spPr>
        <p:txBody>
          <a:bodyPr wrap="square">
            <a:spAutoFit/>
          </a:bodyPr>
          <a:lstStyle/>
          <a:p>
            <a:r>
              <a:rPr lang="en-US" sz="1100" b="0" i="0">
                <a:effectLst/>
                <a:latin typeface="Segoe UI" panose="020B0502040204020203" pitchFamily="34" charset="0"/>
              </a:rPr>
              <a:t>Source: Microsoft</a:t>
            </a:r>
            <a:br>
              <a:rPr lang="en-US" sz="1100" b="0" i="0">
                <a:effectLst/>
                <a:latin typeface="Segoe UI" panose="020B0502040204020203" pitchFamily="34" charset="0"/>
              </a:rPr>
            </a:br>
            <a:r>
              <a:rPr lang="en-US" sz="1100">
                <a:hlinkClick r:id="rId4"/>
              </a:rPr>
              <a:t>Welcome to the Microsoft 365 Copilot app - Microsoft Support</a:t>
            </a:r>
            <a:endParaRPr lang="de-DE" sz="1100"/>
          </a:p>
        </p:txBody>
      </p:sp>
      <p:sp>
        <p:nvSpPr>
          <p:cNvPr id="15" name="Titel 14">
            <a:extLst>
              <a:ext uri="{FF2B5EF4-FFF2-40B4-BE49-F238E27FC236}">
                <a16:creationId xmlns:a16="http://schemas.microsoft.com/office/drawing/2014/main" id="{C335009D-346B-6D7C-E7FE-64088CAB9466}"/>
              </a:ext>
            </a:extLst>
          </p:cNvPr>
          <p:cNvSpPr>
            <a:spLocks noGrp="1"/>
          </p:cNvSpPr>
          <p:nvPr>
            <p:ph type="title"/>
          </p:nvPr>
        </p:nvSpPr>
        <p:spPr>
          <a:xfrm>
            <a:off x="838200" y="-84065"/>
            <a:ext cx="10515600" cy="1325563"/>
          </a:xfrm>
        </p:spPr>
        <p:txBody>
          <a:bodyPr>
            <a:normAutofit/>
          </a:bodyPr>
          <a:lstStyle/>
          <a:p>
            <a:r>
              <a:rPr lang="de-DE" err="1"/>
              <a:t>Overview</a:t>
            </a:r>
            <a:r>
              <a:rPr lang="de-DE"/>
              <a:t> </a:t>
            </a:r>
            <a:r>
              <a:rPr lang="de-DE" err="1"/>
              <a:t>of</a:t>
            </a:r>
            <a:r>
              <a:rPr lang="de-DE"/>
              <a:t> </a:t>
            </a:r>
            <a:r>
              <a:rPr lang="de-DE" err="1"/>
              <a:t>copilot</a:t>
            </a:r>
            <a:r>
              <a:rPr lang="de-DE"/>
              <a:t> </a:t>
            </a:r>
            <a:r>
              <a:rPr lang="de-DE" err="1"/>
              <a:t>chat</a:t>
            </a:r>
            <a:endParaRPr lang="de-DE"/>
          </a:p>
        </p:txBody>
      </p:sp>
      <p:sp>
        <p:nvSpPr>
          <p:cNvPr id="12" name="Textfeld 11">
            <a:extLst>
              <a:ext uri="{FF2B5EF4-FFF2-40B4-BE49-F238E27FC236}">
                <a16:creationId xmlns:a16="http://schemas.microsoft.com/office/drawing/2014/main" id="{E9453174-79CB-645F-E1CE-3CC9514157C3}"/>
              </a:ext>
            </a:extLst>
          </p:cNvPr>
          <p:cNvSpPr txBox="1"/>
          <p:nvPr/>
        </p:nvSpPr>
        <p:spPr>
          <a:xfrm>
            <a:off x="335562" y="1090872"/>
            <a:ext cx="3846577" cy="5632311"/>
          </a:xfrm>
          <a:prstGeom prst="rect">
            <a:avLst/>
          </a:prstGeom>
          <a:solidFill>
            <a:schemeClr val="bg1"/>
          </a:solidFill>
        </p:spPr>
        <p:txBody>
          <a:bodyPr wrap="square">
            <a:spAutoFit/>
          </a:bodyPr>
          <a:lstStyle/>
          <a:p>
            <a:r>
              <a:rPr lang="en-US"/>
              <a:t>You made it! When Microsoft 365 Copilot Chat opens, no matter if in the app, the browser or Teams, the look &amp; feel always stays the same</a:t>
            </a:r>
          </a:p>
          <a:p>
            <a:endParaRPr lang="en-US"/>
          </a:p>
          <a:p>
            <a:pPr marL="285750" indent="-285750">
              <a:buFont typeface="Arial" panose="020B0604020202020204" pitchFamily="34" charset="0"/>
              <a:buChar char="•"/>
            </a:pPr>
            <a:r>
              <a:rPr lang="en-US"/>
              <a:t>On the upper right, a green shield symbol signalizes that you are logged in with your organizations' identity and safe to use</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Left of it is the “new conversation” button. Make sure to start a new conversation whenever the foundational topic changes</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On the left side there is the app or agent pane, giving you fast access to additional functionality</a:t>
            </a:r>
          </a:p>
          <a:p>
            <a:endParaRPr lang="en-US"/>
          </a:p>
        </p:txBody>
      </p:sp>
      <p:pic>
        <p:nvPicPr>
          <p:cNvPr id="4" name="Grafik 3">
            <a:extLst>
              <a:ext uri="{FF2B5EF4-FFF2-40B4-BE49-F238E27FC236}">
                <a16:creationId xmlns:a16="http://schemas.microsoft.com/office/drawing/2014/main" id="{ECA3EBB4-6865-6962-2B23-7B37AA0A1E1E}"/>
              </a:ext>
            </a:extLst>
          </p:cNvPr>
          <p:cNvPicPr>
            <a:picLocks noChangeAspect="1"/>
          </p:cNvPicPr>
          <p:nvPr/>
        </p:nvPicPr>
        <p:blipFill>
          <a:blip r:embed="rId5"/>
          <a:stretch>
            <a:fillRect/>
          </a:stretch>
        </p:blipFill>
        <p:spPr>
          <a:xfrm>
            <a:off x="4211301" y="2561116"/>
            <a:ext cx="434773" cy="375487"/>
          </a:xfrm>
          <a:prstGeom prst="rect">
            <a:avLst/>
          </a:prstGeom>
        </p:spPr>
      </p:pic>
      <p:pic>
        <p:nvPicPr>
          <p:cNvPr id="6" name="Grafik 5">
            <a:extLst>
              <a:ext uri="{FF2B5EF4-FFF2-40B4-BE49-F238E27FC236}">
                <a16:creationId xmlns:a16="http://schemas.microsoft.com/office/drawing/2014/main" id="{E5B445D5-DAFE-BE66-2028-4C28A40F3BE6}"/>
              </a:ext>
            </a:extLst>
          </p:cNvPr>
          <p:cNvPicPr>
            <a:picLocks noChangeAspect="1"/>
          </p:cNvPicPr>
          <p:nvPr/>
        </p:nvPicPr>
        <p:blipFill>
          <a:blip r:embed="rId6"/>
          <a:stretch>
            <a:fillRect/>
          </a:stretch>
        </p:blipFill>
        <p:spPr>
          <a:xfrm>
            <a:off x="4211301" y="3768528"/>
            <a:ext cx="434773" cy="417027"/>
          </a:xfrm>
          <a:prstGeom prst="rect">
            <a:avLst/>
          </a:prstGeom>
        </p:spPr>
      </p:pic>
      <p:pic>
        <p:nvPicPr>
          <p:cNvPr id="7" name="Grafik 6" descr="Conceptual image of Chat page on the Microsoft 365 Copilot app">
            <a:extLst>
              <a:ext uri="{FF2B5EF4-FFF2-40B4-BE49-F238E27FC236}">
                <a16:creationId xmlns:a16="http://schemas.microsoft.com/office/drawing/2014/main" id="{30905DE9-98CD-C46E-303A-9FD2FEDA7E44}"/>
              </a:ext>
            </a:extLst>
          </p:cNvPr>
          <p:cNvPicPr>
            <a:picLocks noChangeAspect="1"/>
          </p:cNvPicPr>
          <p:nvPr/>
        </p:nvPicPr>
        <p:blipFill>
          <a:blip r:embed="rId7"/>
          <a:stretch>
            <a:fillRect/>
          </a:stretch>
        </p:blipFill>
        <p:spPr>
          <a:xfrm>
            <a:off x="5033881" y="1241498"/>
            <a:ext cx="6822557" cy="4525630"/>
          </a:xfrm>
          <a:prstGeom prst="rect">
            <a:avLst/>
          </a:prstGeom>
          <a:ln>
            <a:noFill/>
          </a:ln>
          <a:effectLst>
            <a:outerShdw blurRad="292100" dist="139700" dir="2700000" algn="tl" rotWithShape="0">
              <a:srgbClr val="333333">
                <a:alpha val="65000"/>
              </a:srgbClr>
            </a:outerShdw>
          </a:effectLst>
        </p:spPr>
      </p:pic>
    </p:spTree>
    <p:custDataLst>
      <p:tags r:id="rId1"/>
    </p:custDataLst>
    <p:extLst>
      <p:ext uri="{BB962C8B-B14F-4D97-AF65-F5344CB8AC3E}">
        <p14:creationId xmlns:p14="http://schemas.microsoft.com/office/powerpoint/2010/main" val="27649225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04CF3-CAD0-FB38-DDA1-27BE4E60DB76}"/>
            </a:ext>
          </a:extLst>
        </p:cNvPr>
        <p:cNvGrpSpPr/>
        <p:nvPr/>
      </p:nvGrpSpPr>
      <p:grpSpPr>
        <a:xfrm>
          <a:off x="0" y="0"/>
          <a:ext cx="0" cy="0"/>
          <a:chOff x="0" y="0"/>
          <a:chExt cx="0" cy="0"/>
        </a:xfrm>
      </p:grpSpPr>
      <p:sp>
        <p:nvSpPr>
          <p:cNvPr id="9" name="Textfeld 8">
            <a:extLst>
              <a:ext uri="{FF2B5EF4-FFF2-40B4-BE49-F238E27FC236}">
                <a16:creationId xmlns:a16="http://schemas.microsoft.com/office/drawing/2014/main" id="{9D510C28-8FDE-863A-1F31-BD61AA7F24A7}"/>
              </a:ext>
            </a:extLst>
          </p:cNvPr>
          <p:cNvSpPr txBox="1"/>
          <p:nvPr/>
        </p:nvSpPr>
        <p:spPr>
          <a:xfrm>
            <a:off x="3538233" y="6261556"/>
            <a:ext cx="5903477" cy="261610"/>
          </a:xfrm>
          <a:prstGeom prst="rect">
            <a:avLst/>
          </a:prstGeom>
          <a:solidFill>
            <a:schemeClr val="bg1"/>
          </a:solidFill>
        </p:spPr>
        <p:txBody>
          <a:bodyPr wrap="square">
            <a:spAutoFit/>
          </a:bodyPr>
          <a:lstStyle/>
          <a:p>
            <a:r>
              <a:rPr lang="en-US" sz="1100" b="0" i="0">
                <a:effectLst/>
                <a:latin typeface="Segoe UI" panose="020B0502040204020203" pitchFamily="34" charset="0"/>
              </a:rPr>
              <a:t>Source: Microsoft </a:t>
            </a:r>
            <a:r>
              <a:rPr lang="en-US" sz="1100">
                <a:hlinkClick r:id="rId4"/>
              </a:rPr>
              <a:t>Utilize Microsoft 365 Copilot Chat - Training | Microsoft Learn</a:t>
            </a:r>
            <a:endParaRPr lang="de-DE" sz="1100"/>
          </a:p>
        </p:txBody>
      </p:sp>
      <p:sp>
        <p:nvSpPr>
          <p:cNvPr id="15" name="Titel 14">
            <a:extLst>
              <a:ext uri="{FF2B5EF4-FFF2-40B4-BE49-F238E27FC236}">
                <a16:creationId xmlns:a16="http://schemas.microsoft.com/office/drawing/2014/main" id="{A17A170B-6027-B78B-33A6-F3483086EBC8}"/>
              </a:ext>
            </a:extLst>
          </p:cNvPr>
          <p:cNvSpPr>
            <a:spLocks noGrp="1"/>
          </p:cNvSpPr>
          <p:nvPr>
            <p:ph type="title"/>
          </p:nvPr>
        </p:nvSpPr>
        <p:spPr>
          <a:xfrm>
            <a:off x="838200" y="-84065"/>
            <a:ext cx="10515600" cy="1325563"/>
          </a:xfrm>
        </p:spPr>
        <p:txBody>
          <a:bodyPr>
            <a:normAutofit/>
          </a:bodyPr>
          <a:lstStyle/>
          <a:p>
            <a:r>
              <a:rPr lang="de-DE"/>
              <a:t>Closer </a:t>
            </a:r>
            <a:r>
              <a:rPr lang="de-DE" err="1"/>
              <a:t>view</a:t>
            </a:r>
            <a:r>
              <a:rPr lang="de-DE"/>
              <a:t> on </a:t>
            </a:r>
            <a:r>
              <a:rPr lang="de-DE" err="1"/>
              <a:t>copilot</a:t>
            </a:r>
            <a:r>
              <a:rPr lang="de-DE"/>
              <a:t> </a:t>
            </a:r>
            <a:r>
              <a:rPr lang="de-DE" err="1"/>
              <a:t>chat</a:t>
            </a:r>
            <a:endParaRPr lang="de-DE"/>
          </a:p>
        </p:txBody>
      </p:sp>
      <p:pic>
        <p:nvPicPr>
          <p:cNvPr id="2" name="Grafik 1" descr="Screenshot of Microsoft 365 Copilot Chat interface and all the functions.">
            <a:extLst>
              <a:ext uri="{FF2B5EF4-FFF2-40B4-BE49-F238E27FC236}">
                <a16:creationId xmlns:a16="http://schemas.microsoft.com/office/drawing/2014/main" id="{287EC470-E210-D735-1F98-E038E61951AA}"/>
              </a:ext>
            </a:extLst>
          </p:cNvPr>
          <p:cNvPicPr>
            <a:picLocks noChangeAspect="1"/>
          </p:cNvPicPr>
          <p:nvPr/>
        </p:nvPicPr>
        <p:blipFill>
          <a:blip r:embed="rId5"/>
          <a:stretch>
            <a:fillRect/>
          </a:stretch>
        </p:blipFill>
        <p:spPr>
          <a:xfrm>
            <a:off x="969167" y="1117517"/>
            <a:ext cx="10253666" cy="4890614"/>
          </a:xfrm>
          <a:prstGeom prst="rect">
            <a:avLst/>
          </a:prstGeom>
          <a:ln>
            <a:noFill/>
          </a:ln>
          <a:effectLst>
            <a:outerShdw blurRad="292100" dist="139700" dir="2700000" algn="tl" rotWithShape="0">
              <a:srgbClr val="333333">
                <a:alpha val="65000"/>
              </a:srgbClr>
            </a:outerShdw>
          </a:effectLst>
        </p:spPr>
      </p:pic>
    </p:spTree>
    <p:custDataLst>
      <p:tags r:id="rId1"/>
    </p:custDataLst>
    <p:extLst>
      <p:ext uri="{BB962C8B-B14F-4D97-AF65-F5344CB8AC3E}">
        <p14:creationId xmlns:p14="http://schemas.microsoft.com/office/powerpoint/2010/main" val="2221556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E5110-BBE1-D8EB-3C19-0EFBF74AD902}"/>
            </a:ext>
          </a:extLst>
        </p:cNvPr>
        <p:cNvGrpSpPr/>
        <p:nvPr/>
      </p:nvGrpSpPr>
      <p:grpSpPr>
        <a:xfrm>
          <a:off x="0" y="0"/>
          <a:ext cx="0" cy="0"/>
          <a:chOff x="0" y="0"/>
          <a:chExt cx="0" cy="0"/>
        </a:xfrm>
      </p:grpSpPr>
      <p:sp>
        <p:nvSpPr>
          <p:cNvPr id="9" name="Textfeld 8">
            <a:extLst>
              <a:ext uri="{FF2B5EF4-FFF2-40B4-BE49-F238E27FC236}">
                <a16:creationId xmlns:a16="http://schemas.microsoft.com/office/drawing/2014/main" id="{8A5848D0-6489-17C8-4BDC-1D6B97BEAA31}"/>
              </a:ext>
            </a:extLst>
          </p:cNvPr>
          <p:cNvSpPr txBox="1"/>
          <p:nvPr/>
        </p:nvSpPr>
        <p:spPr>
          <a:xfrm>
            <a:off x="5033881" y="6013463"/>
            <a:ext cx="4725580" cy="430887"/>
          </a:xfrm>
          <a:prstGeom prst="rect">
            <a:avLst/>
          </a:prstGeom>
          <a:solidFill>
            <a:schemeClr val="bg1"/>
          </a:solidFill>
        </p:spPr>
        <p:txBody>
          <a:bodyPr wrap="square">
            <a:spAutoFit/>
          </a:bodyPr>
          <a:lstStyle/>
          <a:p>
            <a:r>
              <a:rPr lang="en-US" sz="1100" b="0" i="0">
                <a:effectLst/>
                <a:latin typeface="Segoe UI" panose="020B0502040204020203" pitchFamily="34" charset="0"/>
              </a:rPr>
              <a:t>Source: Microsoft</a:t>
            </a:r>
            <a:br>
              <a:rPr lang="en-US" sz="1100" b="0" i="0">
                <a:effectLst/>
                <a:latin typeface="Segoe UI" panose="020B0502040204020203" pitchFamily="34" charset="0"/>
              </a:rPr>
            </a:br>
            <a:r>
              <a:rPr lang="en-US" sz="1100">
                <a:hlinkClick r:id="rId4"/>
              </a:rPr>
              <a:t>Welcome to the Microsoft 365 Copilot app - Microsoft Support</a:t>
            </a:r>
            <a:endParaRPr lang="de-DE" sz="1100"/>
          </a:p>
        </p:txBody>
      </p:sp>
      <p:sp>
        <p:nvSpPr>
          <p:cNvPr id="15" name="Titel 14">
            <a:extLst>
              <a:ext uri="{FF2B5EF4-FFF2-40B4-BE49-F238E27FC236}">
                <a16:creationId xmlns:a16="http://schemas.microsoft.com/office/drawing/2014/main" id="{772E9771-25BF-4EEF-98E8-CB2FF5D8787A}"/>
              </a:ext>
            </a:extLst>
          </p:cNvPr>
          <p:cNvSpPr>
            <a:spLocks noGrp="1"/>
          </p:cNvSpPr>
          <p:nvPr>
            <p:ph type="title"/>
          </p:nvPr>
        </p:nvSpPr>
        <p:spPr>
          <a:xfrm>
            <a:off x="838200" y="-84065"/>
            <a:ext cx="10515600" cy="1325563"/>
          </a:xfrm>
        </p:spPr>
        <p:txBody>
          <a:bodyPr>
            <a:normAutofit/>
          </a:bodyPr>
          <a:lstStyle/>
          <a:p>
            <a:r>
              <a:rPr lang="de-DE"/>
              <a:t>First </a:t>
            </a:r>
            <a:r>
              <a:rPr lang="de-DE" err="1"/>
              <a:t>interaction</a:t>
            </a:r>
            <a:r>
              <a:rPr lang="de-DE"/>
              <a:t> </a:t>
            </a:r>
            <a:r>
              <a:rPr lang="de-DE" err="1"/>
              <a:t>with</a:t>
            </a:r>
            <a:r>
              <a:rPr lang="de-DE"/>
              <a:t> </a:t>
            </a:r>
            <a:r>
              <a:rPr lang="de-DE" err="1"/>
              <a:t>copilot</a:t>
            </a:r>
            <a:r>
              <a:rPr lang="de-DE"/>
              <a:t> </a:t>
            </a:r>
            <a:r>
              <a:rPr lang="de-DE" err="1"/>
              <a:t>chat</a:t>
            </a:r>
            <a:endParaRPr lang="de-DE"/>
          </a:p>
        </p:txBody>
      </p:sp>
      <p:sp>
        <p:nvSpPr>
          <p:cNvPr id="12" name="Textfeld 11">
            <a:extLst>
              <a:ext uri="{FF2B5EF4-FFF2-40B4-BE49-F238E27FC236}">
                <a16:creationId xmlns:a16="http://schemas.microsoft.com/office/drawing/2014/main" id="{B89657C5-8328-3F62-3B16-F5BA34CBD960}"/>
              </a:ext>
            </a:extLst>
          </p:cNvPr>
          <p:cNvSpPr txBox="1"/>
          <p:nvPr/>
        </p:nvSpPr>
        <p:spPr>
          <a:xfrm>
            <a:off x="318980" y="1255674"/>
            <a:ext cx="4543644" cy="5355312"/>
          </a:xfrm>
          <a:prstGeom prst="rect">
            <a:avLst/>
          </a:prstGeom>
          <a:solidFill>
            <a:schemeClr val="bg1"/>
          </a:solidFill>
        </p:spPr>
        <p:txBody>
          <a:bodyPr wrap="square">
            <a:spAutoFit/>
          </a:bodyPr>
          <a:lstStyle/>
          <a:p>
            <a:r>
              <a:rPr lang="en-US"/>
              <a:t>The central point of interaction is right in the middle, stating “Message Copilot”.</a:t>
            </a:r>
          </a:p>
          <a:p>
            <a:endParaRPr lang="en-US"/>
          </a:p>
          <a:p>
            <a:pPr marL="285750" indent="-285750">
              <a:buFont typeface="Arial" panose="020B0604020202020204" pitchFamily="34" charset="0"/>
              <a:buChar char="•"/>
            </a:pPr>
            <a:r>
              <a:rPr lang="en-US"/>
              <a:t>The + symbol enables you to upload data, pictures and documents you would like Copilot to interact with</a:t>
            </a:r>
          </a:p>
          <a:p>
            <a:pPr marL="285750" indent="-285750">
              <a:buFont typeface="Arial" panose="020B0604020202020204" pitchFamily="34" charset="0"/>
              <a:buChar char="•"/>
            </a:pPr>
            <a:r>
              <a:rPr lang="en-US"/>
              <a:t>The microphone symbol gives you the possibility to interact via voice, for example to dictate your instructions</a:t>
            </a:r>
          </a:p>
          <a:p>
            <a:pPr marL="285750" indent="-285750">
              <a:buFont typeface="Arial" panose="020B0604020202020204" pitchFamily="34" charset="0"/>
              <a:buChar char="•"/>
            </a:pPr>
            <a:endParaRPr lang="en-US"/>
          </a:p>
          <a:p>
            <a:r>
              <a:rPr lang="en-US"/>
              <a:t>Now, enter your first instruction, maybe starting with “</a:t>
            </a:r>
            <a:r>
              <a:rPr lang="en-US" i="1"/>
              <a:t>Tell me how you can help me in my day-to-day work</a:t>
            </a:r>
            <a:r>
              <a:rPr lang="en-US"/>
              <a:t>” and click the send button.</a:t>
            </a:r>
          </a:p>
          <a:p>
            <a:endParaRPr lang="en-US"/>
          </a:p>
          <a:p>
            <a:r>
              <a:rPr lang="en-US"/>
              <a:t>Copilot Chat starts working on generating an answer for you right away. Have some turns in interacting with Copilot.</a:t>
            </a:r>
          </a:p>
          <a:p>
            <a:endParaRPr lang="en-US"/>
          </a:p>
        </p:txBody>
      </p:sp>
      <p:pic>
        <p:nvPicPr>
          <p:cNvPr id="7" name="Grafik 6" descr="Conceptual image of Chat page on the Microsoft 365 Copilot app">
            <a:extLst>
              <a:ext uri="{FF2B5EF4-FFF2-40B4-BE49-F238E27FC236}">
                <a16:creationId xmlns:a16="http://schemas.microsoft.com/office/drawing/2014/main" id="{AF2528DD-02D8-C894-CD14-A55A47F28004}"/>
              </a:ext>
            </a:extLst>
          </p:cNvPr>
          <p:cNvPicPr>
            <a:picLocks noChangeAspect="1"/>
          </p:cNvPicPr>
          <p:nvPr/>
        </p:nvPicPr>
        <p:blipFill>
          <a:blip r:embed="rId5"/>
          <a:stretch>
            <a:fillRect/>
          </a:stretch>
        </p:blipFill>
        <p:spPr>
          <a:xfrm>
            <a:off x="5126029" y="1305290"/>
            <a:ext cx="6822557" cy="4525630"/>
          </a:xfrm>
          <a:prstGeom prst="rect">
            <a:avLst/>
          </a:prstGeom>
          <a:ln>
            <a:noFill/>
          </a:ln>
          <a:effectLst>
            <a:outerShdw blurRad="292100" dist="139700" dir="2700000" algn="tl" rotWithShape="0">
              <a:srgbClr val="333333">
                <a:alpha val="65000"/>
              </a:srgbClr>
            </a:outerShdw>
          </a:effectLst>
        </p:spPr>
      </p:pic>
    </p:spTree>
    <p:custDataLst>
      <p:tags r:id="rId1"/>
    </p:custDataLst>
    <p:extLst>
      <p:ext uri="{BB962C8B-B14F-4D97-AF65-F5344CB8AC3E}">
        <p14:creationId xmlns:p14="http://schemas.microsoft.com/office/powerpoint/2010/main" val="23655237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E158E6-6B7F-44BC-F085-22CCFDAFE76C}"/>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F1CDCDB3-F809-19EF-7568-67F86187A463}"/>
              </a:ext>
            </a:extLst>
          </p:cNvPr>
          <p:cNvSpPr>
            <a:spLocks noGrp="1"/>
          </p:cNvSpPr>
          <p:nvPr>
            <p:ph type="title"/>
          </p:nvPr>
        </p:nvSpPr>
        <p:spPr>
          <a:xfrm>
            <a:off x="838200" y="-84065"/>
            <a:ext cx="10515600" cy="1325563"/>
          </a:xfrm>
        </p:spPr>
        <p:txBody>
          <a:bodyPr>
            <a:normAutofit/>
          </a:bodyPr>
          <a:lstStyle/>
          <a:p>
            <a:r>
              <a:rPr lang="de-DE"/>
              <a:t>Be </a:t>
            </a:r>
            <a:r>
              <a:rPr lang="de-DE" err="1"/>
              <a:t>precise</a:t>
            </a:r>
            <a:r>
              <a:rPr lang="de-DE"/>
              <a:t>, </a:t>
            </a:r>
            <a:r>
              <a:rPr lang="de-DE" err="1"/>
              <a:t>be</a:t>
            </a:r>
            <a:r>
              <a:rPr lang="de-DE"/>
              <a:t> </a:t>
            </a:r>
            <a:r>
              <a:rPr lang="de-DE" err="1"/>
              <a:t>specific</a:t>
            </a:r>
            <a:endParaRPr lang="de-DE"/>
          </a:p>
        </p:txBody>
      </p:sp>
      <p:sp>
        <p:nvSpPr>
          <p:cNvPr id="12" name="Textfeld 11">
            <a:extLst>
              <a:ext uri="{FF2B5EF4-FFF2-40B4-BE49-F238E27FC236}">
                <a16:creationId xmlns:a16="http://schemas.microsoft.com/office/drawing/2014/main" id="{96BD2736-F127-6C01-5698-8FF34B717971}"/>
              </a:ext>
            </a:extLst>
          </p:cNvPr>
          <p:cNvSpPr txBox="1"/>
          <p:nvPr/>
        </p:nvSpPr>
        <p:spPr>
          <a:xfrm>
            <a:off x="949844" y="1212062"/>
            <a:ext cx="9696892" cy="646331"/>
          </a:xfrm>
          <a:prstGeom prst="rect">
            <a:avLst/>
          </a:prstGeom>
          <a:solidFill>
            <a:schemeClr val="bg1"/>
          </a:solidFill>
        </p:spPr>
        <p:txBody>
          <a:bodyPr wrap="square">
            <a:spAutoFit/>
          </a:bodyPr>
          <a:lstStyle/>
          <a:p>
            <a:pPr algn="ctr"/>
            <a:r>
              <a:rPr lang="en-US"/>
              <a:t>Hopefully your first turns with the first prompt have been fun and engaging! But did they also provide the result you would have expected?</a:t>
            </a:r>
          </a:p>
        </p:txBody>
      </p:sp>
      <p:cxnSp>
        <p:nvCxnSpPr>
          <p:cNvPr id="3" name="Gerader Verbinder 2">
            <a:extLst>
              <a:ext uri="{FF2B5EF4-FFF2-40B4-BE49-F238E27FC236}">
                <a16:creationId xmlns:a16="http://schemas.microsoft.com/office/drawing/2014/main" id="{4514A116-0EC1-5D87-4813-09B9D68AEFCF}"/>
              </a:ext>
            </a:extLst>
          </p:cNvPr>
          <p:cNvCxnSpPr>
            <a:cxnSpLocks/>
          </p:cNvCxnSpPr>
          <p:nvPr/>
        </p:nvCxnSpPr>
        <p:spPr>
          <a:xfrm>
            <a:off x="6145616" y="2487620"/>
            <a:ext cx="0" cy="3310667"/>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 name="Textfeld 4">
            <a:extLst>
              <a:ext uri="{FF2B5EF4-FFF2-40B4-BE49-F238E27FC236}">
                <a16:creationId xmlns:a16="http://schemas.microsoft.com/office/drawing/2014/main" id="{9FF360A0-0D41-72B7-2797-9AB020564F4A}"/>
              </a:ext>
            </a:extLst>
          </p:cNvPr>
          <p:cNvSpPr txBox="1"/>
          <p:nvPr/>
        </p:nvSpPr>
        <p:spPr>
          <a:xfrm>
            <a:off x="6485860" y="2587192"/>
            <a:ext cx="5124895" cy="3416320"/>
          </a:xfrm>
          <a:prstGeom prst="rect">
            <a:avLst/>
          </a:prstGeom>
          <a:solidFill>
            <a:schemeClr val="bg1"/>
          </a:solidFill>
        </p:spPr>
        <p:txBody>
          <a:bodyPr wrap="square">
            <a:spAutoFit/>
          </a:bodyPr>
          <a:lstStyle/>
          <a:p>
            <a:pPr marL="285750" indent="-285750">
              <a:buFont typeface="Arial" panose="020B0604020202020204" pitchFamily="34" charset="0"/>
              <a:buChar char="•"/>
            </a:pPr>
            <a:r>
              <a:rPr lang="en-US" b="1"/>
              <a:t>Be precise in what exactly you need</a:t>
            </a:r>
          </a:p>
          <a:p>
            <a:pPr marL="285750" indent="-285750">
              <a:buFont typeface="Arial" panose="020B0604020202020204" pitchFamily="34" charset="0"/>
              <a:buChar char="•"/>
            </a:pPr>
            <a:endParaRPr lang="en-US" b="1"/>
          </a:p>
          <a:p>
            <a:pPr marL="285750" indent="-285750">
              <a:buFont typeface="Arial" panose="020B0604020202020204" pitchFamily="34" charset="0"/>
              <a:buChar char="•"/>
            </a:pPr>
            <a:r>
              <a:rPr lang="en-US" b="1"/>
              <a:t>Be specific in what could influence the result</a:t>
            </a:r>
          </a:p>
          <a:p>
            <a:pPr marL="285750" indent="-285750">
              <a:buFont typeface="Arial" panose="020B0604020202020204" pitchFamily="34" charset="0"/>
              <a:buChar char="•"/>
            </a:pPr>
            <a:endParaRPr lang="en-US" b="1"/>
          </a:p>
          <a:p>
            <a:pPr marL="285750" indent="-285750">
              <a:buFont typeface="Arial" panose="020B0604020202020204" pitchFamily="34" charset="0"/>
              <a:buChar char="•"/>
            </a:pPr>
            <a:r>
              <a:rPr lang="en-US" b="1"/>
              <a:t>Give as much context as possible</a:t>
            </a:r>
          </a:p>
          <a:p>
            <a:pPr marL="285750" indent="-285750">
              <a:buFont typeface="Arial" panose="020B0604020202020204" pitchFamily="34" charset="0"/>
              <a:buChar char="•"/>
            </a:pPr>
            <a:endParaRPr lang="en-US" b="1"/>
          </a:p>
          <a:p>
            <a:pPr marL="285750" indent="-285750">
              <a:buFont typeface="Arial" panose="020B0604020202020204" pitchFamily="34" charset="0"/>
              <a:buChar char="•"/>
            </a:pPr>
            <a:r>
              <a:rPr lang="en-US" b="1"/>
              <a:t>Tell Copilot which role it needs to work in with</a:t>
            </a:r>
          </a:p>
          <a:p>
            <a:pPr marL="285750" indent="-285750">
              <a:buFont typeface="Arial" panose="020B0604020202020204" pitchFamily="34" charset="0"/>
              <a:buChar char="•"/>
            </a:pPr>
            <a:endParaRPr lang="en-US"/>
          </a:p>
          <a:p>
            <a:pPr marL="285750" indent="-285750">
              <a:buFont typeface="Arial" panose="020B0604020202020204" pitchFamily="34" charset="0"/>
              <a:buChar char="•"/>
            </a:pPr>
            <a:endParaRPr lang="en-US"/>
          </a:p>
          <a:p>
            <a:endParaRPr lang="en-US"/>
          </a:p>
          <a:p>
            <a:r>
              <a:rPr lang="en-US"/>
              <a:t>Let’s have a try on improving our first prompt.</a:t>
            </a:r>
          </a:p>
          <a:p>
            <a:pPr marL="285750" indent="-285750">
              <a:buFont typeface="Arial" panose="020B0604020202020204" pitchFamily="34" charset="0"/>
              <a:buChar char="•"/>
            </a:pPr>
            <a:endParaRPr lang="en-US"/>
          </a:p>
        </p:txBody>
      </p:sp>
      <p:sp>
        <p:nvSpPr>
          <p:cNvPr id="6" name="Textfeld 5">
            <a:extLst>
              <a:ext uri="{FF2B5EF4-FFF2-40B4-BE49-F238E27FC236}">
                <a16:creationId xmlns:a16="http://schemas.microsoft.com/office/drawing/2014/main" id="{1DAE1999-CB05-3C7D-E84D-DADDCAB586F3}"/>
              </a:ext>
            </a:extLst>
          </p:cNvPr>
          <p:cNvSpPr txBox="1"/>
          <p:nvPr/>
        </p:nvSpPr>
        <p:spPr>
          <a:xfrm>
            <a:off x="574157" y="2587192"/>
            <a:ext cx="5231216" cy="3416320"/>
          </a:xfrm>
          <a:prstGeom prst="rect">
            <a:avLst/>
          </a:prstGeom>
          <a:solidFill>
            <a:schemeClr val="bg1"/>
          </a:solidFill>
        </p:spPr>
        <p:txBody>
          <a:bodyPr wrap="square">
            <a:spAutoFit/>
          </a:bodyPr>
          <a:lstStyle/>
          <a:p>
            <a:pPr marL="285750" indent="-285750">
              <a:buFont typeface="Arial" panose="020B0604020202020204" pitchFamily="34" charset="0"/>
              <a:buChar char="•"/>
            </a:pPr>
            <a:r>
              <a:rPr lang="en-US"/>
              <a:t>Your instructions – called prompts - heavily influence the result provided</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Imagine Copilot Chat as an assistant having the first day – knowing it all, but you needing context to perform</a:t>
            </a:r>
          </a:p>
          <a:p>
            <a:pPr marL="285750" indent="-285750">
              <a:buFont typeface="Arial" panose="020B0604020202020204" pitchFamily="34" charset="0"/>
              <a:buChar char="•"/>
            </a:pPr>
            <a:endParaRPr lang="en-US" i="1"/>
          </a:p>
          <a:p>
            <a:pPr marL="285750" indent="-285750">
              <a:buFont typeface="Arial" panose="020B0604020202020204" pitchFamily="34" charset="0"/>
              <a:buChar char="•"/>
            </a:pPr>
            <a:r>
              <a:rPr lang="en-US" i="1"/>
              <a:t>“Tell me how you can help me in my day-to-day work</a:t>
            </a:r>
            <a:r>
              <a:rPr lang="en-US"/>
              <a:t>” leaves a lot of room for interpretation or guessing, let’s see how we can make this more specific.</a:t>
            </a:r>
          </a:p>
          <a:p>
            <a:pPr marL="285750" indent="-285750">
              <a:buFont typeface="Arial" panose="020B0604020202020204" pitchFamily="34" charset="0"/>
              <a:buChar char="•"/>
            </a:pPr>
            <a:endParaRPr lang="en-US"/>
          </a:p>
        </p:txBody>
      </p:sp>
    </p:spTree>
    <p:custDataLst>
      <p:tags r:id="rId1"/>
    </p:custDataLst>
    <p:extLst>
      <p:ext uri="{BB962C8B-B14F-4D97-AF65-F5344CB8AC3E}">
        <p14:creationId xmlns:p14="http://schemas.microsoft.com/office/powerpoint/2010/main" val="19513305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0AF08-22F8-8428-BAE7-659AEFFE97D4}"/>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D45453E8-2205-5D99-E84E-1241B64A13F1}"/>
              </a:ext>
            </a:extLst>
          </p:cNvPr>
          <p:cNvSpPr>
            <a:spLocks noGrp="1"/>
          </p:cNvSpPr>
          <p:nvPr>
            <p:ph type="title"/>
          </p:nvPr>
        </p:nvSpPr>
        <p:spPr>
          <a:xfrm>
            <a:off x="838200" y="-84065"/>
            <a:ext cx="10515600" cy="1325563"/>
          </a:xfrm>
        </p:spPr>
        <p:txBody>
          <a:bodyPr>
            <a:normAutofit/>
          </a:bodyPr>
          <a:lstStyle/>
          <a:p>
            <a:r>
              <a:rPr lang="de-DE" err="1"/>
              <a:t>Improved</a:t>
            </a:r>
            <a:r>
              <a:rPr lang="de-DE"/>
              <a:t> </a:t>
            </a:r>
            <a:r>
              <a:rPr lang="de-DE" err="1"/>
              <a:t>Promts</a:t>
            </a:r>
            <a:r>
              <a:rPr lang="de-DE"/>
              <a:t> </a:t>
            </a:r>
            <a:r>
              <a:rPr lang="de-DE" err="1"/>
              <a:t>Improve</a:t>
            </a:r>
            <a:r>
              <a:rPr lang="de-DE"/>
              <a:t> </a:t>
            </a:r>
            <a:r>
              <a:rPr lang="de-DE" err="1"/>
              <a:t>Results</a:t>
            </a:r>
            <a:endParaRPr lang="de-DE"/>
          </a:p>
        </p:txBody>
      </p:sp>
      <p:sp>
        <p:nvSpPr>
          <p:cNvPr id="5" name="Textfeld 4">
            <a:extLst>
              <a:ext uri="{FF2B5EF4-FFF2-40B4-BE49-F238E27FC236}">
                <a16:creationId xmlns:a16="http://schemas.microsoft.com/office/drawing/2014/main" id="{006A24C5-91A8-DCC2-946E-7B6AD88418A8}"/>
              </a:ext>
            </a:extLst>
          </p:cNvPr>
          <p:cNvSpPr txBox="1"/>
          <p:nvPr/>
        </p:nvSpPr>
        <p:spPr>
          <a:xfrm>
            <a:off x="1389321" y="1447109"/>
            <a:ext cx="10044219" cy="4247317"/>
          </a:xfrm>
          <a:prstGeom prst="rect">
            <a:avLst/>
          </a:prstGeom>
          <a:solidFill>
            <a:schemeClr val="bg1"/>
          </a:solidFill>
        </p:spPr>
        <p:txBody>
          <a:bodyPr wrap="square">
            <a:spAutoFit/>
          </a:bodyPr>
          <a:lstStyle/>
          <a:p>
            <a:r>
              <a:rPr lang="en-US"/>
              <a:t>Try in iterations, create a new conversations every time to see how the first result provided changes through optimizing your prompt. In every iteration, add new information to the prompt such as</a:t>
            </a:r>
          </a:p>
          <a:p>
            <a:endParaRPr lang="en-US"/>
          </a:p>
          <a:p>
            <a:pPr marL="285750" indent="-285750">
              <a:buFont typeface="Arial" panose="020B0604020202020204" pitchFamily="34" charset="0"/>
              <a:buChar char="•"/>
            </a:pPr>
            <a:r>
              <a:rPr lang="en-US"/>
              <a:t>your role</a:t>
            </a:r>
          </a:p>
          <a:p>
            <a:pPr marL="285750" indent="-285750">
              <a:buFont typeface="Arial" panose="020B0604020202020204" pitchFamily="34" charset="0"/>
              <a:buChar char="•"/>
            </a:pPr>
            <a:r>
              <a:rPr lang="en-US"/>
              <a:t>the industry you are working in</a:t>
            </a:r>
          </a:p>
          <a:p>
            <a:pPr marL="285750" indent="-285750">
              <a:buFont typeface="Arial" panose="020B0604020202020204" pitchFamily="34" charset="0"/>
              <a:buChar char="•"/>
            </a:pPr>
            <a:r>
              <a:rPr lang="en-US"/>
              <a:t>the department you are working in</a:t>
            </a:r>
          </a:p>
          <a:p>
            <a:pPr marL="285750" indent="-285750">
              <a:buFont typeface="Arial" panose="020B0604020202020204" pitchFamily="34" charset="0"/>
              <a:buChar char="•"/>
            </a:pPr>
            <a:r>
              <a:rPr lang="en-US"/>
              <a:t>the environment you are working within (e.g. globally)</a:t>
            </a:r>
          </a:p>
          <a:p>
            <a:pPr marL="285750" indent="-285750">
              <a:buFont typeface="Arial" panose="020B0604020202020204" pitchFamily="34" charset="0"/>
              <a:buChar char="•"/>
            </a:pPr>
            <a:r>
              <a:rPr lang="en-US"/>
              <a:t>a challenge you are facing</a:t>
            </a:r>
          </a:p>
          <a:p>
            <a:pPr marL="285750" indent="-285750">
              <a:buFont typeface="Arial" panose="020B0604020202020204" pitchFamily="34" charset="0"/>
              <a:buChar char="•"/>
            </a:pPr>
            <a:r>
              <a:rPr lang="en-US"/>
              <a:t>the role Copilot should play in this</a:t>
            </a:r>
          </a:p>
          <a:p>
            <a:pPr marL="285750" indent="-285750">
              <a:buFont typeface="Arial" panose="020B0604020202020204" pitchFamily="34" charset="0"/>
              <a:buChar char="•"/>
            </a:pPr>
            <a:endParaRPr lang="en-US"/>
          </a:p>
          <a:p>
            <a:r>
              <a:rPr lang="en-US"/>
              <a:t>After some iterations you could be ending up in a prompt like: </a:t>
            </a:r>
            <a:r>
              <a:rPr lang="en-US" i="1"/>
              <a:t>“I am a data scientist in the sales department of a globally acting company. I am under timely pressure to deliver my results presenting sales data to the country leads. Tell me how you as my assistant can help me in my day-to-day work”</a:t>
            </a:r>
          </a:p>
          <a:p>
            <a:endParaRPr lang="en-US" i="1"/>
          </a:p>
          <a:p>
            <a:r>
              <a:rPr lang="en-US"/>
              <a:t>Does the result after reshaping the prompt make the grade?</a:t>
            </a:r>
          </a:p>
        </p:txBody>
      </p:sp>
      <p:sp>
        <p:nvSpPr>
          <p:cNvPr id="2" name="Textfeld 1">
            <a:extLst>
              <a:ext uri="{FF2B5EF4-FFF2-40B4-BE49-F238E27FC236}">
                <a16:creationId xmlns:a16="http://schemas.microsoft.com/office/drawing/2014/main" id="{DE2993DD-7A40-75F9-EAF6-35D2D0D301E1}"/>
              </a:ext>
            </a:extLst>
          </p:cNvPr>
          <p:cNvSpPr txBox="1"/>
          <p:nvPr/>
        </p:nvSpPr>
        <p:spPr>
          <a:xfrm>
            <a:off x="1389321" y="5921302"/>
            <a:ext cx="9964479" cy="261610"/>
          </a:xfrm>
          <a:prstGeom prst="rect">
            <a:avLst/>
          </a:prstGeom>
          <a:noFill/>
        </p:spPr>
        <p:txBody>
          <a:bodyPr wrap="square">
            <a:spAutoFit/>
          </a:bodyPr>
          <a:lstStyle/>
          <a:p>
            <a:r>
              <a:rPr lang="en-US" sz="1100" b="0" i="0">
                <a:effectLst/>
                <a:latin typeface="Segoe UI" panose="020B0502040204020203" pitchFamily="34" charset="0"/>
              </a:rPr>
              <a:t>If you are interested in learning more about Prompt ingredients and best practices for refinement, follow this </a:t>
            </a:r>
            <a:r>
              <a:rPr lang="en-US" sz="1100" b="0" i="0">
                <a:effectLst/>
                <a:latin typeface="Segoe UI" panose="020B0502040204020203" pitchFamily="34" charset="0"/>
                <a:hlinkClick r:id="rId4"/>
              </a:rPr>
              <a:t>external link</a:t>
            </a:r>
            <a:r>
              <a:rPr lang="en-US" sz="1100" b="0" i="0">
                <a:effectLst/>
                <a:latin typeface="Segoe UI" panose="020B0502040204020203" pitchFamily="34" charset="0"/>
              </a:rPr>
              <a:t> to learn more.</a:t>
            </a:r>
            <a:endParaRPr lang="de-DE" sz="1100"/>
          </a:p>
        </p:txBody>
      </p:sp>
    </p:spTree>
    <p:custDataLst>
      <p:tags r:id="rId1"/>
    </p:custDataLst>
    <p:extLst>
      <p:ext uri="{BB962C8B-B14F-4D97-AF65-F5344CB8AC3E}">
        <p14:creationId xmlns:p14="http://schemas.microsoft.com/office/powerpoint/2010/main" val="9792270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62234B-AD68-64EE-D708-BAADE0176B5C}"/>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9FB9B031-BDB5-028A-19CC-4F06533BC40D}"/>
              </a:ext>
            </a:extLst>
          </p:cNvPr>
          <p:cNvSpPr>
            <a:spLocks noGrp="1"/>
          </p:cNvSpPr>
          <p:nvPr>
            <p:ph type="title"/>
          </p:nvPr>
        </p:nvSpPr>
        <p:spPr>
          <a:xfrm>
            <a:off x="5382483" y="322912"/>
            <a:ext cx="5431971" cy="846301"/>
          </a:xfrm>
        </p:spPr>
        <p:txBody>
          <a:bodyPr/>
          <a:lstStyle/>
          <a:p>
            <a:r>
              <a:rPr lang="de-DE"/>
              <a:t>Module 1 </a:t>
            </a:r>
            <a:r>
              <a:rPr lang="de-DE" err="1"/>
              <a:t>recap</a:t>
            </a:r>
            <a:endParaRPr lang="de-DE"/>
          </a:p>
        </p:txBody>
      </p:sp>
      <p:sp>
        <p:nvSpPr>
          <p:cNvPr id="12" name="Textfeld 11">
            <a:extLst>
              <a:ext uri="{FF2B5EF4-FFF2-40B4-BE49-F238E27FC236}">
                <a16:creationId xmlns:a16="http://schemas.microsoft.com/office/drawing/2014/main" id="{D2EFDD6E-77B6-0841-B951-03D1532D8E38}"/>
              </a:ext>
            </a:extLst>
          </p:cNvPr>
          <p:cNvSpPr txBox="1"/>
          <p:nvPr/>
        </p:nvSpPr>
        <p:spPr>
          <a:xfrm>
            <a:off x="5241349" y="1413063"/>
            <a:ext cx="6441305" cy="4770537"/>
          </a:xfrm>
          <a:prstGeom prst="rect">
            <a:avLst/>
          </a:prstGeom>
          <a:noFill/>
        </p:spPr>
        <p:txBody>
          <a:bodyPr wrap="square">
            <a:spAutoFit/>
          </a:bodyPr>
          <a:lstStyle/>
          <a:p>
            <a:r>
              <a:rPr lang="en-US" sz="1600" b="0" i="0">
                <a:effectLst/>
                <a:latin typeface="Segoe UI" panose="020B0502040204020203" pitchFamily="34" charset="0"/>
              </a:rPr>
              <a:t>You made it through Module 1 - Explore! We hope you enjoyed the time and are more than curious to continue. Let’s shortly recap what we went through</a:t>
            </a:r>
          </a:p>
          <a:p>
            <a:endParaRPr lang="en-US" sz="1600">
              <a:latin typeface="Segoe UI" panose="020B0502040204020203" pitchFamily="34" charset="0"/>
            </a:endParaRPr>
          </a:p>
          <a:p>
            <a:pPr marL="285750" indent="-285750">
              <a:buFont typeface="Arial" panose="020B0604020202020204" pitchFamily="34" charset="0"/>
              <a:buChar char="•"/>
            </a:pPr>
            <a:r>
              <a:rPr lang="en-US" sz="1600">
                <a:latin typeface="Segoe UI" panose="020B0502040204020203" pitchFamily="34" charset="0"/>
              </a:rPr>
              <a:t>Use AI in a responsible way</a:t>
            </a:r>
          </a:p>
          <a:p>
            <a:pPr marL="285750" indent="-285750">
              <a:buFont typeface="Arial" panose="020B0604020202020204" pitchFamily="34" charset="0"/>
              <a:buChar char="•"/>
            </a:pPr>
            <a:endParaRPr lang="en-US" sz="1600" b="0" i="0">
              <a:effectLst/>
              <a:latin typeface="Segoe UI" panose="020B0502040204020203" pitchFamily="34" charset="0"/>
            </a:endParaRPr>
          </a:p>
          <a:p>
            <a:pPr marL="285750" indent="-285750">
              <a:buFont typeface="Arial" panose="020B0604020202020204" pitchFamily="34" charset="0"/>
              <a:buChar char="•"/>
            </a:pPr>
            <a:r>
              <a:rPr lang="en-US" sz="1600" b="0" i="0">
                <a:effectLst/>
                <a:latin typeface="Segoe UI" panose="020B0502040204020203" pitchFamily="34" charset="0"/>
              </a:rPr>
              <a:t>Only use company provided AI solutions to keep data secure</a:t>
            </a:r>
          </a:p>
          <a:p>
            <a:pPr marL="285750" indent="-285750">
              <a:buFont typeface="Arial" panose="020B0604020202020204" pitchFamily="34" charset="0"/>
              <a:buChar char="•"/>
            </a:pPr>
            <a:endParaRPr lang="en-US" sz="1600" b="0" i="0">
              <a:effectLst/>
              <a:latin typeface="Segoe UI" panose="020B0502040204020203" pitchFamily="34" charset="0"/>
            </a:endParaRPr>
          </a:p>
          <a:p>
            <a:pPr marL="285750" indent="-285750">
              <a:buFont typeface="Arial" panose="020B0604020202020204" pitchFamily="34" charset="0"/>
              <a:buChar char="•"/>
            </a:pPr>
            <a:r>
              <a:rPr lang="en-US" sz="1600" b="0" i="0">
                <a:effectLst/>
                <a:latin typeface="Segoe UI" panose="020B0502040204020203" pitchFamily="34" charset="0"/>
              </a:rPr>
              <a:t>Discover by trial and error how generative AI can help you</a:t>
            </a:r>
          </a:p>
          <a:p>
            <a:pPr marL="285750" indent="-285750">
              <a:buFont typeface="Arial" panose="020B0604020202020204" pitchFamily="34" charset="0"/>
              <a:buChar char="•"/>
            </a:pPr>
            <a:endParaRPr lang="en-US" sz="1600">
              <a:latin typeface="Segoe UI" panose="020B0502040204020203" pitchFamily="34" charset="0"/>
            </a:endParaRPr>
          </a:p>
          <a:p>
            <a:pPr marL="285750" indent="-285750">
              <a:buFont typeface="Arial" panose="020B0604020202020204" pitchFamily="34" charset="0"/>
              <a:buChar char="•"/>
            </a:pPr>
            <a:r>
              <a:rPr lang="en-US" sz="1600">
                <a:latin typeface="Segoe UI" panose="020B0502040204020203" pitchFamily="34" charset="0"/>
              </a:rPr>
              <a:t>Make sure to provide all needed information to do the job – the better your instructions are, the better the result will be</a:t>
            </a:r>
          </a:p>
          <a:p>
            <a:pPr marL="285750" indent="-285750">
              <a:buFont typeface="Arial" panose="020B0604020202020204" pitchFamily="34" charset="0"/>
              <a:buChar char="•"/>
            </a:pPr>
            <a:endParaRPr lang="en-US" sz="1600" b="0" i="0">
              <a:effectLst/>
              <a:latin typeface="Segoe UI" panose="020B0502040204020203" pitchFamily="34" charset="0"/>
            </a:endParaRPr>
          </a:p>
          <a:p>
            <a:pPr marL="285750" indent="-285750">
              <a:buFont typeface="Arial" panose="020B0604020202020204" pitchFamily="34" charset="0"/>
              <a:buChar char="•"/>
            </a:pPr>
            <a:r>
              <a:rPr lang="en-US" sz="1600" b="0" i="0">
                <a:effectLst/>
                <a:latin typeface="Segoe UI" panose="020B0502040204020203" pitchFamily="34" charset="0"/>
              </a:rPr>
              <a:t>Connect and share your experiences and best practices with colleagues, you’ll see how one can accelerate the other</a:t>
            </a:r>
          </a:p>
          <a:p>
            <a:endParaRPr lang="en-US" sz="1600" b="0" i="0">
              <a:effectLst/>
              <a:latin typeface="Segoe UI" panose="020B0502040204020203" pitchFamily="34" charset="0"/>
            </a:endParaRPr>
          </a:p>
          <a:p>
            <a:r>
              <a:rPr lang="en-US" sz="1600">
                <a:latin typeface="Segoe UI" panose="020B0502040204020203" pitchFamily="34" charset="0"/>
              </a:rPr>
              <a:t>If you just can’t stop learning, use the additional links provided on the respective sites. And o</a:t>
            </a:r>
            <a:r>
              <a:rPr lang="en-US" sz="1600" b="0" i="0">
                <a:effectLst/>
                <a:latin typeface="Segoe UI" panose="020B0502040204020203" pitchFamily="34" charset="0"/>
              </a:rPr>
              <a:t>n the next page you will find additional resources to deepen your knowledge</a:t>
            </a:r>
            <a:r>
              <a:rPr lang="en-US" sz="1600">
                <a:latin typeface="Segoe UI" panose="020B0502040204020203" pitchFamily="34" charset="0"/>
              </a:rPr>
              <a:t>.</a:t>
            </a:r>
            <a:endParaRPr lang="en-US" sz="1600" b="0" i="0">
              <a:effectLst/>
              <a:latin typeface="Segoe UI" panose="020B0502040204020203" pitchFamily="34" charset="0"/>
            </a:endParaRPr>
          </a:p>
        </p:txBody>
      </p:sp>
      <p:sp>
        <p:nvSpPr>
          <p:cNvPr id="3" name="Textfeld 2">
            <a:extLst>
              <a:ext uri="{FF2B5EF4-FFF2-40B4-BE49-F238E27FC236}">
                <a16:creationId xmlns:a16="http://schemas.microsoft.com/office/drawing/2014/main" id="{73E629D5-1681-6B12-1238-C6141864E7C4}"/>
              </a:ext>
            </a:extLst>
          </p:cNvPr>
          <p:cNvSpPr txBox="1"/>
          <p:nvPr/>
        </p:nvSpPr>
        <p:spPr>
          <a:xfrm>
            <a:off x="926511" y="1968079"/>
            <a:ext cx="3688830" cy="3154710"/>
          </a:xfrm>
          <a:prstGeom prst="rect">
            <a:avLst/>
          </a:prstGeom>
          <a:noFill/>
        </p:spPr>
        <p:txBody>
          <a:bodyPr wrap="none" rtlCol="0">
            <a:spAutoFit/>
          </a:bodyPr>
          <a:lstStyle/>
          <a:p>
            <a:r>
              <a:rPr lang="de-DE" sz="19900"/>
              <a:t>🎉</a:t>
            </a:r>
          </a:p>
        </p:txBody>
      </p:sp>
    </p:spTree>
    <p:custDataLst>
      <p:tags r:id="rId1"/>
    </p:custDataLst>
    <p:extLst>
      <p:ext uri="{BB962C8B-B14F-4D97-AF65-F5344CB8AC3E}">
        <p14:creationId xmlns:p14="http://schemas.microsoft.com/office/powerpoint/2010/main" val="11773093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2C7F3-6293-3091-2F4B-66D0EE32BB75}"/>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D71A8D9C-D8E9-8BB1-BF44-795E040419B0}"/>
              </a:ext>
            </a:extLst>
          </p:cNvPr>
          <p:cNvSpPr>
            <a:spLocks noGrp="1"/>
          </p:cNvSpPr>
          <p:nvPr>
            <p:ph type="title"/>
          </p:nvPr>
        </p:nvSpPr>
        <p:spPr>
          <a:xfrm>
            <a:off x="5382483" y="322912"/>
            <a:ext cx="5431971" cy="846301"/>
          </a:xfrm>
        </p:spPr>
        <p:txBody>
          <a:bodyPr>
            <a:normAutofit fontScale="90000"/>
          </a:bodyPr>
          <a:lstStyle/>
          <a:p>
            <a:r>
              <a:rPr lang="de-DE"/>
              <a:t>Module 1 </a:t>
            </a:r>
            <a:br>
              <a:rPr lang="de-DE"/>
            </a:br>
            <a:r>
              <a:rPr lang="de-DE"/>
              <a:t>additional </a:t>
            </a:r>
            <a:r>
              <a:rPr lang="de-DE" err="1"/>
              <a:t>resources</a:t>
            </a:r>
            <a:endParaRPr lang="de-DE"/>
          </a:p>
        </p:txBody>
      </p:sp>
      <p:sp>
        <p:nvSpPr>
          <p:cNvPr id="12" name="Textfeld 11">
            <a:extLst>
              <a:ext uri="{FF2B5EF4-FFF2-40B4-BE49-F238E27FC236}">
                <a16:creationId xmlns:a16="http://schemas.microsoft.com/office/drawing/2014/main" id="{03FB424B-2505-3C0A-680C-1007D79DC4D1}"/>
              </a:ext>
            </a:extLst>
          </p:cNvPr>
          <p:cNvSpPr txBox="1"/>
          <p:nvPr/>
        </p:nvSpPr>
        <p:spPr>
          <a:xfrm>
            <a:off x="5241349" y="1413063"/>
            <a:ext cx="6441305" cy="4031873"/>
          </a:xfrm>
          <a:prstGeom prst="rect">
            <a:avLst/>
          </a:prstGeom>
          <a:noFill/>
        </p:spPr>
        <p:txBody>
          <a:bodyPr wrap="square">
            <a:spAutoFit/>
          </a:bodyPr>
          <a:lstStyle/>
          <a:p>
            <a:r>
              <a:rPr lang="en-US" sz="1600">
                <a:latin typeface="Segoe UI" panose="020B0502040204020203" pitchFamily="34" charset="0"/>
              </a:rPr>
              <a:t>As a bonus, we want you to know these valuable resources to further rocket-fuel your journey with Microsoft 365 Copilot Chat at work (external links):</a:t>
            </a:r>
          </a:p>
          <a:p>
            <a:endParaRPr lang="en-US" sz="1600" b="0" i="0">
              <a:effectLst/>
              <a:latin typeface="Segoe UI" panose="020B0502040204020203" pitchFamily="34" charset="0"/>
            </a:endParaRPr>
          </a:p>
          <a:p>
            <a:pPr marL="285750" indent="-285750">
              <a:buFont typeface="Arial" panose="020B0604020202020204" pitchFamily="34" charset="0"/>
              <a:buChar char="•"/>
            </a:pPr>
            <a:r>
              <a:rPr lang="en-US" sz="1600">
                <a:latin typeface="Segoe UI" panose="020B0502040204020203" pitchFamily="34" charset="0"/>
                <a:hlinkClick r:id="rId4"/>
              </a:rPr>
              <a:t>Copilot Chat Prompt examples in weekly challenges</a:t>
            </a:r>
            <a:endParaRPr lang="en-US" sz="1600">
              <a:latin typeface="Segoe UI" panose="020B0502040204020203" pitchFamily="34" charset="0"/>
              <a:hlinkClick r:id="rId5"/>
            </a:endParaRPr>
          </a:p>
          <a:p>
            <a:pPr marL="285750" indent="-285750">
              <a:buFont typeface="Arial" panose="020B0604020202020204" pitchFamily="34" charset="0"/>
              <a:buChar char="•"/>
            </a:pPr>
            <a:endParaRPr lang="en-US" sz="1600">
              <a:latin typeface="Segoe UI" panose="020B0502040204020203" pitchFamily="34" charset="0"/>
              <a:hlinkClick r:id="rId6"/>
            </a:endParaRPr>
          </a:p>
          <a:p>
            <a:pPr marL="285750" indent="-285750">
              <a:buFont typeface="Arial" panose="020B0604020202020204" pitchFamily="34" charset="0"/>
              <a:buChar char="•"/>
            </a:pPr>
            <a:r>
              <a:rPr lang="en-US" sz="1600">
                <a:latin typeface="Segoe UI" panose="020B0502040204020203" pitchFamily="34" charset="0"/>
                <a:hlinkClick r:id="rId6"/>
              </a:rPr>
              <a:t>Additional Prompting Guidance</a:t>
            </a:r>
            <a:endParaRPr lang="en-US" sz="1600">
              <a:latin typeface="Segoe UI" panose="020B0502040204020203" pitchFamily="34" charset="0"/>
            </a:endParaRPr>
          </a:p>
          <a:p>
            <a:pPr marL="285750" indent="-285750">
              <a:buFont typeface="Arial" panose="020B0604020202020204" pitchFamily="34" charset="0"/>
              <a:buChar char="•"/>
            </a:pPr>
            <a:endParaRPr lang="en-US" sz="1600">
              <a:latin typeface="Segoe UI" panose="020B0502040204020203" pitchFamily="34" charset="0"/>
              <a:hlinkClick r:id="rId7"/>
            </a:endParaRPr>
          </a:p>
          <a:p>
            <a:pPr marL="285750" indent="-285750">
              <a:buFont typeface="Arial" panose="020B0604020202020204" pitchFamily="34" charset="0"/>
              <a:buChar char="•"/>
            </a:pPr>
            <a:r>
              <a:rPr lang="en-US" sz="1600">
                <a:latin typeface="Segoe UI" panose="020B0502040204020203" pitchFamily="34" charset="0"/>
                <a:hlinkClick r:id="rId7"/>
              </a:rPr>
              <a:t>Copilot Prompt Gallery for inspiration</a:t>
            </a:r>
            <a:endParaRPr lang="en-US" sz="1600">
              <a:latin typeface="Segoe UI" panose="020B0502040204020203" pitchFamily="34" charset="0"/>
              <a:hlinkClick r:id="rId5"/>
            </a:endParaRPr>
          </a:p>
          <a:p>
            <a:pPr marL="285750" indent="-285750">
              <a:buFont typeface="Arial" panose="020B0604020202020204" pitchFamily="34" charset="0"/>
              <a:buChar char="•"/>
            </a:pPr>
            <a:endParaRPr lang="en-US" sz="1600">
              <a:latin typeface="Segoe UI" panose="020B0502040204020203" pitchFamily="34" charset="0"/>
              <a:hlinkClick r:id="rId5"/>
            </a:endParaRPr>
          </a:p>
          <a:p>
            <a:pPr marL="285750" indent="-285750">
              <a:buFont typeface="Arial" panose="020B0604020202020204" pitchFamily="34" charset="0"/>
              <a:buChar char="•"/>
            </a:pPr>
            <a:r>
              <a:rPr lang="en-US" sz="1600">
                <a:latin typeface="Segoe UI" panose="020B0502040204020203" pitchFamily="34" charset="0"/>
                <a:hlinkClick r:id="rId5"/>
              </a:rPr>
              <a:t>Microsoft help and learning center</a:t>
            </a:r>
            <a:endParaRPr lang="en-US" sz="1600">
              <a:latin typeface="Segoe UI" panose="020B0502040204020203" pitchFamily="34" charset="0"/>
            </a:endParaRPr>
          </a:p>
          <a:p>
            <a:pPr marL="285750" indent="-285750">
              <a:buFont typeface="Arial" panose="020B0604020202020204" pitchFamily="34" charset="0"/>
              <a:buChar char="•"/>
            </a:pPr>
            <a:endParaRPr lang="en-US" sz="1600" b="0" i="0">
              <a:effectLst/>
              <a:latin typeface="Segoe UI" panose="020B0502040204020203" pitchFamily="34" charset="0"/>
              <a:hlinkClick r:id="rId8"/>
            </a:endParaRPr>
          </a:p>
          <a:p>
            <a:pPr marL="285750" indent="-285750">
              <a:buFont typeface="Arial" panose="020B0604020202020204" pitchFamily="34" charset="0"/>
              <a:buChar char="•"/>
            </a:pPr>
            <a:r>
              <a:rPr lang="en-US" sz="1600" b="0" i="0">
                <a:effectLst/>
                <a:latin typeface="Segoe UI" panose="020B0502040204020203" pitchFamily="34" charset="0"/>
                <a:hlinkClick r:id="rId8"/>
              </a:rPr>
              <a:t>Frequently asked questions about Copilot Chat</a:t>
            </a:r>
            <a:endParaRPr lang="en-US" sz="1600" b="0" i="0">
              <a:effectLst/>
              <a:latin typeface="Segoe UI" panose="020B0502040204020203" pitchFamily="34" charset="0"/>
            </a:endParaRPr>
          </a:p>
          <a:p>
            <a:endParaRPr lang="en-US" sz="1600">
              <a:latin typeface="Segoe UI" panose="020B0502040204020203" pitchFamily="34" charset="0"/>
            </a:endParaRPr>
          </a:p>
          <a:p>
            <a:r>
              <a:rPr lang="en-US" sz="1600" b="0" i="0">
                <a:effectLst/>
                <a:latin typeface="Segoe UI" panose="020B0502040204020203" pitchFamily="34" charset="0"/>
              </a:rPr>
              <a:t>See you in the next module “</a:t>
            </a:r>
            <a:r>
              <a:rPr lang="en-US" sz="1600" b="0" i="0" err="1">
                <a:effectLst/>
                <a:latin typeface="Segoe UI" panose="020B0502040204020203" pitchFamily="34" charset="0"/>
              </a:rPr>
              <a:t>Endavour</a:t>
            </a:r>
            <a:r>
              <a:rPr lang="en-US" sz="1600" b="0" i="0">
                <a:effectLst/>
                <a:latin typeface="Segoe UI" panose="020B0502040204020203" pitchFamily="34" charset="0"/>
              </a:rPr>
              <a:t>” to continue the journey.</a:t>
            </a:r>
          </a:p>
          <a:p>
            <a:pPr marL="285750" indent="-285750">
              <a:buFont typeface="Arial" panose="020B0604020202020204" pitchFamily="34" charset="0"/>
              <a:buChar char="•"/>
            </a:pPr>
            <a:endParaRPr lang="en-US" sz="1600" b="0" i="0">
              <a:effectLst/>
              <a:latin typeface="Segoe UI" panose="020B0502040204020203" pitchFamily="34" charset="0"/>
            </a:endParaRPr>
          </a:p>
        </p:txBody>
      </p:sp>
      <p:sp>
        <p:nvSpPr>
          <p:cNvPr id="3" name="Textfeld 2">
            <a:extLst>
              <a:ext uri="{FF2B5EF4-FFF2-40B4-BE49-F238E27FC236}">
                <a16:creationId xmlns:a16="http://schemas.microsoft.com/office/drawing/2014/main" id="{96F23CE3-54ED-462D-B4C3-36A342C5C8F7}"/>
              </a:ext>
            </a:extLst>
          </p:cNvPr>
          <p:cNvSpPr txBox="1"/>
          <p:nvPr/>
        </p:nvSpPr>
        <p:spPr>
          <a:xfrm>
            <a:off x="781176" y="1665299"/>
            <a:ext cx="3688830" cy="3154710"/>
          </a:xfrm>
          <a:prstGeom prst="rect">
            <a:avLst/>
          </a:prstGeom>
          <a:noFill/>
        </p:spPr>
        <p:txBody>
          <a:bodyPr wrap="none" rtlCol="0">
            <a:spAutoFit/>
          </a:bodyPr>
          <a:lstStyle/>
          <a:p>
            <a:r>
              <a:rPr lang="de-DE" sz="19900"/>
              <a:t>📖</a:t>
            </a:r>
          </a:p>
        </p:txBody>
      </p:sp>
    </p:spTree>
    <p:custDataLst>
      <p:tags r:id="rId1"/>
    </p:custDataLst>
    <p:extLst>
      <p:ext uri="{BB962C8B-B14F-4D97-AF65-F5344CB8AC3E}">
        <p14:creationId xmlns:p14="http://schemas.microsoft.com/office/powerpoint/2010/main" val="3377358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3F80C-9DAD-6D31-0E93-D26229443574}"/>
            </a:ext>
          </a:extLst>
        </p:cNvPr>
        <p:cNvGrpSpPr/>
        <p:nvPr/>
      </p:nvGrpSpPr>
      <p:grpSpPr>
        <a:xfrm>
          <a:off x="0" y="0"/>
          <a:ext cx="0" cy="0"/>
          <a:chOff x="0" y="0"/>
          <a:chExt cx="0" cy="0"/>
        </a:xfrm>
      </p:grpSpPr>
      <p:sp>
        <p:nvSpPr>
          <p:cNvPr id="16" name="Titel 15">
            <a:extLst>
              <a:ext uri="{FF2B5EF4-FFF2-40B4-BE49-F238E27FC236}">
                <a16:creationId xmlns:a16="http://schemas.microsoft.com/office/drawing/2014/main" id="{62328C62-07A8-D46F-F0CD-BF1ADD4E0B07}"/>
              </a:ext>
            </a:extLst>
          </p:cNvPr>
          <p:cNvSpPr>
            <a:spLocks noGrp="1"/>
          </p:cNvSpPr>
          <p:nvPr>
            <p:ph type="title"/>
          </p:nvPr>
        </p:nvSpPr>
        <p:spPr/>
        <p:txBody>
          <a:bodyPr/>
          <a:lstStyle/>
          <a:p>
            <a:r>
              <a:rPr lang="de-DE" b="1"/>
              <a:t>Module 2 - </a:t>
            </a:r>
            <a:r>
              <a:rPr lang="de-DE" b="1" err="1"/>
              <a:t>Endavour</a:t>
            </a:r>
            <a:endParaRPr lang="de-DE" b="1"/>
          </a:p>
        </p:txBody>
      </p:sp>
      <p:sp>
        <p:nvSpPr>
          <p:cNvPr id="13" name="Foliennummernplatzhalter 12">
            <a:extLst>
              <a:ext uri="{FF2B5EF4-FFF2-40B4-BE49-F238E27FC236}">
                <a16:creationId xmlns:a16="http://schemas.microsoft.com/office/drawing/2014/main" id="{249C8368-AA5D-48C3-B38E-3FE9D7B31107}"/>
              </a:ext>
            </a:extLst>
          </p:cNvPr>
          <p:cNvSpPr>
            <a:spLocks noGrp="1"/>
          </p:cNvSpPr>
          <p:nvPr>
            <p:ph type="sldNum" sz="quarter" idx="12"/>
          </p:nvPr>
        </p:nvSpPr>
        <p:spPr/>
        <p:txBody>
          <a:bodyPr/>
          <a:lstStyle/>
          <a:p>
            <a:pPr rtl="0"/>
            <a:fld id="{B5CEABB6-07DC-46E8-9B57-56EC44A396E5}" type="slidenum">
              <a:rPr lang="de-DE" noProof="0" smtClean="0"/>
              <a:t>19</a:t>
            </a:fld>
            <a:endParaRPr lang="de-DE" noProof="0"/>
          </a:p>
        </p:txBody>
      </p:sp>
      <p:sp>
        <p:nvSpPr>
          <p:cNvPr id="18" name="Textplatzhalter 6">
            <a:extLst>
              <a:ext uri="{FF2B5EF4-FFF2-40B4-BE49-F238E27FC236}">
                <a16:creationId xmlns:a16="http://schemas.microsoft.com/office/drawing/2014/main" id="{04619344-4BA0-813B-82DE-98B9411A767E}"/>
              </a:ext>
            </a:extLst>
          </p:cNvPr>
          <p:cNvSpPr txBox="1">
            <a:spLocks/>
          </p:cNvSpPr>
          <p:nvPr/>
        </p:nvSpPr>
        <p:spPr>
          <a:xfrm>
            <a:off x="1370239" y="2925260"/>
            <a:ext cx="5539095" cy="2316215"/>
          </a:xfrm>
          <a:prstGeom prst="rect">
            <a:avLst/>
          </a:prstGeom>
        </p:spPr>
        <p:txBody>
          <a:bodyPr rtlCol="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de-DE" sz="1600"/>
          </a:p>
          <a:p>
            <a:pPr>
              <a:buFontTx/>
              <a:buChar char="-"/>
            </a:pPr>
            <a:r>
              <a:rPr lang="de-DE" sz="1600"/>
              <a:t>Microsoft 365 Copilot Chat in Edge</a:t>
            </a:r>
          </a:p>
          <a:p>
            <a:pPr>
              <a:buFontTx/>
              <a:buChar char="-"/>
            </a:pPr>
            <a:r>
              <a:rPr lang="de-DE" sz="1600"/>
              <a:t>The M365 Copilot Chat App</a:t>
            </a:r>
          </a:p>
          <a:p>
            <a:pPr>
              <a:buFontTx/>
              <a:buChar char="-"/>
            </a:pPr>
            <a:r>
              <a:rPr lang="de-DE" sz="1600"/>
              <a:t>Talk to Copilot</a:t>
            </a:r>
          </a:p>
          <a:p>
            <a:pPr>
              <a:buFontTx/>
              <a:buChar char="-"/>
            </a:pPr>
            <a:r>
              <a:rPr lang="de-DE" sz="1600"/>
              <a:t>Create</a:t>
            </a:r>
          </a:p>
          <a:p>
            <a:pPr>
              <a:buFontTx/>
              <a:buChar char="-"/>
            </a:pPr>
            <a:r>
              <a:rPr lang="de-DE" sz="1600"/>
              <a:t>How to </a:t>
            </a:r>
            <a:r>
              <a:rPr lang="de-DE" sz="1600" err="1"/>
              <a:t>expand</a:t>
            </a:r>
            <a:r>
              <a:rPr lang="de-DE" sz="1600"/>
              <a:t> </a:t>
            </a:r>
            <a:r>
              <a:rPr lang="de-DE" sz="1600" err="1"/>
              <a:t>your</a:t>
            </a:r>
            <a:r>
              <a:rPr lang="de-DE" sz="1600"/>
              <a:t> </a:t>
            </a:r>
            <a:r>
              <a:rPr lang="de-DE" sz="1600" err="1"/>
              <a:t>skills</a:t>
            </a:r>
            <a:endParaRPr lang="de-DE" sz="1600"/>
          </a:p>
          <a:p>
            <a:pPr>
              <a:buFontTx/>
              <a:buChar char="-"/>
            </a:pPr>
            <a:endParaRPr lang="de-DE" sz="1600"/>
          </a:p>
          <a:p>
            <a:pPr>
              <a:buFontTx/>
              <a:buChar char="-"/>
            </a:pPr>
            <a:endParaRPr lang="de-DE" sz="1600"/>
          </a:p>
        </p:txBody>
      </p:sp>
    </p:spTree>
    <p:custDataLst>
      <p:tags r:id="rId1"/>
    </p:custDataLst>
    <p:extLst>
      <p:ext uri="{BB962C8B-B14F-4D97-AF65-F5344CB8AC3E}">
        <p14:creationId xmlns:p14="http://schemas.microsoft.com/office/powerpoint/2010/main" val="39112394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61B2A-EF49-5376-C24B-15EAA12D4F64}"/>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51ABE745-4B1D-1D5E-38D7-E1914E99D93E}"/>
              </a:ext>
            </a:extLst>
          </p:cNvPr>
          <p:cNvSpPr>
            <a:spLocks noGrp="1"/>
          </p:cNvSpPr>
          <p:nvPr>
            <p:ph type="title"/>
          </p:nvPr>
        </p:nvSpPr>
        <p:spPr>
          <a:xfrm>
            <a:off x="5382483" y="322912"/>
            <a:ext cx="5431971" cy="846301"/>
          </a:xfrm>
        </p:spPr>
        <p:txBody>
          <a:bodyPr/>
          <a:lstStyle/>
          <a:p>
            <a:r>
              <a:rPr lang="de-DE"/>
              <a:t>Copilot in </a:t>
            </a:r>
            <a:r>
              <a:rPr lang="de-DE" err="1"/>
              <a:t>edge</a:t>
            </a:r>
            <a:endParaRPr lang="de-DE"/>
          </a:p>
        </p:txBody>
      </p:sp>
      <p:sp>
        <p:nvSpPr>
          <p:cNvPr id="12" name="Textfeld 11">
            <a:extLst>
              <a:ext uri="{FF2B5EF4-FFF2-40B4-BE49-F238E27FC236}">
                <a16:creationId xmlns:a16="http://schemas.microsoft.com/office/drawing/2014/main" id="{6FBE08E4-1FB9-A9E4-3ACC-13B175DC2AC4}"/>
              </a:ext>
            </a:extLst>
          </p:cNvPr>
          <p:cNvSpPr txBox="1"/>
          <p:nvPr/>
        </p:nvSpPr>
        <p:spPr>
          <a:xfrm>
            <a:off x="5241349" y="1413063"/>
            <a:ext cx="6441305" cy="4770537"/>
          </a:xfrm>
          <a:prstGeom prst="rect">
            <a:avLst/>
          </a:prstGeom>
          <a:noFill/>
        </p:spPr>
        <p:txBody>
          <a:bodyPr wrap="square">
            <a:spAutoFit/>
          </a:bodyPr>
          <a:lstStyle/>
          <a:p>
            <a:r>
              <a:rPr lang="en-US" sz="1600">
                <a:latin typeface="Segoe UI" panose="020B0502040204020203" pitchFamily="34" charset="0"/>
              </a:rPr>
              <a:t>In the last module we have been leveraging Microsoft 365 Copilot Chat within the browser by heading to the address </a:t>
            </a:r>
            <a:r>
              <a:rPr lang="en-US" sz="1600">
                <a:latin typeface="Segoe UI" panose="020B0502040204020203" pitchFamily="34" charset="0"/>
                <a:hlinkClick r:id="rId4"/>
              </a:rPr>
              <a:t>https://m365.cloud.microsoft/</a:t>
            </a:r>
            <a:r>
              <a:rPr lang="en-US" sz="1600">
                <a:latin typeface="Segoe UI" panose="020B0502040204020203" pitchFamily="34" charset="0"/>
              </a:rPr>
              <a:t> </a:t>
            </a:r>
          </a:p>
          <a:p>
            <a:endParaRPr lang="en-US" sz="1600">
              <a:latin typeface="Segoe UI" panose="020B0502040204020203" pitchFamily="34" charset="0"/>
            </a:endParaRPr>
          </a:p>
          <a:p>
            <a:r>
              <a:rPr lang="en-US" sz="1600">
                <a:latin typeface="Segoe UI" panose="020B0502040204020203" pitchFamily="34" charset="0"/>
              </a:rPr>
              <a:t>But wait – what if we are browsing around and need a long page to be summarized or a table to be created from the content currently displayed? </a:t>
            </a:r>
          </a:p>
          <a:p>
            <a:endParaRPr lang="en-US" sz="1600">
              <a:latin typeface="Segoe UI" panose="020B0502040204020203" pitchFamily="34" charset="0"/>
            </a:endParaRPr>
          </a:p>
          <a:p>
            <a:pPr marL="285750" indent="-285750">
              <a:buFont typeface="Arial" panose="020B0604020202020204" pitchFamily="34" charset="0"/>
              <a:buChar char="•"/>
            </a:pPr>
            <a:r>
              <a:rPr lang="en-US" sz="1600">
                <a:latin typeface="Segoe UI" panose="020B0502040204020203" pitchFamily="34" charset="0"/>
              </a:rPr>
              <a:t>Find Copilot in the upper right corner of your edge browser and click on the symbol</a:t>
            </a:r>
          </a:p>
          <a:p>
            <a:pPr marL="285750" indent="-285750">
              <a:buFont typeface="Arial" panose="020B0604020202020204" pitchFamily="34" charset="0"/>
              <a:buChar char="•"/>
            </a:pPr>
            <a:endParaRPr lang="en-US" sz="1600">
              <a:latin typeface="Segoe UI" panose="020B0502040204020203" pitchFamily="34" charset="0"/>
            </a:endParaRPr>
          </a:p>
          <a:p>
            <a:pPr marL="285750" indent="-285750">
              <a:buFont typeface="Arial" panose="020B0604020202020204" pitchFamily="34" charset="0"/>
              <a:buChar char="•"/>
            </a:pPr>
            <a:r>
              <a:rPr lang="en-US" sz="1600">
                <a:latin typeface="Segoe UI" panose="020B0502040204020203" pitchFamily="34" charset="0"/>
              </a:rPr>
              <a:t>You might be prompted if you allow that Copilot </a:t>
            </a:r>
            <a:br>
              <a:rPr lang="en-US" sz="1600">
                <a:latin typeface="Segoe UI" panose="020B0502040204020203" pitchFamily="34" charset="0"/>
              </a:rPr>
            </a:br>
            <a:r>
              <a:rPr lang="en-US" sz="1600">
                <a:latin typeface="Segoe UI" panose="020B0502040204020203" pitchFamily="34" charset="0"/>
              </a:rPr>
              <a:t>accesses the information in your browser</a:t>
            </a:r>
          </a:p>
          <a:p>
            <a:pPr marL="285750" indent="-285750">
              <a:buFont typeface="Arial" panose="020B0604020202020204" pitchFamily="34" charset="0"/>
              <a:buChar char="•"/>
            </a:pPr>
            <a:endParaRPr lang="de-DE" sz="1600">
              <a:latin typeface="Segoe UI" panose="020B0502040204020203" pitchFamily="34" charset="0"/>
            </a:endParaRPr>
          </a:p>
          <a:p>
            <a:pPr marL="285750" indent="-285750">
              <a:buFont typeface="Arial" panose="020B0604020202020204" pitchFamily="34" charset="0"/>
              <a:buChar char="•"/>
            </a:pPr>
            <a:r>
              <a:rPr lang="en-US" sz="1600">
                <a:latin typeface="Segoe UI" panose="020B0502040204020203" pitchFamily="34" charset="0"/>
              </a:rPr>
              <a:t>Now ask a question, e.g. “summarize the content of this page”</a:t>
            </a:r>
          </a:p>
          <a:p>
            <a:pPr marL="285750" indent="-285750">
              <a:buFont typeface="Arial" panose="020B0604020202020204" pitchFamily="34" charset="0"/>
              <a:buChar char="•"/>
            </a:pPr>
            <a:endParaRPr lang="en-US" sz="1600">
              <a:latin typeface="Segoe UI" panose="020B0502040204020203" pitchFamily="34" charset="0"/>
            </a:endParaRPr>
          </a:p>
          <a:p>
            <a:pPr marL="285750" indent="-285750">
              <a:buFont typeface="Arial" panose="020B0604020202020204" pitchFamily="34" charset="0"/>
              <a:buChar char="•"/>
            </a:pPr>
            <a:r>
              <a:rPr lang="en-US" sz="1600">
                <a:latin typeface="Segoe UI" panose="020B0502040204020203" pitchFamily="34" charset="0"/>
              </a:rPr>
              <a:t>You’ll get your answer right away, ask detailed questions or get the result shaped in another way. Try it!</a:t>
            </a:r>
          </a:p>
          <a:p>
            <a:pPr marL="285750" indent="-285750">
              <a:buFont typeface="Arial" panose="020B0604020202020204" pitchFamily="34" charset="0"/>
              <a:buChar char="•"/>
            </a:pPr>
            <a:endParaRPr lang="en-US" sz="1600">
              <a:latin typeface="Segoe UI" panose="020B0502040204020203" pitchFamily="34" charset="0"/>
            </a:endParaRPr>
          </a:p>
        </p:txBody>
      </p:sp>
      <p:pic>
        <p:nvPicPr>
          <p:cNvPr id="4" name="Grafik 3" descr="Ein Bild, das Text, Elektronik, Screenshot, Multimedia enthält.&#10;&#10;KI-generierte Inhalte können fehlerhaft sein.">
            <a:extLst>
              <a:ext uri="{FF2B5EF4-FFF2-40B4-BE49-F238E27FC236}">
                <a16:creationId xmlns:a16="http://schemas.microsoft.com/office/drawing/2014/main" id="{0A3A9582-0B99-1CF5-233E-B367AFB61435}"/>
              </a:ext>
            </a:extLst>
          </p:cNvPr>
          <p:cNvPicPr>
            <a:picLocks noChangeAspect="1"/>
          </p:cNvPicPr>
          <p:nvPr/>
        </p:nvPicPr>
        <p:blipFill>
          <a:blip r:embed="rId5"/>
          <a:stretch>
            <a:fillRect/>
          </a:stretch>
        </p:blipFill>
        <p:spPr>
          <a:xfrm>
            <a:off x="224058" y="219966"/>
            <a:ext cx="3362509" cy="2149568"/>
          </a:xfrm>
          <a:prstGeom prst="rect">
            <a:avLst/>
          </a:prstGeom>
          <a:ln>
            <a:noFill/>
          </a:ln>
          <a:effectLst>
            <a:outerShdw blurRad="292100" dist="139700" dir="2700000" algn="tl" rotWithShape="0">
              <a:srgbClr val="333333">
                <a:alpha val="65000"/>
              </a:srgbClr>
            </a:outerShdw>
          </a:effectLst>
        </p:spPr>
      </p:pic>
      <p:sp>
        <p:nvSpPr>
          <p:cNvPr id="5" name="Pfeil: nach unten 4">
            <a:extLst>
              <a:ext uri="{FF2B5EF4-FFF2-40B4-BE49-F238E27FC236}">
                <a16:creationId xmlns:a16="http://schemas.microsoft.com/office/drawing/2014/main" id="{706D2BDA-A5F8-FF98-A975-9AD8A6B47DD9}"/>
              </a:ext>
            </a:extLst>
          </p:cNvPr>
          <p:cNvSpPr/>
          <p:nvPr/>
        </p:nvSpPr>
        <p:spPr>
          <a:xfrm rot="5400000">
            <a:off x="3949482" y="178009"/>
            <a:ext cx="185753" cy="459362"/>
          </a:xfrm>
          <a:prstGeom prst="downArrow">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Ellipse 5">
            <a:extLst>
              <a:ext uri="{FF2B5EF4-FFF2-40B4-BE49-F238E27FC236}">
                <a16:creationId xmlns:a16="http://schemas.microsoft.com/office/drawing/2014/main" id="{BF232231-D81B-2203-8D76-DE975D91DAF6}"/>
              </a:ext>
            </a:extLst>
          </p:cNvPr>
          <p:cNvSpPr/>
          <p:nvPr/>
        </p:nvSpPr>
        <p:spPr>
          <a:xfrm>
            <a:off x="3361168" y="219966"/>
            <a:ext cx="365976" cy="375449"/>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Grafik 7" descr="Ein Bild, das Text, Elektronik, Screenshot, Software enthält.&#10;&#10;KI-generierte Inhalte können fehlerhaft sein.">
            <a:extLst>
              <a:ext uri="{FF2B5EF4-FFF2-40B4-BE49-F238E27FC236}">
                <a16:creationId xmlns:a16="http://schemas.microsoft.com/office/drawing/2014/main" id="{4378944D-567C-3733-D8A6-6ECD0FC18EC4}"/>
              </a:ext>
            </a:extLst>
          </p:cNvPr>
          <p:cNvPicPr>
            <a:picLocks noChangeAspect="1"/>
          </p:cNvPicPr>
          <p:nvPr/>
        </p:nvPicPr>
        <p:blipFill>
          <a:blip r:embed="rId6"/>
          <a:stretch>
            <a:fillRect/>
          </a:stretch>
        </p:blipFill>
        <p:spPr>
          <a:xfrm>
            <a:off x="1610460" y="842709"/>
            <a:ext cx="2803219" cy="2295033"/>
          </a:xfrm>
          <a:prstGeom prst="rect">
            <a:avLst/>
          </a:prstGeom>
          <a:ln>
            <a:noFill/>
          </a:ln>
          <a:effectLst>
            <a:outerShdw blurRad="292100" dist="139700" dir="2700000" algn="tl" rotWithShape="0">
              <a:srgbClr val="333333">
                <a:alpha val="65000"/>
              </a:srgbClr>
            </a:outerShdw>
          </a:effectLst>
        </p:spPr>
      </p:pic>
      <p:pic>
        <p:nvPicPr>
          <p:cNvPr id="11" name="Grafik 10" descr="Ein Bild, das Text, Screenshot, Schrift enthält.&#10;&#10;KI-generierte Inhalte können fehlerhaft sein.">
            <a:extLst>
              <a:ext uri="{FF2B5EF4-FFF2-40B4-BE49-F238E27FC236}">
                <a16:creationId xmlns:a16="http://schemas.microsoft.com/office/drawing/2014/main" id="{DEAC6178-E6B0-E137-6CD1-5A4D4820F11A}"/>
              </a:ext>
            </a:extLst>
          </p:cNvPr>
          <p:cNvPicPr>
            <a:picLocks noChangeAspect="1"/>
          </p:cNvPicPr>
          <p:nvPr/>
        </p:nvPicPr>
        <p:blipFill>
          <a:blip r:embed="rId7"/>
          <a:stretch>
            <a:fillRect/>
          </a:stretch>
        </p:blipFill>
        <p:spPr>
          <a:xfrm>
            <a:off x="10578582" y="3809496"/>
            <a:ext cx="1246212" cy="944172"/>
          </a:xfrm>
          <a:prstGeom prst="rect">
            <a:avLst/>
          </a:prstGeom>
          <a:ln>
            <a:noFill/>
          </a:ln>
          <a:effectLst>
            <a:outerShdw blurRad="292100" dist="139700" dir="2700000" algn="tl" rotWithShape="0">
              <a:srgbClr val="333333">
                <a:alpha val="65000"/>
              </a:srgbClr>
            </a:outerShdw>
          </a:effectLst>
        </p:spPr>
      </p:pic>
      <p:pic>
        <p:nvPicPr>
          <p:cNvPr id="14" name="Grafik 13" descr="Ein Bild, das Text, Elektronik, Screenshot, Software enthält.&#10;&#10;KI-generierte Inhalte können fehlerhaft sein.">
            <a:extLst>
              <a:ext uri="{FF2B5EF4-FFF2-40B4-BE49-F238E27FC236}">
                <a16:creationId xmlns:a16="http://schemas.microsoft.com/office/drawing/2014/main" id="{145F9E7A-3A21-3DF2-3A78-B87FBB8E76E7}"/>
              </a:ext>
            </a:extLst>
          </p:cNvPr>
          <p:cNvPicPr>
            <a:picLocks noChangeAspect="1"/>
          </p:cNvPicPr>
          <p:nvPr/>
        </p:nvPicPr>
        <p:blipFill>
          <a:blip r:embed="rId8"/>
          <a:stretch>
            <a:fillRect/>
          </a:stretch>
        </p:blipFill>
        <p:spPr>
          <a:xfrm>
            <a:off x="518212" y="2131832"/>
            <a:ext cx="3524146" cy="4299499"/>
          </a:xfrm>
          <a:prstGeom prst="rect">
            <a:avLst/>
          </a:prstGeom>
          <a:ln>
            <a:noFill/>
          </a:ln>
          <a:effectLst>
            <a:outerShdw blurRad="292100" dist="139700" dir="2700000" algn="tl" rotWithShape="0">
              <a:srgbClr val="333333">
                <a:alpha val="65000"/>
              </a:srgbClr>
            </a:outerShdw>
          </a:effectLst>
        </p:spPr>
      </p:pic>
    </p:spTree>
    <p:custDataLst>
      <p:tags r:id="rId1"/>
    </p:custDataLst>
    <p:extLst>
      <p:ext uri="{BB962C8B-B14F-4D97-AF65-F5344CB8AC3E}">
        <p14:creationId xmlns:p14="http://schemas.microsoft.com/office/powerpoint/2010/main" val="9774505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0E588-1887-2FCF-AF2F-E7A18B816707}"/>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D375D212-BBFB-DF9E-0461-EFC559BC7C69}"/>
              </a:ext>
            </a:extLst>
          </p:cNvPr>
          <p:cNvSpPr>
            <a:spLocks noGrp="1"/>
          </p:cNvSpPr>
          <p:nvPr>
            <p:ph type="title"/>
          </p:nvPr>
        </p:nvSpPr>
        <p:spPr>
          <a:xfrm>
            <a:off x="5382483" y="322912"/>
            <a:ext cx="5431971" cy="846301"/>
          </a:xfrm>
        </p:spPr>
        <p:txBody>
          <a:bodyPr>
            <a:normAutofit fontScale="90000"/>
          </a:bodyPr>
          <a:lstStyle/>
          <a:p>
            <a:r>
              <a:rPr lang="de-DE"/>
              <a:t>The M365 Copilot </a:t>
            </a:r>
            <a:r>
              <a:rPr lang="de-DE" err="1"/>
              <a:t>app</a:t>
            </a:r>
            <a:r>
              <a:rPr lang="de-DE"/>
              <a:t> </a:t>
            </a:r>
            <a:br>
              <a:rPr lang="de-DE"/>
            </a:br>
            <a:r>
              <a:rPr lang="de-DE"/>
              <a:t>&amp; mobile</a:t>
            </a:r>
          </a:p>
        </p:txBody>
      </p:sp>
      <p:sp>
        <p:nvSpPr>
          <p:cNvPr id="12" name="Textfeld 11">
            <a:extLst>
              <a:ext uri="{FF2B5EF4-FFF2-40B4-BE49-F238E27FC236}">
                <a16:creationId xmlns:a16="http://schemas.microsoft.com/office/drawing/2014/main" id="{34196023-2A3F-7E7F-0954-F457EF074FF7}"/>
              </a:ext>
            </a:extLst>
          </p:cNvPr>
          <p:cNvSpPr txBox="1"/>
          <p:nvPr/>
        </p:nvSpPr>
        <p:spPr>
          <a:xfrm>
            <a:off x="5241349" y="1413063"/>
            <a:ext cx="6441305" cy="5016758"/>
          </a:xfrm>
          <a:prstGeom prst="rect">
            <a:avLst/>
          </a:prstGeom>
          <a:noFill/>
        </p:spPr>
        <p:txBody>
          <a:bodyPr wrap="square">
            <a:spAutoFit/>
          </a:bodyPr>
          <a:lstStyle/>
          <a:p>
            <a:r>
              <a:rPr lang="en-US" sz="1600">
                <a:latin typeface="Segoe UI" panose="020B0502040204020203" pitchFamily="34" charset="0"/>
              </a:rPr>
              <a:t>Ok, so we used the browser to access the web version and we saw it in action integrated in Edge. But Copilot Chat is where you are, no need to open the browser to get going.</a:t>
            </a:r>
          </a:p>
          <a:p>
            <a:endParaRPr lang="en-US" sz="1600">
              <a:latin typeface="Segoe UI" panose="020B0502040204020203" pitchFamily="34" charset="0"/>
            </a:endParaRPr>
          </a:p>
          <a:p>
            <a:pPr marL="171450" indent="-171450">
              <a:buFont typeface="Arial" panose="020B0604020202020204" pitchFamily="34" charset="0"/>
              <a:buChar char="•"/>
            </a:pPr>
            <a:r>
              <a:rPr lang="en-US" sz="1600">
                <a:latin typeface="Segoe UI" panose="020B0502040204020203" pitchFamily="34" charset="0"/>
              </a:rPr>
              <a:t>Look at the taskbar of your device, is there a M365 Copilot Chat logo? If not – </a:t>
            </a:r>
            <a:r>
              <a:rPr lang="en-US" sz="1600">
                <a:latin typeface="Segoe UI" panose="020B0502040204020203" pitchFamily="34" charset="0"/>
                <a:hlinkClick r:id="rId4"/>
              </a:rPr>
              <a:t>just download from the Microsoft store</a:t>
            </a:r>
            <a:r>
              <a:rPr lang="en-US" sz="1600">
                <a:latin typeface="Segoe UI" panose="020B0502040204020203" pitchFamily="34" charset="0"/>
              </a:rPr>
              <a:t>, or the </a:t>
            </a:r>
            <a:r>
              <a:rPr lang="en-US" sz="1600">
                <a:latin typeface="Segoe UI" panose="020B0502040204020203" pitchFamily="34" charset="0"/>
                <a:hlinkClick r:id="rId5"/>
              </a:rPr>
              <a:t>version for Mac</a:t>
            </a:r>
            <a:endParaRPr lang="en-US" sz="1600">
              <a:latin typeface="Segoe UI" panose="020B0502040204020203" pitchFamily="34" charset="0"/>
            </a:endParaRPr>
          </a:p>
          <a:p>
            <a:pPr marL="171450" indent="-171450">
              <a:buFont typeface="Arial" panose="020B0604020202020204" pitchFamily="34" charset="0"/>
              <a:buChar char="•"/>
            </a:pPr>
            <a:endParaRPr lang="en-US" sz="1600" b="0" i="0">
              <a:effectLst/>
              <a:latin typeface="Segoe UI" panose="020B0502040204020203" pitchFamily="34" charset="0"/>
            </a:endParaRPr>
          </a:p>
          <a:p>
            <a:pPr marL="171450" indent="-171450">
              <a:buFont typeface="Arial" panose="020B0604020202020204" pitchFamily="34" charset="0"/>
              <a:buChar char="•"/>
            </a:pPr>
            <a:r>
              <a:rPr lang="de-DE" sz="1600" b="0" i="0" err="1">
                <a:effectLst/>
                <a:latin typeface="Segoe UI" panose="020B0502040204020203" pitchFamily="34" charset="0"/>
              </a:rPr>
              <a:t>Make</a:t>
            </a:r>
            <a:r>
              <a:rPr lang="de-DE" sz="1600" b="0" i="0">
                <a:effectLst/>
                <a:latin typeface="Segoe UI" panose="020B0502040204020203" pitchFamily="34" charset="0"/>
              </a:rPr>
              <a:t> </a:t>
            </a:r>
            <a:r>
              <a:rPr lang="de-DE" sz="1600" b="0" i="0" err="1">
                <a:effectLst/>
                <a:latin typeface="Segoe UI" panose="020B0502040204020203" pitchFamily="34" charset="0"/>
              </a:rPr>
              <a:t>sure</a:t>
            </a:r>
            <a:r>
              <a:rPr lang="de-DE" sz="1600" b="0" i="0">
                <a:effectLst/>
                <a:latin typeface="Segoe UI" panose="020B0502040204020203" pitchFamily="34" charset="0"/>
              </a:rPr>
              <a:t> to also </a:t>
            </a:r>
            <a:r>
              <a:rPr lang="de-DE" sz="1600" b="0" i="0" err="1">
                <a:effectLst/>
                <a:latin typeface="Segoe UI" panose="020B0502040204020203" pitchFamily="34" charset="0"/>
              </a:rPr>
              <a:t>have</a:t>
            </a:r>
            <a:r>
              <a:rPr lang="de-DE" sz="1600" b="0" i="0">
                <a:effectLst/>
                <a:latin typeface="Segoe UI" panose="020B0502040204020203" pitchFamily="34" charset="0"/>
              </a:rPr>
              <a:t> </a:t>
            </a:r>
            <a:r>
              <a:rPr lang="de-DE" sz="1600" b="0" i="0" err="1">
                <a:effectLst/>
                <a:latin typeface="Segoe UI" panose="020B0502040204020203" pitchFamily="34" charset="0"/>
              </a:rPr>
              <a:t>it</a:t>
            </a:r>
            <a:r>
              <a:rPr lang="de-DE" sz="1600" b="0" i="0">
                <a:effectLst/>
                <a:latin typeface="Segoe UI" panose="020B0502040204020203" pitchFamily="34" charset="0"/>
              </a:rPr>
              <a:t> </a:t>
            </a:r>
            <a:r>
              <a:rPr lang="de-DE" sz="1600" b="0" i="0" err="1">
                <a:effectLst/>
                <a:latin typeface="Segoe UI" panose="020B0502040204020203" pitchFamily="34" charset="0"/>
              </a:rPr>
              <a:t>installed</a:t>
            </a:r>
            <a:r>
              <a:rPr lang="de-DE" sz="1600" b="0" i="0">
                <a:effectLst/>
                <a:latin typeface="Segoe UI" panose="020B0502040204020203" pitchFamily="34" charset="0"/>
              </a:rPr>
              <a:t> on </a:t>
            </a:r>
            <a:r>
              <a:rPr lang="de-DE" sz="1600" b="0" i="0" err="1">
                <a:effectLst/>
                <a:latin typeface="Segoe UI" panose="020B0502040204020203" pitchFamily="34" charset="0"/>
              </a:rPr>
              <a:t>your</a:t>
            </a:r>
            <a:r>
              <a:rPr lang="de-DE" sz="1600" b="0" i="0">
                <a:effectLst/>
                <a:latin typeface="Segoe UI" panose="020B0502040204020203" pitchFamily="34" charset="0"/>
              </a:rPr>
              <a:t> mobile </a:t>
            </a:r>
            <a:r>
              <a:rPr lang="de-DE" sz="1600" b="0" i="0" err="1">
                <a:effectLst/>
                <a:latin typeface="Segoe UI" panose="020B0502040204020203" pitchFamily="34" charset="0"/>
              </a:rPr>
              <a:t>device</a:t>
            </a:r>
            <a:r>
              <a:rPr lang="de-DE" sz="1600" b="0" i="0">
                <a:effectLst/>
                <a:latin typeface="Segoe UI" panose="020B0502040204020203" pitchFamily="34" charset="0"/>
              </a:rPr>
              <a:t>. </a:t>
            </a:r>
            <a:br>
              <a:rPr lang="de-DE" sz="1600" b="0" i="0">
                <a:effectLst/>
                <a:latin typeface="Segoe UI" panose="020B0502040204020203" pitchFamily="34" charset="0"/>
              </a:rPr>
            </a:br>
            <a:r>
              <a:rPr lang="de-DE" sz="1600" b="0" i="0">
                <a:effectLst/>
                <a:latin typeface="Segoe UI" panose="020B0502040204020203" pitchFamily="34" charset="0"/>
              </a:rPr>
              <a:t>Download </a:t>
            </a:r>
            <a:r>
              <a:rPr lang="de-DE" sz="1600" b="0" i="0" err="1">
                <a:effectLst/>
                <a:latin typeface="Segoe UI" panose="020B0502040204020203" pitchFamily="34" charset="0"/>
              </a:rPr>
              <a:t>it</a:t>
            </a:r>
            <a:r>
              <a:rPr lang="de-DE" sz="1600" b="0" i="0">
                <a:effectLst/>
                <a:latin typeface="Segoe UI" panose="020B0502040204020203" pitchFamily="34" charset="0"/>
              </a:rPr>
              <a:t> </a:t>
            </a:r>
            <a:r>
              <a:rPr lang="de-DE" sz="1600" b="0" i="0" err="1">
                <a:effectLst/>
                <a:latin typeface="Segoe UI" panose="020B0502040204020203" pitchFamily="34" charset="0"/>
              </a:rPr>
              <a:t>for</a:t>
            </a:r>
            <a:r>
              <a:rPr lang="de-DE" sz="1600" b="0" i="0">
                <a:effectLst/>
                <a:latin typeface="Segoe UI" panose="020B0502040204020203" pitchFamily="34" charset="0"/>
              </a:rPr>
              <a:t> </a:t>
            </a:r>
            <a:r>
              <a:rPr lang="de-DE" sz="1600" b="0" i="0">
                <a:effectLst/>
                <a:latin typeface="Segoe UI" panose="020B0502040204020203" pitchFamily="34" charset="0"/>
                <a:hlinkClick r:id="rId6"/>
              </a:rPr>
              <a:t>iOS</a:t>
            </a:r>
            <a:r>
              <a:rPr lang="de-DE" sz="1600" b="0" i="0">
                <a:effectLst/>
                <a:latin typeface="Segoe UI" panose="020B0502040204020203" pitchFamily="34" charset="0"/>
              </a:rPr>
              <a:t> </a:t>
            </a:r>
            <a:r>
              <a:rPr lang="de-DE" sz="1600" b="0" i="0" err="1">
                <a:effectLst/>
                <a:latin typeface="Segoe UI" panose="020B0502040204020203" pitchFamily="34" charset="0"/>
              </a:rPr>
              <a:t>or</a:t>
            </a:r>
            <a:r>
              <a:rPr lang="de-DE" sz="1600" b="0" i="0">
                <a:effectLst/>
                <a:latin typeface="Segoe UI" panose="020B0502040204020203" pitchFamily="34" charset="0"/>
              </a:rPr>
              <a:t> </a:t>
            </a:r>
            <a:r>
              <a:rPr lang="de-DE" sz="1600" b="0" i="0">
                <a:effectLst/>
                <a:latin typeface="Segoe UI" panose="020B0502040204020203" pitchFamily="34" charset="0"/>
                <a:hlinkClick r:id="rId7"/>
              </a:rPr>
              <a:t>Android</a:t>
            </a:r>
            <a:endParaRPr lang="de-DE" sz="1600" b="0" i="0">
              <a:effectLst/>
              <a:latin typeface="Segoe UI" panose="020B0502040204020203" pitchFamily="34" charset="0"/>
            </a:endParaRPr>
          </a:p>
          <a:p>
            <a:pPr marL="171450" indent="-171450">
              <a:buFont typeface="Arial" panose="020B0604020202020204" pitchFamily="34" charset="0"/>
              <a:buChar char="•"/>
            </a:pPr>
            <a:endParaRPr lang="de-DE" sz="1600">
              <a:latin typeface="Segoe UI" panose="020B0502040204020203" pitchFamily="34" charset="0"/>
            </a:endParaRPr>
          </a:p>
          <a:p>
            <a:pPr marL="171450" indent="-171450">
              <a:buFont typeface="Arial" panose="020B0604020202020204" pitchFamily="34" charset="0"/>
              <a:buChar char="•"/>
            </a:pPr>
            <a:r>
              <a:rPr lang="de-DE" sz="1600" err="1">
                <a:latin typeface="Segoe UI" panose="020B0502040204020203" pitchFamily="34" charset="0"/>
              </a:rPr>
              <a:t>You</a:t>
            </a:r>
            <a:r>
              <a:rPr lang="de-DE" sz="1600">
                <a:latin typeface="Segoe UI" panose="020B0502040204020203" pitchFamily="34" charset="0"/>
              </a:rPr>
              <a:t> will </a:t>
            </a:r>
            <a:r>
              <a:rPr lang="de-DE" sz="1600" err="1">
                <a:latin typeface="Segoe UI" panose="020B0502040204020203" pitchFamily="34" charset="0"/>
              </a:rPr>
              <a:t>have</a:t>
            </a:r>
            <a:r>
              <a:rPr lang="de-DE" sz="1600">
                <a:latin typeface="Segoe UI" panose="020B0502040204020203" pitchFamily="34" charset="0"/>
              </a:rPr>
              <a:t> </a:t>
            </a:r>
            <a:r>
              <a:rPr lang="de-DE" sz="1600" err="1">
                <a:latin typeface="Segoe UI" panose="020B0502040204020203" pitchFamily="34" charset="0"/>
              </a:rPr>
              <a:t>the</a:t>
            </a:r>
            <a:r>
              <a:rPr lang="de-DE" sz="1600">
                <a:latin typeface="Segoe UI" panose="020B0502040204020203" pitchFamily="34" charset="0"/>
              </a:rPr>
              <a:t> same </a:t>
            </a:r>
            <a:r>
              <a:rPr lang="de-DE" sz="1600" err="1">
                <a:latin typeface="Segoe UI" panose="020B0502040204020203" pitchFamily="34" charset="0"/>
              </a:rPr>
              <a:t>functionality</a:t>
            </a:r>
            <a:r>
              <a:rPr lang="de-DE" sz="1600">
                <a:latin typeface="Segoe UI" panose="020B0502040204020203" pitchFamily="34" charset="0"/>
              </a:rPr>
              <a:t> </a:t>
            </a:r>
            <a:r>
              <a:rPr lang="de-DE" sz="1600" err="1">
                <a:latin typeface="Segoe UI" panose="020B0502040204020203" pitchFamily="34" charset="0"/>
              </a:rPr>
              <a:t>as</a:t>
            </a:r>
            <a:r>
              <a:rPr lang="de-DE" sz="1600">
                <a:latin typeface="Segoe UI" panose="020B0502040204020203" pitchFamily="34" charset="0"/>
              </a:rPr>
              <a:t> on </a:t>
            </a:r>
            <a:r>
              <a:rPr lang="de-DE" sz="1600" err="1">
                <a:latin typeface="Segoe UI" panose="020B0502040204020203" pitchFamily="34" charset="0"/>
              </a:rPr>
              <a:t>your</a:t>
            </a:r>
            <a:r>
              <a:rPr lang="de-DE" sz="1600">
                <a:latin typeface="Segoe UI" panose="020B0502040204020203" pitchFamily="34" charset="0"/>
              </a:rPr>
              <a:t> </a:t>
            </a:r>
            <a:r>
              <a:rPr lang="de-DE" sz="1600" err="1">
                <a:latin typeface="Segoe UI" panose="020B0502040204020203" pitchFamily="34" charset="0"/>
              </a:rPr>
              <a:t>desktop</a:t>
            </a:r>
            <a:r>
              <a:rPr lang="de-DE" sz="1600">
                <a:latin typeface="Segoe UI" panose="020B0502040204020203" pitchFamily="34" charset="0"/>
              </a:rPr>
              <a:t> – and all </a:t>
            </a:r>
            <a:r>
              <a:rPr lang="de-DE" sz="1600" err="1">
                <a:latin typeface="Segoe UI" panose="020B0502040204020203" pitchFamily="34" charset="0"/>
              </a:rPr>
              <a:t>interactions</a:t>
            </a:r>
            <a:r>
              <a:rPr lang="de-DE" sz="1600">
                <a:latin typeface="Segoe UI" panose="020B0502040204020203" pitchFamily="34" charset="0"/>
              </a:rPr>
              <a:t> </a:t>
            </a:r>
            <a:r>
              <a:rPr lang="de-DE" sz="1600" err="1">
                <a:latin typeface="Segoe UI" panose="020B0502040204020203" pitchFamily="34" charset="0"/>
              </a:rPr>
              <a:t>are</a:t>
            </a:r>
            <a:r>
              <a:rPr lang="de-DE" sz="1600">
                <a:latin typeface="Segoe UI" panose="020B0502040204020203" pitchFamily="34" charset="0"/>
              </a:rPr>
              <a:t> </a:t>
            </a:r>
            <a:r>
              <a:rPr lang="de-DE" sz="1600" err="1">
                <a:latin typeface="Segoe UI" panose="020B0502040204020203" pitchFamily="34" charset="0"/>
              </a:rPr>
              <a:t>synced</a:t>
            </a:r>
            <a:r>
              <a:rPr lang="de-DE" sz="1600">
                <a:latin typeface="Segoe UI" panose="020B0502040204020203" pitchFamily="34" charset="0"/>
              </a:rPr>
              <a:t> – so </a:t>
            </a:r>
            <a:r>
              <a:rPr lang="de-DE" sz="1600" err="1">
                <a:latin typeface="Segoe UI" panose="020B0502040204020203" pitchFamily="34" charset="0"/>
              </a:rPr>
              <a:t>start</a:t>
            </a:r>
            <a:r>
              <a:rPr lang="de-DE" sz="1600">
                <a:latin typeface="Segoe UI" panose="020B0502040204020203" pitchFamily="34" charset="0"/>
              </a:rPr>
              <a:t> on </a:t>
            </a:r>
            <a:r>
              <a:rPr lang="de-DE" sz="1600" err="1">
                <a:latin typeface="Segoe UI" panose="020B0502040204020203" pitchFamily="34" charset="0"/>
              </a:rPr>
              <a:t>the</a:t>
            </a:r>
            <a:r>
              <a:rPr lang="de-DE" sz="1600">
                <a:latin typeface="Segoe UI" panose="020B0502040204020203" pitchFamily="34" charset="0"/>
              </a:rPr>
              <a:t> </a:t>
            </a:r>
            <a:r>
              <a:rPr lang="de-DE" sz="1600" err="1">
                <a:latin typeface="Segoe UI" panose="020B0502040204020203" pitchFamily="34" charset="0"/>
              </a:rPr>
              <a:t>go</a:t>
            </a:r>
            <a:r>
              <a:rPr lang="de-DE" sz="1600">
                <a:latin typeface="Segoe UI" panose="020B0502040204020203" pitchFamily="34" charset="0"/>
              </a:rPr>
              <a:t> and </a:t>
            </a:r>
            <a:r>
              <a:rPr lang="de-DE" sz="1600" err="1">
                <a:latin typeface="Segoe UI" panose="020B0502040204020203" pitchFamily="34" charset="0"/>
              </a:rPr>
              <a:t>continue</a:t>
            </a:r>
            <a:r>
              <a:rPr lang="de-DE" sz="1600">
                <a:latin typeface="Segoe UI" panose="020B0502040204020203" pitchFamily="34" charset="0"/>
              </a:rPr>
              <a:t> on </a:t>
            </a:r>
            <a:r>
              <a:rPr lang="de-DE" sz="1600" err="1">
                <a:latin typeface="Segoe UI" panose="020B0502040204020203" pitchFamily="34" charset="0"/>
              </a:rPr>
              <a:t>your</a:t>
            </a:r>
            <a:r>
              <a:rPr lang="de-DE" sz="1600">
                <a:latin typeface="Segoe UI" panose="020B0502040204020203" pitchFamily="34" charset="0"/>
              </a:rPr>
              <a:t> </a:t>
            </a:r>
            <a:r>
              <a:rPr lang="de-DE" sz="1600" err="1">
                <a:latin typeface="Segoe UI" panose="020B0502040204020203" pitchFamily="34" charset="0"/>
              </a:rPr>
              <a:t>desk</a:t>
            </a:r>
            <a:r>
              <a:rPr lang="de-DE" sz="1600">
                <a:latin typeface="Segoe UI" panose="020B0502040204020203" pitchFamily="34" charset="0"/>
              </a:rPr>
              <a:t>.</a:t>
            </a:r>
          </a:p>
          <a:p>
            <a:pPr marL="171450" indent="-171450">
              <a:buFont typeface="Arial" panose="020B0604020202020204" pitchFamily="34" charset="0"/>
              <a:buChar char="•"/>
            </a:pPr>
            <a:endParaRPr lang="de-DE" sz="1600">
              <a:latin typeface="Segoe UI" panose="020B0502040204020203" pitchFamily="34" charset="0"/>
            </a:endParaRPr>
          </a:p>
          <a:p>
            <a:pPr marL="171450" indent="-171450">
              <a:buFont typeface="Arial" panose="020B0604020202020204" pitchFamily="34" charset="0"/>
              <a:buChar char="•"/>
            </a:pPr>
            <a:r>
              <a:rPr lang="de-DE" sz="1600" err="1">
                <a:latin typeface="Segoe UI" panose="020B0502040204020203" pitchFamily="34" charset="0"/>
              </a:rPr>
              <a:t>Have</a:t>
            </a:r>
            <a:r>
              <a:rPr lang="de-DE" sz="1600">
                <a:latin typeface="Segoe UI" panose="020B0502040204020203" pitchFamily="34" charset="0"/>
              </a:rPr>
              <a:t> a </a:t>
            </a:r>
            <a:r>
              <a:rPr lang="de-DE" sz="1600" err="1">
                <a:latin typeface="Segoe UI" panose="020B0502040204020203" pitchFamily="34" charset="0"/>
              </a:rPr>
              <a:t>try</a:t>
            </a:r>
            <a:r>
              <a:rPr lang="de-DE" sz="1600">
                <a:latin typeface="Segoe UI" panose="020B0502040204020203" pitchFamily="34" charset="0"/>
              </a:rPr>
              <a:t> </a:t>
            </a:r>
            <a:r>
              <a:rPr lang="de-DE" sz="1600" err="1">
                <a:latin typeface="Segoe UI" panose="020B0502040204020203" pitchFamily="34" charset="0"/>
              </a:rPr>
              <a:t>by</a:t>
            </a:r>
            <a:r>
              <a:rPr lang="de-DE" sz="1600">
                <a:latin typeface="Segoe UI" panose="020B0502040204020203" pitchFamily="34" charset="0"/>
              </a:rPr>
              <a:t> </a:t>
            </a:r>
            <a:r>
              <a:rPr lang="de-DE" sz="1600" err="1">
                <a:latin typeface="Segoe UI" panose="020B0502040204020203" pitchFamily="34" charset="0"/>
              </a:rPr>
              <a:t>clicking</a:t>
            </a:r>
            <a:r>
              <a:rPr lang="de-DE" sz="1600">
                <a:latin typeface="Segoe UI" panose="020B0502040204020203" pitchFamily="34" charset="0"/>
              </a:rPr>
              <a:t> </a:t>
            </a:r>
            <a:r>
              <a:rPr lang="de-DE" sz="1600" err="1">
                <a:latin typeface="Segoe UI" panose="020B0502040204020203" pitchFamily="34" charset="0"/>
              </a:rPr>
              <a:t>the</a:t>
            </a:r>
            <a:r>
              <a:rPr lang="de-DE" sz="1600">
                <a:latin typeface="Segoe UI" panose="020B0502040204020203" pitchFamily="34" charset="0"/>
              </a:rPr>
              <a:t> </a:t>
            </a:r>
            <a:r>
              <a:rPr lang="de-DE" sz="1600" err="1">
                <a:latin typeface="Segoe UI" panose="020B0502040204020203" pitchFamily="34" charset="0"/>
              </a:rPr>
              <a:t>menu</a:t>
            </a:r>
            <a:r>
              <a:rPr lang="de-DE" sz="1600">
                <a:latin typeface="Segoe UI" panose="020B0502040204020203" pitchFamily="34" charset="0"/>
              </a:rPr>
              <a:t> on </a:t>
            </a:r>
            <a:r>
              <a:rPr lang="de-DE" sz="1600" err="1">
                <a:latin typeface="Segoe UI" panose="020B0502040204020203" pitchFamily="34" charset="0"/>
              </a:rPr>
              <a:t>the</a:t>
            </a:r>
            <a:r>
              <a:rPr lang="de-DE" sz="1600">
                <a:latin typeface="Segoe UI" panose="020B0502040204020203" pitchFamily="34" charset="0"/>
              </a:rPr>
              <a:t> </a:t>
            </a:r>
            <a:r>
              <a:rPr lang="de-DE" sz="1600" err="1">
                <a:latin typeface="Segoe UI" panose="020B0502040204020203" pitchFamily="34" charset="0"/>
              </a:rPr>
              <a:t>upper</a:t>
            </a:r>
            <a:r>
              <a:rPr lang="de-DE" sz="1600">
                <a:latin typeface="Segoe UI" panose="020B0502040204020203" pitchFamily="34" charset="0"/>
              </a:rPr>
              <a:t> </a:t>
            </a:r>
            <a:r>
              <a:rPr lang="de-DE" sz="1600" err="1">
                <a:latin typeface="Segoe UI" panose="020B0502040204020203" pitchFamily="34" charset="0"/>
              </a:rPr>
              <a:t>left</a:t>
            </a:r>
            <a:r>
              <a:rPr lang="de-DE" sz="1600">
                <a:latin typeface="Segoe UI" panose="020B0502040204020203" pitchFamily="34" charset="0"/>
              </a:rPr>
              <a:t> on mobile, </a:t>
            </a:r>
            <a:r>
              <a:rPr lang="de-DE" sz="1600" err="1">
                <a:latin typeface="Segoe UI" panose="020B0502040204020203" pitchFamily="34" charset="0"/>
              </a:rPr>
              <a:t>then</a:t>
            </a:r>
            <a:r>
              <a:rPr lang="de-DE" sz="1600">
                <a:latin typeface="Segoe UI" panose="020B0502040204020203" pitchFamily="34" charset="0"/>
              </a:rPr>
              <a:t> </a:t>
            </a:r>
            <a:r>
              <a:rPr lang="de-DE" sz="1600" err="1">
                <a:latin typeface="Segoe UI" panose="020B0502040204020203" pitchFamily="34" charset="0"/>
              </a:rPr>
              <a:t>click</a:t>
            </a:r>
            <a:r>
              <a:rPr lang="de-DE" sz="1600">
                <a:latin typeface="Segoe UI" panose="020B0502040204020203" pitchFamily="34" charset="0"/>
              </a:rPr>
              <a:t> </a:t>
            </a:r>
            <a:r>
              <a:rPr lang="de-DE" sz="1600" err="1">
                <a:latin typeface="Segoe UI" panose="020B0502040204020203" pitchFamily="34" charset="0"/>
              </a:rPr>
              <a:t>conversations</a:t>
            </a:r>
            <a:r>
              <a:rPr lang="de-DE" sz="1600">
                <a:latin typeface="Segoe UI" panose="020B0502040204020203" pitchFamily="34" charset="0"/>
              </a:rPr>
              <a:t> – </a:t>
            </a:r>
            <a:r>
              <a:rPr lang="de-DE" sz="1600" err="1">
                <a:latin typeface="Segoe UI" panose="020B0502040204020203" pitchFamily="34" charset="0"/>
              </a:rPr>
              <a:t>it‘s</a:t>
            </a:r>
            <a:r>
              <a:rPr lang="de-DE" sz="1600">
                <a:latin typeface="Segoe UI" panose="020B0502040204020203" pitchFamily="34" charset="0"/>
              </a:rPr>
              <a:t> all </a:t>
            </a:r>
            <a:r>
              <a:rPr lang="de-DE" sz="1600" err="1">
                <a:latin typeface="Segoe UI" panose="020B0502040204020203" pitchFamily="34" charset="0"/>
              </a:rPr>
              <a:t>there</a:t>
            </a:r>
            <a:r>
              <a:rPr lang="de-DE" sz="1600">
                <a:latin typeface="Segoe UI" panose="020B0502040204020203" pitchFamily="34" charset="0"/>
              </a:rPr>
              <a:t>!</a:t>
            </a:r>
          </a:p>
          <a:p>
            <a:pPr marL="171450" indent="-171450">
              <a:buFont typeface="Arial" panose="020B0604020202020204" pitchFamily="34" charset="0"/>
              <a:buChar char="•"/>
            </a:pPr>
            <a:endParaRPr lang="de-DE" sz="1600">
              <a:latin typeface="Segoe UI" panose="020B0502040204020203" pitchFamily="34" charset="0"/>
            </a:endParaRPr>
          </a:p>
          <a:p>
            <a:pPr marL="171450" indent="-171450">
              <a:buFont typeface="Arial" panose="020B0604020202020204" pitchFamily="34" charset="0"/>
              <a:buChar char="•"/>
            </a:pPr>
            <a:r>
              <a:rPr lang="de-DE" sz="1600" err="1">
                <a:latin typeface="Segoe UI" panose="020B0502040204020203" pitchFamily="34" charset="0"/>
              </a:rPr>
              <a:t>Pssst</a:t>
            </a:r>
            <a:r>
              <a:rPr lang="de-DE" sz="1600">
                <a:latin typeface="Segoe UI" panose="020B0502040204020203" pitchFamily="34" charset="0"/>
              </a:rPr>
              <a:t>….</a:t>
            </a:r>
            <a:r>
              <a:rPr lang="de-DE" sz="1600" err="1">
                <a:latin typeface="Segoe UI" panose="020B0502040204020203" pitchFamily="34" charset="0"/>
              </a:rPr>
              <a:t>if</a:t>
            </a:r>
            <a:r>
              <a:rPr lang="de-DE" sz="1600">
                <a:latin typeface="Segoe UI" panose="020B0502040204020203" pitchFamily="34" charset="0"/>
              </a:rPr>
              <a:t> </a:t>
            </a:r>
            <a:r>
              <a:rPr lang="de-DE" sz="1600" err="1">
                <a:latin typeface="Segoe UI" panose="020B0502040204020203" pitchFamily="34" charset="0"/>
              </a:rPr>
              <a:t>you</a:t>
            </a:r>
            <a:r>
              <a:rPr lang="de-DE" sz="1600">
                <a:latin typeface="Segoe UI" panose="020B0502040204020203" pitchFamily="34" charset="0"/>
              </a:rPr>
              <a:t> </a:t>
            </a:r>
            <a:r>
              <a:rPr lang="de-DE" sz="1600" err="1">
                <a:latin typeface="Segoe UI" panose="020B0502040204020203" pitchFamily="34" charset="0"/>
              </a:rPr>
              <a:t>hit</a:t>
            </a:r>
            <a:r>
              <a:rPr lang="de-DE" sz="1600">
                <a:latin typeface="Segoe UI" panose="020B0502040204020203" pitchFamily="34" charset="0"/>
              </a:rPr>
              <a:t> </a:t>
            </a:r>
            <a:r>
              <a:rPr lang="de-DE" sz="1600" err="1">
                <a:latin typeface="Segoe UI" panose="020B0502040204020203" pitchFamily="34" charset="0"/>
              </a:rPr>
              <a:t>the</a:t>
            </a:r>
            <a:r>
              <a:rPr lang="de-DE" sz="1600">
                <a:latin typeface="Segoe UI" panose="020B0502040204020203" pitchFamily="34" charset="0"/>
              </a:rPr>
              <a:t> Windows </a:t>
            </a:r>
            <a:r>
              <a:rPr lang="de-DE" sz="1600" err="1">
                <a:latin typeface="Segoe UI" panose="020B0502040204020203" pitchFamily="34" charset="0"/>
              </a:rPr>
              <a:t>key</a:t>
            </a:r>
            <a:r>
              <a:rPr lang="de-DE" sz="1600">
                <a:latin typeface="Segoe UI" panose="020B0502040204020203" pitchFamily="34" charset="0"/>
              </a:rPr>
              <a:t> + C on Windows </a:t>
            </a:r>
            <a:r>
              <a:rPr lang="de-DE" sz="1600" err="1">
                <a:latin typeface="Segoe UI" panose="020B0502040204020203" pitchFamily="34" charset="0"/>
              </a:rPr>
              <a:t>it</a:t>
            </a:r>
            <a:r>
              <a:rPr lang="de-DE" sz="1600">
                <a:latin typeface="Segoe UI" panose="020B0502040204020203" pitchFamily="34" charset="0"/>
              </a:rPr>
              <a:t> </a:t>
            </a:r>
            <a:r>
              <a:rPr lang="de-DE" sz="1600" err="1">
                <a:latin typeface="Segoe UI" panose="020B0502040204020203" pitchFamily="34" charset="0"/>
              </a:rPr>
              <a:t>instantly</a:t>
            </a:r>
            <a:r>
              <a:rPr lang="de-DE" sz="1600">
                <a:latin typeface="Segoe UI" panose="020B0502040204020203" pitchFamily="34" charset="0"/>
              </a:rPr>
              <a:t> </a:t>
            </a:r>
            <a:r>
              <a:rPr lang="de-DE" sz="1600" err="1">
                <a:latin typeface="Segoe UI" panose="020B0502040204020203" pitchFamily="34" charset="0"/>
              </a:rPr>
              <a:t>opens</a:t>
            </a:r>
            <a:r>
              <a:rPr lang="de-DE" sz="1600">
                <a:latin typeface="Segoe UI" panose="020B0502040204020203" pitchFamily="34" charset="0"/>
              </a:rPr>
              <a:t> </a:t>
            </a:r>
            <a:r>
              <a:rPr lang="de-DE" sz="1600" err="1">
                <a:latin typeface="Segoe UI" panose="020B0502040204020203" pitchFamily="34" charset="0"/>
              </a:rPr>
              <a:t>up</a:t>
            </a:r>
            <a:r>
              <a:rPr lang="de-DE" sz="1600">
                <a:latin typeface="Segoe UI" panose="020B0502040204020203" pitchFamily="34" charset="0"/>
              </a:rPr>
              <a:t> </a:t>
            </a:r>
            <a:r>
              <a:rPr lang="de-DE" sz="1600" err="1">
                <a:latin typeface="Segoe UI" panose="020B0502040204020203" pitchFamily="34" charset="0"/>
              </a:rPr>
              <a:t>the</a:t>
            </a:r>
            <a:r>
              <a:rPr lang="de-DE" sz="1600">
                <a:latin typeface="Segoe UI" panose="020B0502040204020203" pitchFamily="34" charset="0"/>
              </a:rPr>
              <a:t> </a:t>
            </a:r>
            <a:r>
              <a:rPr lang="de-DE" sz="1600" err="1">
                <a:latin typeface="Segoe UI" panose="020B0502040204020203" pitchFamily="34" charset="0"/>
              </a:rPr>
              <a:t>app</a:t>
            </a:r>
            <a:endParaRPr lang="de-DE" sz="1600">
              <a:latin typeface="Segoe UI" panose="020B0502040204020203" pitchFamily="34" charset="0"/>
            </a:endParaRPr>
          </a:p>
        </p:txBody>
      </p:sp>
      <p:pic>
        <p:nvPicPr>
          <p:cNvPr id="3" name="Grafik 2" descr="Web search screen in Copilot mobile app">
            <a:extLst>
              <a:ext uri="{FF2B5EF4-FFF2-40B4-BE49-F238E27FC236}">
                <a16:creationId xmlns:a16="http://schemas.microsoft.com/office/drawing/2014/main" id="{02E5B6FD-82A4-9246-FAD3-3FF801F0A4E3}"/>
              </a:ext>
            </a:extLst>
          </p:cNvPr>
          <p:cNvPicPr>
            <a:picLocks noChangeAspect="1"/>
          </p:cNvPicPr>
          <p:nvPr/>
        </p:nvPicPr>
        <p:blipFill>
          <a:blip r:embed="rId8"/>
          <a:stretch>
            <a:fillRect/>
          </a:stretch>
        </p:blipFill>
        <p:spPr>
          <a:xfrm>
            <a:off x="1187944" y="505692"/>
            <a:ext cx="2366710" cy="5107950"/>
          </a:xfrm>
          <a:prstGeom prst="rect">
            <a:avLst/>
          </a:prstGeom>
          <a:ln>
            <a:noFill/>
          </a:ln>
          <a:effectLst>
            <a:outerShdw blurRad="292100" dist="139700" dir="2700000" algn="tl" rotWithShape="0">
              <a:srgbClr val="333333">
                <a:alpha val="65000"/>
              </a:srgbClr>
            </a:outerShdw>
          </a:effectLst>
        </p:spPr>
      </p:pic>
      <p:sp>
        <p:nvSpPr>
          <p:cNvPr id="4" name="Textfeld 3">
            <a:extLst>
              <a:ext uri="{FF2B5EF4-FFF2-40B4-BE49-F238E27FC236}">
                <a16:creationId xmlns:a16="http://schemas.microsoft.com/office/drawing/2014/main" id="{453E2426-8662-FA4F-93DF-991749417166}"/>
              </a:ext>
            </a:extLst>
          </p:cNvPr>
          <p:cNvSpPr txBox="1"/>
          <p:nvPr/>
        </p:nvSpPr>
        <p:spPr>
          <a:xfrm>
            <a:off x="870916" y="5952767"/>
            <a:ext cx="3870642" cy="430887"/>
          </a:xfrm>
          <a:prstGeom prst="rect">
            <a:avLst/>
          </a:prstGeom>
          <a:solidFill>
            <a:schemeClr val="bg1"/>
          </a:solidFill>
        </p:spPr>
        <p:txBody>
          <a:bodyPr wrap="square">
            <a:spAutoFit/>
          </a:bodyPr>
          <a:lstStyle/>
          <a:p>
            <a:r>
              <a:rPr lang="en-US" sz="1100" b="0" i="0">
                <a:effectLst/>
                <a:latin typeface="Segoe UI" panose="020B0502040204020203" pitchFamily="34" charset="0"/>
              </a:rPr>
              <a:t>Source: Microsoft</a:t>
            </a:r>
            <a:br>
              <a:rPr lang="en-US" sz="1100" b="0" i="0">
                <a:effectLst/>
                <a:latin typeface="Segoe UI" panose="020B0502040204020203" pitchFamily="34" charset="0"/>
              </a:rPr>
            </a:br>
            <a:r>
              <a:rPr lang="en-US" sz="1100">
                <a:hlinkClick r:id="rId9"/>
              </a:rPr>
              <a:t>Get started with the Microsoft 365 Copilot mobile app</a:t>
            </a:r>
            <a:endParaRPr lang="de-DE" sz="1100"/>
          </a:p>
        </p:txBody>
      </p:sp>
      <p:sp>
        <p:nvSpPr>
          <p:cNvPr id="5" name="Ellipse 4">
            <a:extLst>
              <a:ext uri="{FF2B5EF4-FFF2-40B4-BE49-F238E27FC236}">
                <a16:creationId xmlns:a16="http://schemas.microsoft.com/office/drawing/2014/main" id="{CFB5F76F-8428-25AC-1FA2-803E7280788E}"/>
              </a:ext>
            </a:extLst>
          </p:cNvPr>
          <p:cNvSpPr/>
          <p:nvPr/>
        </p:nvSpPr>
        <p:spPr>
          <a:xfrm>
            <a:off x="1086876" y="690342"/>
            <a:ext cx="581340" cy="554016"/>
          </a:xfrm>
          <a:prstGeom prst="ellipse">
            <a:avLst/>
          </a:prstGeom>
          <a:noFill/>
          <a:ln w="28575">
            <a:solidFill>
              <a:srgbClr val="EE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7" name="Grafik 6" descr="Ein Bild, das Grafiken, Farbigkeit, Grafikdesign, Screenshot enthält.&#10;&#10;KI-generierte Inhalte können fehlerhaft sein.">
            <a:extLst>
              <a:ext uri="{FF2B5EF4-FFF2-40B4-BE49-F238E27FC236}">
                <a16:creationId xmlns:a16="http://schemas.microsoft.com/office/drawing/2014/main" id="{BFA99292-AD24-5A19-2F90-6D6BF78084CA}"/>
              </a:ext>
            </a:extLst>
          </p:cNvPr>
          <p:cNvPicPr>
            <a:picLocks noChangeAspect="1"/>
          </p:cNvPicPr>
          <p:nvPr/>
        </p:nvPicPr>
        <p:blipFill>
          <a:blip r:embed="rId10"/>
          <a:stretch>
            <a:fillRect/>
          </a:stretch>
        </p:blipFill>
        <p:spPr>
          <a:xfrm>
            <a:off x="11456494" y="2760009"/>
            <a:ext cx="452320" cy="407088"/>
          </a:xfrm>
          <a:prstGeom prst="rect">
            <a:avLst/>
          </a:prstGeom>
          <a:ln>
            <a:noFill/>
          </a:ln>
          <a:effectLst>
            <a:outerShdw blurRad="292100" dist="139700" dir="2700000" algn="tl" rotWithShape="0">
              <a:srgbClr val="333333">
                <a:alpha val="65000"/>
              </a:srgbClr>
            </a:outerShdw>
          </a:effectLst>
        </p:spPr>
      </p:pic>
    </p:spTree>
    <p:custDataLst>
      <p:tags r:id="rId1"/>
    </p:custDataLst>
    <p:extLst>
      <p:ext uri="{BB962C8B-B14F-4D97-AF65-F5344CB8AC3E}">
        <p14:creationId xmlns:p14="http://schemas.microsoft.com/office/powerpoint/2010/main" val="33555157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72254-9F48-20AF-0DF1-C09702C60FBD}"/>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E777F2D4-388F-80C1-AB7B-7CA3114B039A}"/>
              </a:ext>
            </a:extLst>
          </p:cNvPr>
          <p:cNvSpPr>
            <a:spLocks noGrp="1"/>
          </p:cNvSpPr>
          <p:nvPr>
            <p:ph type="title"/>
          </p:nvPr>
        </p:nvSpPr>
        <p:spPr>
          <a:xfrm>
            <a:off x="5382483" y="322912"/>
            <a:ext cx="5431971" cy="846301"/>
          </a:xfrm>
        </p:spPr>
        <p:txBody>
          <a:bodyPr/>
          <a:lstStyle/>
          <a:p>
            <a:r>
              <a:rPr lang="de-DE"/>
              <a:t>Talk to </a:t>
            </a:r>
            <a:r>
              <a:rPr lang="de-DE" err="1"/>
              <a:t>copilot</a:t>
            </a:r>
            <a:r>
              <a:rPr lang="de-DE"/>
              <a:t> </a:t>
            </a:r>
            <a:r>
              <a:rPr lang="de-DE" err="1"/>
              <a:t>chat</a:t>
            </a:r>
            <a:endParaRPr lang="de-DE"/>
          </a:p>
        </p:txBody>
      </p:sp>
      <p:sp>
        <p:nvSpPr>
          <p:cNvPr id="10" name="Textfeld 9">
            <a:extLst>
              <a:ext uri="{FF2B5EF4-FFF2-40B4-BE49-F238E27FC236}">
                <a16:creationId xmlns:a16="http://schemas.microsoft.com/office/drawing/2014/main" id="{C47D476E-A6F4-8C91-EBC7-765D5B9AB338}"/>
              </a:ext>
            </a:extLst>
          </p:cNvPr>
          <p:cNvSpPr txBox="1"/>
          <p:nvPr/>
        </p:nvSpPr>
        <p:spPr>
          <a:xfrm>
            <a:off x="5241349" y="5691157"/>
            <a:ext cx="6099544" cy="261610"/>
          </a:xfrm>
          <a:prstGeom prst="rect">
            <a:avLst/>
          </a:prstGeom>
          <a:noFill/>
        </p:spPr>
        <p:txBody>
          <a:bodyPr wrap="square">
            <a:spAutoFit/>
          </a:bodyPr>
          <a:lstStyle/>
          <a:p>
            <a:r>
              <a:rPr lang="en-US" sz="1100" b="0" i="0">
                <a:effectLst/>
                <a:latin typeface="Segoe UI" panose="020B0502040204020203" pitchFamily="34" charset="0"/>
              </a:rPr>
              <a:t>If you are interested in diving deeper, follow this </a:t>
            </a:r>
            <a:r>
              <a:rPr lang="en-US" sz="1100" b="0" i="0">
                <a:effectLst/>
                <a:latin typeface="Segoe UI" panose="020B0502040204020203" pitchFamily="34" charset="0"/>
                <a:hlinkClick r:id="rId4"/>
              </a:rPr>
              <a:t>external link</a:t>
            </a:r>
            <a:r>
              <a:rPr lang="en-US" sz="1100" b="0" i="0">
                <a:effectLst/>
                <a:latin typeface="Segoe UI" panose="020B0502040204020203" pitchFamily="34" charset="0"/>
              </a:rPr>
              <a:t>.</a:t>
            </a:r>
            <a:endParaRPr lang="de-DE" sz="1100"/>
          </a:p>
        </p:txBody>
      </p:sp>
      <p:sp>
        <p:nvSpPr>
          <p:cNvPr id="12" name="Textfeld 11">
            <a:extLst>
              <a:ext uri="{FF2B5EF4-FFF2-40B4-BE49-F238E27FC236}">
                <a16:creationId xmlns:a16="http://schemas.microsoft.com/office/drawing/2014/main" id="{5F299962-CB03-37F3-76F8-483204480970}"/>
              </a:ext>
            </a:extLst>
          </p:cNvPr>
          <p:cNvSpPr txBox="1"/>
          <p:nvPr/>
        </p:nvSpPr>
        <p:spPr>
          <a:xfrm>
            <a:off x="5241349" y="1413063"/>
            <a:ext cx="6441305" cy="4278094"/>
          </a:xfrm>
          <a:prstGeom prst="rect">
            <a:avLst/>
          </a:prstGeom>
          <a:noFill/>
        </p:spPr>
        <p:txBody>
          <a:bodyPr wrap="square">
            <a:spAutoFit/>
          </a:bodyPr>
          <a:lstStyle/>
          <a:p>
            <a:r>
              <a:rPr lang="en-US" sz="1600" b="0" i="0">
                <a:effectLst/>
                <a:latin typeface="Segoe UI" panose="020B0502040204020203" pitchFamily="34" charset="0"/>
              </a:rPr>
              <a:t>Tired of hitting the keys? Or just not able to use the keyboard right now? </a:t>
            </a:r>
            <a:r>
              <a:rPr lang="en-US" sz="1600">
                <a:latin typeface="Segoe UI" panose="020B0502040204020203" pitchFamily="34" charset="0"/>
              </a:rPr>
              <a:t>Help is on the way!</a:t>
            </a:r>
            <a:endParaRPr lang="en-US" sz="1600" b="0" i="0">
              <a:effectLst/>
              <a:latin typeface="Segoe UI" panose="020B0502040204020203" pitchFamily="34" charset="0"/>
            </a:endParaRPr>
          </a:p>
          <a:p>
            <a:endParaRPr lang="en-US" sz="1600" b="0" i="0">
              <a:effectLst/>
              <a:latin typeface="Segoe UI" panose="020B0502040204020203" pitchFamily="34" charset="0"/>
            </a:endParaRPr>
          </a:p>
          <a:p>
            <a:pPr marL="171450" indent="-171450">
              <a:buFont typeface="Arial" panose="020B0604020202020204" pitchFamily="34" charset="0"/>
              <a:buChar char="•"/>
            </a:pPr>
            <a:r>
              <a:rPr lang="de-DE" sz="1600" b="0" i="0" err="1">
                <a:effectLst/>
                <a:latin typeface="Segoe UI" panose="020B0502040204020203" pitchFamily="34" charset="0"/>
              </a:rPr>
              <a:t>You</a:t>
            </a:r>
            <a:r>
              <a:rPr lang="de-DE" sz="1600" b="0" i="0">
                <a:effectLst/>
                <a:latin typeface="Segoe UI" panose="020B0502040204020203" pitchFamily="34" charset="0"/>
              </a:rPr>
              <a:t> </a:t>
            </a:r>
            <a:r>
              <a:rPr lang="de-DE" sz="1600" b="0" i="0" err="1">
                <a:effectLst/>
                <a:latin typeface="Segoe UI" panose="020B0502040204020203" pitchFamily="34" charset="0"/>
              </a:rPr>
              <a:t>can</a:t>
            </a:r>
            <a:r>
              <a:rPr lang="de-DE" sz="1600" b="0" i="0">
                <a:effectLst/>
                <a:latin typeface="Segoe UI" panose="020B0502040204020203" pitchFamily="34" charset="0"/>
              </a:rPr>
              <a:t> </a:t>
            </a:r>
            <a:r>
              <a:rPr lang="de-DE" sz="1600" b="0" i="0" err="1">
                <a:effectLst/>
                <a:latin typeface="Segoe UI" panose="020B0502040204020203" pitchFamily="34" charset="0"/>
              </a:rPr>
              <a:t>use</a:t>
            </a:r>
            <a:r>
              <a:rPr lang="de-DE" sz="1600" b="0" i="0">
                <a:effectLst/>
                <a:latin typeface="Segoe UI" panose="020B0502040204020203" pitchFamily="34" charset="0"/>
              </a:rPr>
              <a:t> </a:t>
            </a:r>
            <a:r>
              <a:rPr lang="de-DE" sz="1600" b="0" i="0" err="1">
                <a:effectLst/>
                <a:latin typeface="Segoe UI" panose="020B0502040204020203" pitchFamily="34" charset="0"/>
              </a:rPr>
              <a:t>your</a:t>
            </a:r>
            <a:r>
              <a:rPr lang="de-DE" sz="1600" b="0" i="0">
                <a:effectLst/>
                <a:latin typeface="Segoe UI" panose="020B0502040204020203" pitchFamily="34" charset="0"/>
              </a:rPr>
              <a:t> </a:t>
            </a:r>
            <a:r>
              <a:rPr lang="de-DE" sz="1600" b="0" i="0" err="1">
                <a:effectLst/>
                <a:latin typeface="Segoe UI" panose="020B0502040204020203" pitchFamily="34" charset="0"/>
              </a:rPr>
              <a:t>voice</a:t>
            </a:r>
            <a:r>
              <a:rPr lang="de-DE" sz="1600" b="0" i="0">
                <a:effectLst/>
                <a:latin typeface="Segoe UI" panose="020B0502040204020203" pitchFamily="34" charset="0"/>
              </a:rPr>
              <a:t> to </a:t>
            </a:r>
            <a:r>
              <a:rPr lang="de-DE" sz="1600" b="0" i="0" err="1">
                <a:effectLst/>
                <a:latin typeface="Segoe UI" panose="020B0502040204020203" pitchFamily="34" charset="0"/>
              </a:rPr>
              <a:t>let</a:t>
            </a:r>
            <a:r>
              <a:rPr lang="de-DE" sz="1600" b="0" i="0">
                <a:effectLst/>
                <a:latin typeface="Segoe UI" panose="020B0502040204020203" pitchFamily="34" charset="0"/>
              </a:rPr>
              <a:t> Microsoft 365 Copilot Chat </a:t>
            </a:r>
            <a:r>
              <a:rPr lang="de-DE" sz="1600" b="0" i="0" err="1">
                <a:effectLst/>
                <a:latin typeface="Segoe UI" panose="020B0502040204020203" pitchFamily="34" charset="0"/>
              </a:rPr>
              <a:t>know</a:t>
            </a:r>
            <a:r>
              <a:rPr lang="de-DE" sz="1600" b="0" i="0">
                <a:effectLst/>
                <a:latin typeface="Segoe UI" panose="020B0502040204020203" pitchFamily="34" charset="0"/>
              </a:rPr>
              <a:t> </a:t>
            </a:r>
            <a:r>
              <a:rPr lang="de-DE" sz="1600" b="0" i="0" err="1">
                <a:effectLst/>
                <a:latin typeface="Segoe UI" panose="020B0502040204020203" pitchFamily="34" charset="0"/>
              </a:rPr>
              <a:t>what</a:t>
            </a:r>
            <a:r>
              <a:rPr lang="de-DE" sz="1600" b="0" i="0">
                <a:effectLst/>
                <a:latin typeface="Segoe UI" panose="020B0502040204020203" pitchFamily="34" charset="0"/>
              </a:rPr>
              <a:t> </a:t>
            </a:r>
            <a:r>
              <a:rPr lang="de-DE" sz="1600" b="0" i="0" err="1">
                <a:effectLst/>
                <a:latin typeface="Segoe UI" panose="020B0502040204020203" pitchFamily="34" charset="0"/>
              </a:rPr>
              <a:t>you</a:t>
            </a:r>
            <a:r>
              <a:rPr lang="de-DE" sz="1600" b="0" i="0">
                <a:effectLst/>
                <a:latin typeface="Segoe UI" panose="020B0502040204020203" pitchFamily="34" charset="0"/>
              </a:rPr>
              <a:t> </a:t>
            </a:r>
            <a:r>
              <a:rPr lang="de-DE" sz="1600" b="0" i="0" err="1">
                <a:effectLst/>
                <a:latin typeface="Segoe UI" panose="020B0502040204020203" pitchFamily="34" charset="0"/>
              </a:rPr>
              <a:t>need</a:t>
            </a:r>
            <a:endParaRPr lang="de-DE" sz="1600" b="0" i="0">
              <a:effectLst/>
              <a:latin typeface="Segoe UI" panose="020B0502040204020203" pitchFamily="34" charset="0"/>
            </a:endParaRPr>
          </a:p>
          <a:p>
            <a:pPr marL="171450" indent="-171450">
              <a:buFont typeface="Arial" panose="020B0604020202020204" pitchFamily="34" charset="0"/>
              <a:buChar char="•"/>
            </a:pPr>
            <a:endParaRPr lang="de-DE" sz="1600">
              <a:latin typeface="Segoe UI" panose="020B0502040204020203" pitchFamily="34" charset="0"/>
            </a:endParaRPr>
          </a:p>
          <a:p>
            <a:pPr marL="171450" indent="-171450">
              <a:buFont typeface="Arial" panose="020B0604020202020204" pitchFamily="34" charset="0"/>
              <a:buChar char="•"/>
            </a:pPr>
            <a:r>
              <a:rPr lang="de-DE" sz="1600">
                <a:latin typeface="Segoe UI" panose="020B0502040204020203" pitchFamily="34" charset="0"/>
              </a:rPr>
              <a:t>Just </a:t>
            </a:r>
            <a:r>
              <a:rPr lang="de-DE" sz="1600" err="1">
                <a:latin typeface="Segoe UI" panose="020B0502040204020203" pitchFamily="34" charset="0"/>
              </a:rPr>
              <a:t>click</a:t>
            </a:r>
            <a:r>
              <a:rPr lang="de-DE" sz="1600">
                <a:latin typeface="Segoe UI" panose="020B0502040204020203" pitchFamily="34" charset="0"/>
              </a:rPr>
              <a:t> </a:t>
            </a:r>
            <a:r>
              <a:rPr lang="de-DE" sz="1600" err="1">
                <a:latin typeface="Segoe UI" panose="020B0502040204020203" pitchFamily="34" charset="0"/>
              </a:rPr>
              <a:t>the</a:t>
            </a:r>
            <a:r>
              <a:rPr lang="de-DE" sz="1600">
                <a:latin typeface="Segoe UI" panose="020B0502040204020203" pitchFamily="34" charset="0"/>
              </a:rPr>
              <a:t> </a:t>
            </a:r>
            <a:r>
              <a:rPr lang="de-DE" sz="1600" err="1">
                <a:latin typeface="Segoe UI" panose="020B0502040204020203" pitchFamily="34" charset="0"/>
              </a:rPr>
              <a:t>microphone</a:t>
            </a:r>
            <a:r>
              <a:rPr lang="de-DE" sz="1600">
                <a:latin typeface="Segoe UI" panose="020B0502040204020203" pitchFamily="34" charset="0"/>
              </a:rPr>
              <a:t> </a:t>
            </a:r>
            <a:r>
              <a:rPr lang="de-DE" sz="1600" err="1">
                <a:latin typeface="Segoe UI" panose="020B0502040204020203" pitchFamily="34" charset="0"/>
              </a:rPr>
              <a:t>symbol</a:t>
            </a:r>
            <a:r>
              <a:rPr lang="de-DE" sz="1600">
                <a:latin typeface="Segoe UI" panose="020B0502040204020203" pitchFamily="34" charset="0"/>
              </a:rPr>
              <a:t> in </a:t>
            </a:r>
            <a:r>
              <a:rPr lang="de-DE" sz="1600" err="1">
                <a:latin typeface="Segoe UI" panose="020B0502040204020203" pitchFamily="34" charset="0"/>
              </a:rPr>
              <a:t>the</a:t>
            </a:r>
            <a:r>
              <a:rPr lang="de-DE" sz="1600">
                <a:latin typeface="Segoe UI" panose="020B0502040204020203" pitchFamily="34" charset="0"/>
              </a:rPr>
              <a:t> prompt </a:t>
            </a:r>
            <a:r>
              <a:rPr lang="de-DE" sz="1600" err="1">
                <a:latin typeface="Segoe UI" panose="020B0502040204020203" pitchFamily="34" charset="0"/>
              </a:rPr>
              <a:t>window</a:t>
            </a:r>
            <a:endParaRPr lang="de-DE" sz="1600">
              <a:latin typeface="Segoe UI" panose="020B0502040204020203" pitchFamily="34" charset="0"/>
            </a:endParaRPr>
          </a:p>
          <a:p>
            <a:pPr marL="171450" indent="-171450">
              <a:buFont typeface="Arial" panose="020B0604020202020204" pitchFamily="34" charset="0"/>
              <a:buChar char="•"/>
            </a:pPr>
            <a:endParaRPr lang="de-DE" sz="1600">
              <a:latin typeface="Segoe UI" panose="020B0502040204020203" pitchFamily="34" charset="0"/>
            </a:endParaRPr>
          </a:p>
          <a:p>
            <a:pPr marL="171450" indent="-171450">
              <a:buFont typeface="Arial" panose="020B0604020202020204" pitchFamily="34" charset="0"/>
              <a:buChar char="•"/>
            </a:pPr>
            <a:r>
              <a:rPr lang="de-DE" sz="1600">
                <a:latin typeface="Segoe UI" panose="020B0502040204020203" pitchFamily="34" charset="0"/>
              </a:rPr>
              <a:t>Copilot </a:t>
            </a:r>
            <a:r>
              <a:rPr lang="de-DE" sz="1600" err="1">
                <a:latin typeface="Segoe UI" panose="020B0502040204020203" pitchFamily="34" charset="0"/>
              </a:rPr>
              <a:t>is</a:t>
            </a:r>
            <a:r>
              <a:rPr lang="de-DE" sz="1600">
                <a:latin typeface="Segoe UI" panose="020B0502040204020203" pitchFamily="34" charset="0"/>
              </a:rPr>
              <a:t> </a:t>
            </a:r>
            <a:r>
              <a:rPr lang="de-DE" sz="1600" err="1">
                <a:latin typeface="Segoe UI" panose="020B0502040204020203" pitchFamily="34" charset="0"/>
              </a:rPr>
              <a:t>listening</a:t>
            </a:r>
            <a:r>
              <a:rPr lang="de-DE" sz="1600">
                <a:latin typeface="Segoe UI" panose="020B0502040204020203" pitchFamily="34" charset="0"/>
              </a:rPr>
              <a:t> </a:t>
            </a:r>
            <a:r>
              <a:rPr lang="de-DE" sz="1600" err="1">
                <a:latin typeface="Segoe UI" panose="020B0502040204020203" pitchFamily="34" charset="0"/>
              </a:rPr>
              <a:t>carefully</a:t>
            </a:r>
            <a:r>
              <a:rPr lang="de-DE" sz="1600">
                <a:latin typeface="Segoe UI" panose="020B0502040204020203" pitchFamily="34" charset="0"/>
              </a:rPr>
              <a:t>, </a:t>
            </a:r>
            <a:r>
              <a:rPr lang="de-DE" sz="1600" err="1">
                <a:latin typeface="Segoe UI" panose="020B0502040204020203" pitchFamily="34" charset="0"/>
              </a:rPr>
              <a:t>writing</a:t>
            </a:r>
            <a:r>
              <a:rPr lang="de-DE" sz="1600">
                <a:latin typeface="Segoe UI" panose="020B0502040204020203" pitchFamily="34" charset="0"/>
              </a:rPr>
              <a:t> down </a:t>
            </a:r>
            <a:r>
              <a:rPr lang="de-DE" sz="1600" err="1">
                <a:latin typeface="Segoe UI" panose="020B0502040204020203" pitchFamily="34" charset="0"/>
              </a:rPr>
              <a:t>your</a:t>
            </a:r>
            <a:r>
              <a:rPr lang="de-DE" sz="1600">
                <a:latin typeface="Segoe UI" panose="020B0502040204020203" pitchFamily="34" charset="0"/>
              </a:rPr>
              <a:t> </a:t>
            </a:r>
            <a:r>
              <a:rPr lang="de-DE" sz="1600" err="1">
                <a:latin typeface="Segoe UI" panose="020B0502040204020203" pitchFamily="34" charset="0"/>
              </a:rPr>
              <a:t>inputs</a:t>
            </a:r>
            <a:r>
              <a:rPr lang="de-DE" sz="1600">
                <a:latin typeface="Segoe UI" panose="020B0502040204020203" pitchFamily="34" charset="0"/>
              </a:rPr>
              <a:t> after a </a:t>
            </a:r>
            <a:r>
              <a:rPr lang="de-DE" sz="1600" err="1">
                <a:latin typeface="Segoe UI" panose="020B0502040204020203" pitchFamily="34" charset="0"/>
              </a:rPr>
              <a:t>bit</a:t>
            </a:r>
            <a:r>
              <a:rPr lang="de-DE" sz="1600">
                <a:latin typeface="Segoe UI" panose="020B0502040204020203" pitchFamily="34" charset="0"/>
              </a:rPr>
              <a:t> so </a:t>
            </a:r>
            <a:r>
              <a:rPr lang="de-DE" sz="1600" err="1">
                <a:latin typeface="Segoe UI" panose="020B0502040204020203" pitchFamily="34" charset="0"/>
              </a:rPr>
              <a:t>that</a:t>
            </a:r>
            <a:r>
              <a:rPr lang="de-DE" sz="1600">
                <a:latin typeface="Segoe UI" panose="020B0502040204020203" pitchFamily="34" charset="0"/>
              </a:rPr>
              <a:t> </a:t>
            </a:r>
            <a:r>
              <a:rPr lang="de-DE" sz="1600" err="1">
                <a:latin typeface="Segoe UI" panose="020B0502040204020203" pitchFamily="34" charset="0"/>
              </a:rPr>
              <a:t>you</a:t>
            </a:r>
            <a:r>
              <a:rPr lang="de-DE" sz="1600">
                <a:latin typeface="Segoe UI" panose="020B0502040204020203" pitchFamily="34" charset="0"/>
              </a:rPr>
              <a:t> </a:t>
            </a:r>
            <a:r>
              <a:rPr lang="de-DE" sz="1600" err="1">
                <a:latin typeface="Segoe UI" panose="020B0502040204020203" pitchFamily="34" charset="0"/>
              </a:rPr>
              <a:t>can</a:t>
            </a:r>
            <a:r>
              <a:rPr lang="de-DE" sz="1600">
                <a:latin typeface="Segoe UI" panose="020B0502040204020203" pitchFamily="34" charset="0"/>
              </a:rPr>
              <a:t> </a:t>
            </a:r>
            <a:r>
              <a:rPr lang="de-DE" sz="1600" err="1">
                <a:latin typeface="Segoe UI" panose="020B0502040204020203" pitchFamily="34" charset="0"/>
              </a:rPr>
              <a:t>be</a:t>
            </a:r>
            <a:r>
              <a:rPr lang="de-DE" sz="1600">
                <a:latin typeface="Segoe UI" panose="020B0502040204020203" pitchFamily="34" charset="0"/>
              </a:rPr>
              <a:t> </a:t>
            </a:r>
            <a:r>
              <a:rPr lang="de-DE" sz="1600" err="1">
                <a:latin typeface="Segoe UI" panose="020B0502040204020203" pitchFamily="34" charset="0"/>
              </a:rPr>
              <a:t>sure</a:t>
            </a:r>
            <a:r>
              <a:rPr lang="de-DE" sz="1600">
                <a:latin typeface="Segoe UI" panose="020B0502040204020203" pitchFamily="34" charset="0"/>
              </a:rPr>
              <a:t> </a:t>
            </a:r>
            <a:r>
              <a:rPr lang="de-DE" sz="1600" err="1">
                <a:latin typeface="Segoe UI" panose="020B0502040204020203" pitchFamily="34" charset="0"/>
              </a:rPr>
              <a:t>it</a:t>
            </a:r>
            <a:r>
              <a:rPr lang="de-DE" sz="1600">
                <a:latin typeface="Segoe UI" panose="020B0502040204020203" pitchFamily="34" charset="0"/>
              </a:rPr>
              <a:t> </a:t>
            </a:r>
            <a:r>
              <a:rPr lang="de-DE" sz="1600" err="1">
                <a:latin typeface="Segoe UI" panose="020B0502040204020203" pitchFamily="34" charset="0"/>
              </a:rPr>
              <a:t>understands</a:t>
            </a:r>
            <a:r>
              <a:rPr lang="de-DE" sz="1600">
                <a:latin typeface="Segoe UI" panose="020B0502040204020203" pitchFamily="34" charset="0"/>
              </a:rPr>
              <a:t> </a:t>
            </a:r>
            <a:r>
              <a:rPr lang="de-DE" sz="1600" err="1">
                <a:latin typeface="Segoe UI" panose="020B0502040204020203" pitchFamily="34" charset="0"/>
              </a:rPr>
              <a:t>what</a:t>
            </a:r>
            <a:r>
              <a:rPr lang="de-DE" sz="1600">
                <a:latin typeface="Segoe UI" panose="020B0502040204020203" pitchFamily="34" charset="0"/>
              </a:rPr>
              <a:t> </a:t>
            </a:r>
            <a:r>
              <a:rPr lang="de-DE" sz="1600" err="1">
                <a:latin typeface="Segoe UI" panose="020B0502040204020203" pitchFamily="34" charset="0"/>
              </a:rPr>
              <a:t>you</a:t>
            </a:r>
            <a:r>
              <a:rPr lang="de-DE" sz="1600">
                <a:latin typeface="Segoe UI" panose="020B0502040204020203" pitchFamily="34" charset="0"/>
              </a:rPr>
              <a:t> </a:t>
            </a:r>
            <a:r>
              <a:rPr lang="de-DE" sz="1600" err="1">
                <a:latin typeface="Segoe UI" panose="020B0502040204020203" pitchFamily="34" charset="0"/>
              </a:rPr>
              <a:t>are</a:t>
            </a:r>
            <a:r>
              <a:rPr lang="de-DE" sz="1600">
                <a:latin typeface="Segoe UI" panose="020B0502040204020203" pitchFamily="34" charset="0"/>
              </a:rPr>
              <a:t> </a:t>
            </a:r>
            <a:r>
              <a:rPr lang="de-DE" sz="1600" err="1">
                <a:latin typeface="Segoe UI" panose="020B0502040204020203" pitchFamily="34" charset="0"/>
              </a:rPr>
              <a:t>saying</a:t>
            </a:r>
            <a:endParaRPr lang="de-DE" sz="1600">
              <a:latin typeface="Segoe UI" panose="020B0502040204020203" pitchFamily="34" charset="0"/>
            </a:endParaRPr>
          </a:p>
          <a:p>
            <a:pPr marL="171450" indent="-171450">
              <a:buFont typeface="Arial" panose="020B0604020202020204" pitchFamily="34" charset="0"/>
              <a:buChar char="•"/>
            </a:pPr>
            <a:endParaRPr lang="de-DE" sz="1600">
              <a:latin typeface="Segoe UI" panose="020B0502040204020203" pitchFamily="34" charset="0"/>
            </a:endParaRPr>
          </a:p>
          <a:p>
            <a:pPr marL="171450" indent="-171450">
              <a:buFont typeface="Arial" panose="020B0604020202020204" pitchFamily="34" charset="0"/>
              <a:buChar char="•"/>
            </a:pPr>
            <a:r>
              <a:rPr lang="de-DE" sz="1600">
                <a:latin typeface="Segoe UI" panose="020B0502040204020203" pitchFamily="34" charset="0"/>
              </a:rPr>
              <a:t>All </a:t>
            </a:r>
            <a:r>
              <a:rPr lang="de-DE" sz="1600" err="1">
                <a:latin typeface="Segoe UI" panose="020B0502040204020203" pitchFamily="34" charset="0"/>
              </a:rPr>
              <a:t>said</a:t>
            </a:r>
            <a:r>
              <a:rPr lang="de-DE" sz="1600">
                <a:latin typeface="Segoe UI" panose="020B0502040204020203" pitchFamily="34" charset="0"/>
              </a:rPr>
              <a:t>? </a:t>
            </a:r>
            <a:r>
              <a:rPr lang="de-DE" sz="1600" err="1">
                <a:latin typeface="Segoe UI" panose="020B0502040204020203" pitchFamily="34" charset="0"/>
              </a:rPr>
              <a:t>Then</a:t>
            </a:r>
            <a:r>
              <a:rPr lang="de-DE" sz="1600">
                <a:latin typeface="Segoe UI" panose="020B0502040204020203" pitchFamily="34" charset="0"/>
              </a:rPr>
              <a:t> </a:t>
            </a:r>
            <a:r>
              <a:rPr lang="de-DE" sz="1600" err="1">
                <a:latin typeface="Segoe UI" panose="020B0502040204020203" pitchFamily="34" charset="0"/>
              </a:rPr>
              <a:t>hit</a:t>
            </a:r>
            <a:r>
              <a:rPr lang="de-DE" sz="1600">
                <a:latin typeface="Segoe UI" panose="020B0502040204020203" pitchFamily="34" charset="0"/>
              </a:rPr>
              <a:t> </a:t>
            </a:r>
            <a:r>
              <a:rPr lang="de-DE" sz="1600" err="1">
                <a:latin typeface="Segoe UI" panose="020B0502040204020203" pitchFamily="34" charset="0"/>
              </a:rPr>
              <a:t>the</a:t>
            </a:r>
            <a:r>
              <a:rPr lang="de-DE" sz="1600">
                <a:latin typeface="Segoe UI" panose="020B0502040204020203" pitchFamily="34" charset="0"/>
              </a:rPr>
              <a:t> send </a:t>
            </a:r>
            <a:r>
              <a:rPr lang="de-DE" sz="1600" err="1">
                <a:latin typeface="Segoe UI" panose="020B0502040204020203" pitchFamily="34" charset="0"/>
              </a:rPr>
              <a:t>button</a:t>
            </a:r>
            <a:r>
              <a:rPr lang="de-DE" sz="1600">
                <a:latin typeface="Segoe UI" panose="020B0502040204020203" pitchFamily="34" charset="0"/>
              </a:rPr>
              <a:t> and Copilot Chat </a:t>
            </a:r>
            <a:r>
              <a:rPr lang="de-DE" sz="1600" err="1">
                <a:latin typeface="Segoe UI" panose="020B0502040204020203" pitchFamily="34" charset="0"/>
              </a:rPr>
              <a:t>acts</a:t>
            </a:r>
            <a:r>
              <a:rPr lang="de-DE" sz="1600">
                <a:latin typeface="Segoe UI" panose="020B0502040204020203" pitchFamily="34" charset="0"/>
              </a:rPr>
              <a:t> on </a:t>
            </a:r>
            <a:r>
              <a:rPr lang="de-DE" sz="1600" err="1">
                <a:latin typeface="Segoe UI" panose="020B0502040204020203" pitchFamily="34" charset="0"/>
              </a:rPr>
              <a:t>your</a:t>
            </a:r>
            <a:r>
              <a:rPr lang="de-DE" sz="1600">
                <a:latin typeface="Segoe UI" panose="020B0502040204020203" pitchFamily="34" charset="0"/>
              </a:rPr>
              <a:t> </a:t>
            </a:r>
            <a:r>
              <a:rPr lang="de-DE" sz="1600" err="1">
                <a:latin typeface="Segoe UI" panose="020B0502040204020203" pitchFamily="34" charset="0"/>
              </a:rPr>
              <a:t>dictated</a:t>
            </a:r>
            <a:r>
              <a:rPr lang="de-DE" sz="1600">
                <a:latin typeface="Segoe UI" panose="020B0502040204020203" pitchFamily="34" charset="0"/>
              </a:rPr>
              <a:t> prompt </a:t>
            </a:r>
            <a:r>
              <a:rPr lang="de-DE" sz="1600" err="1">
                <a:latin typeface="Segoe UI" panose="020B0502040204020203" pitchFamily="34" charset="0"/>
              </a:rPr>
              <a:t>as</a:t>
            </a:r>
            <a:r>
              <a:rPr lang="de-DE" sz="1600">
                <a:latin typeface="Segoe UI" panose="020B0502040204020203" pitchFamily="34" charset="0"/>
              </a:rPr>
              <a:t> </a:t>
            </a:r>
            <a:r>
              <a:rPr lang="de-DE" sz="1600" err="1">
                <a:latin typeface="Segoe UI" panose="020B0502040204020203" pitchFamily="34" charset="0"/>
              </a:rPr>
              <a:t>it</a:t>
            </a:r>
            <a:r>
              <a:rPr lang="de-DE" sz="1600">
                <a:latin typeface="Segoe UI" panose="020B0502040204020203" pitchFamily="34" charset="0"/>
              </a:rPr>
              <a:t> </a:t>
            </a:r>
            <a:r>
              <a:rPr lang="de-DE" sz="1600" err="1">
                <a:latin typeface="Segoe UI" panose="020B0502040204020203" pitchFamily="34" charset="0"/>
              </a:rPr>
              <a:t>would</a:t>
            </a:r>
            <a:r>
              <a:rPr lang="de-DE" sz="1600">
                <a:latin typeface="Segoe UI" panose="020B0502040204020203" pitchFamily="34" charset="0"/>
              </a:rPr>
              <a:t> </a:t>
            </a:r>
            <a:r>
              <a:rPr lang="de-DE" sz="1600" err="1">
                <a:latin typeface="Segoe UI" panose="020B0502040204020203" pitchFamily="34" charset="0"/>
              </a:rPr>
              <a:t>be</a:t>
            </a:r>
            <a:r>
              <a:rPr lang="de-DE" sz="1600">
                <a:latin typeface="Segoe UI" panose="020B0502040204020203" pitchFamily="34" charset="0"/>
              </a:rPr>
              <a:t> </a:t>
            </a:r>
            <a:r>
              <a:rPr lang="de-DE" sz="1600" err="1">
                <a:latin typeface="Segoe UI" panose="020B0502040204020203" pitchFamily="34" charset="0"/>
              </a:rPr>
              <a:t>if</a:t>
            </a:r>
            <a:r>
              <a:rPr lang="de-DE" sz="1600">
                <a:latin typeface="Segoe UI" panose="020B0502040204020203" pitchFamily="34" charset="0"/>
              </a:rPr>
              <a:t> </a:t>
            </a:r>
            <a:r>
              <a:rPr lang="de-DE" sz="1600" err="1">
                <a:latin typeface="Segoe UI" panose="020B0502040204020203" pitchFamily="34" charset="0"/>
              </a:rPr>
              <a:t>you</a:t>
            </a:r>
            <a:r>
              <a:rPr lang="de-DE" sz="1600">
                <a:latin typeface="Segoe UI" panose="020B0502040204020203" pitchFamily="34" charset="0"/>
              </a:rPr>
              <a:t> </a:t>
            </a:r>
            <a:r>
              <a:rPr lang="de-DE" sz="1600" err="1">
                <a:latin typeface="Segoe UI" panose="020B0502040204020203" pitchFamily="34" charset="0"/>
              </a:rPr>
              <a:t>had</a:t>
            </a:r>
            <a:r>
              <a:rPr lang="de-DE" sz="1600">
                <a:latin typeface="Segoe UI" panose="020B0502040204020203" pitchFamily="34" charset="0"/>
              </a:rPr>
              <a:t> </a:t>
            </a:r>
            <a:r>
              <a:rPr lang="de-DE" sz="1600" err="1">
                <a:latin typeface="Segoe UI" panose="020B0502040204020203" pitchFamily="34" charset="0"/>
              </a:rPr>
              <a:t>written</a:t>
            </a:r>
            <a:r>
              <a:rPr lang="de-DE" sz="1600">
                <a:latin typeface="Segoe UI" panose="020B0502040204020203" pitchFamily="34" charset="0"/>
              </a:rPr>
              <a:t> </a:t>
            </a:r>
            <a:r>
              <a:rPr lang="de-DE" sz="1600" err="1">
                <a:latin typeface="Segoe UI" panose="020B0502040204020203" pitchFamily="34" charset="0"/>
              </a:rPr>
              <a:t>it</a:t>
            </a:r>
            <a:endParaRPr lang="de-DE" sz="1600">
              <a:latin typeface="Segoe UI" panose="020B0502040204020203" pitchFamily="34" charset="0"/>
            </a:endParaRPr>
          </a:p>
          <a:p>
            <a:pPr marL="171450" indent="-171450">
              <a:buFont typeface="Arial" panose="020B0604020202020204" pitchFamily="34" charset="0"/>
              <a:buChar char="•"/>
            </a:pPr>
            <a:endParaRPr lang="de-DE" sz="1600">
              <a:latin typeface="Segoe UI" panose="020B0502040204020203" pitchFamily="34" charset="0"/>
            </a:endParaRPr>
          </a:p>
          <a:p>
            <a:pPr marL="171450" indent="-171450">
              <a:buFont typeface="Arial" panose="020B0604020202020204" pitchFamily="34" charset="0"/>
              <a:buChar char="•"/>
            </a:pPr>
            <a:r>
              <a:rPr lang="de-DE" sz="1600" err="1">
                <a:latin typeface="Segoe UI" panose="020B0502040204020203" pitchFamily="34" charset="0"/>
              </a:rPr>
              <a:t>No</a:t>
            </a:r>
            <a:r>
              <a:rPr lang="de-DE" sz="1600">
                <a:latin typeface="Segoe UI" panose="020B0502040204020203" pitchFamily="34" charset="0"/>
              </a:rPr>
              <a:t> </a:t>
            </a:r>
            <a:r>
              <a:rPr lang="de-DE" sz="1600" err="1">
                <a:latin typeface="Segoe UI" panose="020B0502040204020203" pitchFamily="34" charset="0"/>
              </a:rPr>
              <a:t>capacity</a:t>
            </a:r>
            <a:r>
              <a:rPr lang="de-DE" sz="1600">
                <a:latin typeface="Segoe UI" panose="020B0502040204020203" pitchFamily="34" charset="0"/>
              </a:rPr>
              <a:t> to </a:t>
            </a:r>
            <a:r>
              <a:rPr lang="de-DE" sz="1600" err="1">
                <a:latin typeface="Segoe UI" panose="020B0502040204020203" pitchFamily="34" charset="0"/>
              </a:rPr>
              <a:t>read</a:t>
            </a:r>
            <a:r>
              <a:rPr lang="de-DE" sz="1600">
                <a:latin typeface="Segoe UI" panose="020B0502040204020203" pitchFamily="34" charset="0"/>
              </a:rPr>
              <a:t> </a:t>
            </a:r>
            <a:r>
              <a:rPr lang="de-DE" sz="1600" err="1">
                <a:latin typeface="Segoe UI" panose="020B0502040204020203" pitchFamily="34" charset="0"/>
              </a:rPr>
              <a:t>through</a:t>
            </a:r>
            <a:r>
              <a:rPr lang="de-DE" sz="1600">
                <a:latin typeface="Segoe UI" panose="020B0502040204020203" pitchFamily="34" charset="0"/>
              </a:rPr>
              <a:t> </a:t>
            </a:r>
            <a:r>
              <a:rPr lang="de-DE" sz="1600" err="1">
                <a:latin typeface="Segoe UI" panose="020B0502040204020203" pitchFamily="34" charset="0"/>
              </a:rPr>
              <a:t>the</a:t>
            </a:r>
            <a:r>
              <a:rPr lang="de-DE" sz="1600">
                <a:latin typeface="Segoe UI" panose="020B0502040204020203" pitchFamily="34" charset="0"/>
              </a:rPr>
              <a:t> </a:t>
            </a:r>
            <a:r>
              <a:rPr lang="de-DE" sz="1600" err="1">
                <a:latin typeface="Segoe UI" panose="020B0502040204020203" pitchFamily="34" charset="0"/>
              </a:rPr>
              <a:t>answer</a:t>
            </a:r>
            <a:r>
              <a:rPr lang="de-DE" sz="1600">
                <a:latin typeface="Segoe UI" panose="020B0502040204020203" pitchFamily="34" charset="0"/>
              </a:rPr>
              <a:t>? </a:t>
            </a:r>
            <a:r>
              <a:rPr lang="de-DE" sz="1600" err="1">
                <a:latin typeface="Segoe UI" panose="020B0502040204020203" pitchFamily="34" charset="0"/>
              </a:rPr>
              <a:t>No</a:t>
            </a:r>
            <a:r>
              <a:rPr lang="de-DE" sz="1600">
                <a:latin typeface="Segoe UI" panose="020B0502040204020203" pitchFamily="34" charset="0"/>
              </a:rPr>
              <a:t> </a:t>
            </a:r>
            <a:r>
              <a:rPr lang="de-DE" sz="1600" err="1">
                <a:latin typeface="Segoe UI" panose="020B0502040204020203" pitchFamily="34" charset="0"/>
              </a:rPr>
              <a:t>problem</a:t>
            </a:r>
            <a:r>
              <a:rPr lang="de-DE" sz="1600">
                <a:latin typeface="Segoe UI" panose="020B0502040204020203" pitchFamily="34" charset="0"/>
              </a:rPr>
              <a:t>, </a:t>
            </a:r>
            <a:r>
              <a:rPr lang="de-DE" sz="1600" err="1">
                <a:latin typeface="Segoe UI" panose="020B0502040204020203" pitchFamily="34" charset="0"/>
              </a:rPr>
              <a:t>click</a:t>
            </a:r>
            <a:r>
              <a:rPr lang="de-DE" sz="1600">
                <a:latin typeface="Segoe UI" panose="020B0502040204020203" pitchFamily="34" charset="0"/>
              </a:rPr>
              <a:t> „</a:t>
            </a:r>
            <a:r>
              <a:rPr lang="de-DE" sz="1600" err="1">
                <a:latin typeface="Segoe UI" panose="020B0502040204020203" pitchFamily="34" charset="0"/>
              </a:rPr>
              <a:t>read</a:t>
            </a:r>
            <a:r>
              <a:rPr lang="de-DE" sz="1600">
                <a:latin typeface="Segoe UI" panose="020B0502040204020203" pitchFamily="34" charset="0"/>
              </a:rPr>
              <a:t> </a:t>
            </a:r>
            <a:r>
              <a:rPr lang="de-DE" sz="1600" err="1">
                <a:latin typeface="Segoe UI" panose="020B0502040204020203" pitchFamily="34" charset="0"/>
              </a:rPr>
              <a:t>aloud</a:t>
            </a:r>
            <a:r>
              <a:rPr lang="de-DE" sz="1600">
                <a:latin typeface="Segoe UI" panose="020B0502040204020203" pitchFamily="34" charset="0"/>
              </a:rPr>
              <a:t>“ </a:t>
            </a:r>
            <a:r>
              <a:rPr lang="de-DE" sz="1600" err="1">
                <a:latin typeface="Segoe UI" panose="020B0502040204020203" pitchFamily="34" charset="0"/>
              </a:rPr>
              <a:t>the</a:t>
            </a:r>
            <a:r>
              <a:rPr lang="de-DE" sz="1600">
                <a:latin typeface="Segoe UI" panose="020B0502040204020203" pitchFamily="34" charset="0"/>
              </a:rPr>
              <a:t> </a:t>
            </a:r>
            <a:r>
              <a:rPr lang="de-DE" sz="1600" err="1">
                <a:latin typeface="Segoe UI" panose="020B0502040204020203" pitchFamily="34" charset="0"/>
              </a:rPr>
              <a:t>bottom</a:t>
            </a:r>
            <a:r>
              <a:rPr lang="de-DE" sz="1600">
                <a:latin typeface="Segoe UI" panose="020B0502040204020203" pitchFamily="34" charset="0"/>
              </a:rPr>
              <a:t> and just listen to </a:t>
            </a:r>
            <a:r>
              <a:rPr lang="de-DE" sz="1600" err="1">
                <a:latin typeface="Segoe UI" panose="020B0502040204020203" pitchFamily="34" charset="0"/>
              </a:rPr>
              <a:t>it</a:t>
            </a:r>
            <a:endParaRPr lang="de-DE" sz="1600"/>
          </a:p>
          <a:p>
            <a:pPr marL="171450" indent="-171450">
              <a:buFont typeface="Arial" panose="020B0604020202020204" pitchFamily="34" charset="0"/>
              <a:buChar char="•"/>
            </a:pPr>
            <a:endParaRPr lang="de-DE" sz="1600"/>
          </a:p>
        </p:txBody>
      </p:sp>
      <p:pic>
        <p:nvPicPr>
          <p:cNvPr id="4" name="Grafik 3" descr="Ein Bild, das Text, Screenshot, Schrift enthält.&#10;&#10;KI-generierte Inhalte können fehlerhaft sein.">
            <a:extLst>
              <a:ext uri="{FF2B5EF4-FFF2-40B4-BE49-F238E27FC236}">
                <a16:creationId xmlns:a16="http://schemas.microsoft.com/office/drawing/2014/main" id="{E0935CFB-DE2C-EF4B-347F-4FA5628A9A7F}"/>
              </a:ext>
            </a:extLst>
          </p:cNvPr>
          <p:cNvPicPr>
            <a:picLocks noChangeAspect="1"/>
          </p:cNvPicPr>
          <p:nvPr/>
        </p:nvPicPr>
        <p:blipFill>
          <a:blip r:embed="rId5"/>
          <a:stretch>
            <a:fillRect/>
          </a:stretch>
        </p:blipFill>
        <p:spPr>
          <a:xfrm>
            <a:off x="637287" y="1073943"/>
            <a:ext cx="4055826" cy="1311510"/>
          </a:xfrm>
          <a:prstGeom prst="rect">
            <a:avLst/>
          </a:prstGeom>
          <a:ln>
            <a:noFill/>
          </a:ln>
          <a:effectLst>
            <a:outerShdw blurRad="292100" dist="139700" dir="2700000" algn="tl" rotWithShape="0">
              <a:srgbClr val="333333">
                <a:alpha val="65000"/>
              </a:srgbClr>
            </a:outerShdw>
          </a:effectLst>
        </p:spPr>
      </p:pic>
      <p:sp>
        <p:nvSpPr>
          <p:cNvPr id="5" name="Ellipse 4">
            <a:extLst>
              <a:ext uri="{FF2B5EF4-FFF2-40B4-BE49-F238E27FC236}">
                <a16:creationId xmlns:a16="http://schemas.microsoft.com/office/drawing/2014/main" id="{6512BA45-A24B-5858-41BA-470F0E0B03F0}"/>
              </a:ext>
            </a:extLst>
          </p:cNvPr>
          <p:cNvSpPr/>
          <p:nvPr/>
        </p:nvSpPr>
        <p:spPr>
          <a:xfrm>
            <a:off x="3997009" y="1973668"/>
            <a:ext cx="365976" cy="375449"/>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Pfeil: nach unten 5">
            <a:extLst>
              <a:ext uri="{FF2B5EF4-FFF2-40B4-BE49-F238E27FC236}">
                <a16:creationId xmlns:a16="http://schemas.microsoft.com/office/drawing/2014/main" id="{C92406CA-6B4C-B45D-6ACE-2F7FD91AD185}"/>
              </a:ext>
            </a:extLst>
          </p:cNvPr>
          <p:cNvSpPr/>
          <p:nvPr/>
        </p:nvSpPr>
        <p:spPr>
          <a:xfrm rot="5400000">
            <a:off x="4600237" y="1937767"/>
            <a:ext cx="185753" cy="459362"/>
          </a:xfrm>
          <a:prstGeom prst="downArrow">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Grafik 7" descr="Ein Bild, das Text, Screenshot, Schrift enthält.&#10;&#10;KI-generierte Inhalte können fehlerhaft sein.">
            <a:extLst>
              <a:ext uri="{FF2B5EF4-FFF2-40B4-BE49-F238E27FC236}">
                <a16:creationId xmlns:a16="http://schemas.microsoft.com/office/drawing/2014/main" id="{71FCDAE8-F053-5311-8B46-C4213C4E8159}"/>
              </a:ext>
            </a:extLst>
          </p:cNvPr>
          <p:cNvPicPr>
            <a:picLocks noChangeAspect="1"/>
          </p:cNvPicPr>
          <p:nvPr/>
        </p:nvPicPr>
        <p:blipFill>
          <a:blip r:embed="rId6"/>
          <a:stretch>
            <a:fillRect/>
          </a:stretch>
        </p:blipFill>
        <p:spPr>
          <a:xfrm>
            <a:off x="637287" y="2481622"/>
            <a:ext cx="4055826" cy="1300510"/>
          </a:xfrm>
          <a:prstGeom prst="rect">
            <a:avLst/>
          </a:prstGeom>
          <a:ln>
            <a:noFill/>
          </a:ln>
          <a:effectLst>
            <a:outerShdw blurRad="292100" dist="139700" dir="2700000" algn="tl" rotWithShape="0">
              <a:srgbClr val="333333">
                <a:alpha val="65000"/>
              </a:srgbClr>
            </a:outerShdw>
          </a:effectLst>
        </p:spPr>
      </p:pic>
      <p:sp>
        <p:nvSpPr>
          <p:cNvPr id="9" name="Ellipse 8">
            <a:extLst>
              <a:ext uri="{FF2B5EF4-FFF2-40B4-BE49-F238E27FC236}">
                <a16:creationId xmlns:a16="http://schemas.microsoft.com/office/drawing/2014/main" id="{7B58625D-BCD0-8B81-0575-946D23BD5261}"/>
              </a:ext>
            </a:extLst>
          </p:cNvPr>
          <p:cNvSpPr/>
          <p:nvPr/>
        </p:nvSpPr>
        <p:spPr>
          <a:xfrm>
            <a:off x="3966729" y="3370347"/>
            <a:ext cx="365976" cy="375449"/>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Pfeil: nach unten 10">
            <a:extLst>
              <a:ext uri="{FF2B5EF4-FFF2-40B4-BE49-F238E27FC236}">
                <a16:creationId xmlns:a16="http://schemas.microsoft.com/office/drawing/2014/main" id="{F4CDBCC9-C275-371E-FE98-A20BFBF0BBDF}"/>
              </a:ext>
            </a:extLst>
          </p:cNvPr>
          <p:cNvSpPr/>
          <p:nvPr/>
        </p:nvSpPr>
        <p:spPr>
          <a:xfrm rot="5400000">
            <a:off x="1633988" y="3076186"/>
            <a:ext cx="185753" cy="459362"/>
          </a:xfrm>
          <a:prstGeom prst="downArrow">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4" name="Grafik 13" descr="Ein Bild, das Text, Screenshot, Schrift enthält.&#10;&#10;KI-generierte Inhalte können fehlerhaft sein.">
            <a:extLst>
              <a:ext uri="{FF2B5EF4-FFF2-40B4-BE49-F238E27FC236}">
                <a16:creationId xmlns:a16="http://schemas.microsoft.com/office/drawing/2014/main" id="{9BEC5409-249E-F8C8-B336-D2DF6A1AF0EA}"/>
              </a:ext>
            </a:extLst>
          </p:cNvPr>
          <p:cNvPicPr>
            <a:picLocks noChangeAspect="1"/>
          </p:cNvPicPr>
          <p:nvPr/>
        </p:nvPicPr>
        <p:blipFill>
          <a:blip r:embed="rId7"/>
          <a:stretch>
            <a:fillRect/>
          </a:stretch>
        </p:blipFill>
        <p:spPr>
          <a:xfrm>
            <a:off x="637288" y="3919436"/>
            <a:ext cx="4055826" cy="1239603"/>
          </a:xfrm>
          <a:prstGeom prst="rect">
            <a:avLst/>
          </a:prstGeom>
          <a:ln>
            <a:noFill/>
          </a:ln>
          <a:effectLst>
            <a:outerShdw blurRad="292100" dist="139700" dir="2700000" algn="tl" rotWithShape="0">
              <a:srgbClr val="333333">
                <a:alpha val="65000"/>
              </a:srgbClr>
            </a:outerShdw>
          </a:effectLst>
        </p:spPr>
      </p:pic>
      <p:sp>
        <p:nvSpPr>
          <p:cNvPr id="16" name="Ellipse 15">
            <a:extLst>
              <a:ext uri="{FF2B5EF4-FFF2-40B4-BE49-F238E27FC236}">
                <a16:creationId xmlns:a16="http://schemas.microsoft.com/office/drawing/2014/main" id="{212DFCF7-22AF-1656-E2A2-187B1ADF7060}"/>
              </a:ext>
            </a:extLst>
          </p:cNvPr>
          <p:cNvSpPr/>
          <p:nvPr/>
        </p:nvSpPr>
        <p:spPr>
          <a:xfrm>
            <a:off x="4262276" y="4771479"/>
            <a:ext cx="365976" cy="375449"/>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8" name="Grafik 17" descr="Ein Bild, das Text, Screenshot, Schrift, Grafiken enthält.&#10;&#10;KI-generierte Inhalte können fehlerhaft sein.">
            <a:extLst>
              <a:ext uri="{FF2B5EF4-FFF2-40B4-BE49-F238E27FC236}">
                <a16:creationId xmlns:a16="http://schemas.microsoft.com/office/drawing/2014/main" id="{5B6765C7-9F35-3B5B-7F10-CA06FAA51BC6}"/>
              </a:ext>
            </a:extLst>
          </p:cNvPr>
          <p:cNvPicPr>
            <a:picLocks noChangeAspect="1"/>
          </p:cNvPicPr>
          <p:nvPr/>
        </p:nvPicPr>
        <p:blipFill>
          <a:blip r:embed="rId8"/>
          <a:stretch>
            <a:fillRect/>
          </a:stretch>
        </p:blipFill>
        <p:spPr>
          <a:xfrm>
            <a:off x="2468725" y="5404907"/>
            <a:ext cx="2224388" cy="819180"/>
          </a:xfrm>
          <a:prstGeom prst="rect">
            <a:avLst/>
          </a:prstGeom>
          <a:ln>
            <a:noFill/>
          </a:ln>
          <a:effectLst>
            <a:outerShdw blurRad="292100" dist="139700" dir="2700000" algn="tl" rotWithShape="0">
              <a:srgbClr val="333333">
                <a:alpha val="65000"/>
              </a:srgbClr>
            </a:outerShdw>
          </a:effectLst>
        </p:spPr>
      </p:pic>
      <p:sp>
        <p:nvSpPr>
          <p:cNvPr id="19" name="Ellipse 18">
            <a:extLst>
              <a:ext uri="{FF2B5EF4-FFF2-40B4-BE49-F238E27FC236}">
                <a16:creationId xmlns:a16="http://schemas.microsoft.com/office/drawing/2014/main" id="{F5CC713D-0C51-7619-1361-F1D3C6F3566B}"/>
              </a:ext>
            </a:extLst>
          </p:cNvPr>
          <p:cNvSpPr/>
          <p:nvPr/>
        </p:nvSpPr>
        <p:spPr>
          <a:xfrm>
            <a:off x="3410043" y="5521600"/>
            <a:ext cx="365976" cy="375449"/>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custDataLst>
      <p:tags r:id="rId1"/>
    </p:custDataLst>
    <p:extLst>
      <p:ext uri="{BB962C8B-B14F-4D97-AF65-F5344CB8AC3E}">
        <p14:creationId xmlns:p14="http://schemas.microsoft.com/office/powerpoint/2010/main" val="7406400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8BC82-184D-0F1D-90B6-45A7B139D6BB}"/>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305927AE-7BD8-1F1C-EEBA-50E298F7DAAE}"/>
              </a:ext>
            </a:extLst>
          </p:cNvPr>
          <p:cNvSpPr>
            <a:spLocks noGrp="1"/>
          </p:cNvSpPr>
          <p:nvPr>
            <p:ph type="title"/>
          </p:nvPr>
        </p:nvSpPr>
        <p:spPr>
          <a:xfrm>
            <a:off x="5382483" y="322912"/>
            <a:ext cx="5431971" cy="846301"/>
          </a:xfrm>
        </p:spPr>
        <p:txBody>
          <a:bodyPr/>
          <a:lstStyle/>
          <a:p>
            <a:r>
              <a:rPr lang="de-DE" err="1"/>
              <a:t>Revisit</a:t>
            </a:r>
            <a:r>
              <a:rPr lang="de-DE"/>
              <a:t> </a:t>
            </a:r>
            <a:r>
              <a:rPr lang="de-DE" err="1"/>
              <a:t>chat</a:t>
            </a:r>
            <a:r>
              <a:rPr lang="de-DE"/>
              <a:t> </a:t>
            </a:r>
            <a:r>
              <a:rPr lang="de-DE" err="1"/>
              <a:t>history</a:t>
            </a:r>
            <a:endParaRPr lang="de-DE"/>
          </a:p>
        </p:txBody>
      </p:sp>
      <p:sp>
        <p:nvSpPr>
          <p:cNvPr id="12" name="Textfeld 11">
            <a:extLst>
              <a:ext uri="{FF2B5EF4-FFF2-40B4-BE49-F238E27FC236}">
                <a16:creationId xmlns:a16="http://schemas.microsoft.com/office/drawing/2014/main" id="{0A5D0E74-EDE5-9FD3-3202-42673339C3BC}"/>
              </a:ext>
            </a:extLst>
          </p:cNvPr>
          <p:cNvSpPr txBox="1"/>
          <p:nvPr/>
        </p:nvSpPr>
        <p:spPr>
          <a:xfrm>
            <a:off x="5241349" y="1413063"/>
            <a:ext cx="6441305" cy="4524315"/>
          </a:xfrm>
          <a:prstGeom prst="rect">
            <a:avLst/>
          </a:prstGeom>
          <a:noFill/>
        </p:spPr>
        <p:txBody>
          <a:bodyPr wrap="square">
            <a:spAutoFit/>
          </a:bodyPr>
          <a:lstStyle/>
          <a:p>
            <a:r>
              <a:rPr lang="en-US" sz="1600">
                <a:latin typeface="Segoe UI" panose="020B0502040204020203" pitchFamily="34" charset="0"/>
              </a:rPr>
              <a:t>We’ve been playing around quite some time now. Do you still remember the answer on the first prompt? Well, Copilot does!</a:t>
            </a:r>
          </a:p>
          <a:p>
            <a:endParaRPr lang="en-US" sz="1600">
              <a:latin typeface="Segoe UI" panose="020B0502040204020203" pitchFamily="34" charset="0"/>
            </a:endParaRPr>
          </a:p>
          <a:p>
            <a:pPr marL="171450" indent="-171450">
              <a:buFont typeface="Arial" panose="020B0604020202020204" pitchFamily="34" charset="0"/>
              <a:buChar char="•"/>
            </a:pPr>
            <a:r>
              <a:rPr lang="en-US" sz="1600">
                <a:latin typeface="Segoe UI" panose="020B0502040204020203" pitchFamily="34" charset="0"/>
              </a:rPr>
              <a:t>In the left menu bar you will find a lot of possibilities</a:t>
            </a:r>
          </a:p>
          <a:p>
            <a:pPr marL="171450" indent="-171450">
              <a:buFont typeface="Arial" panose="020B0604020202020204" pitchFamily="34" charset="0"/>
              <a:buChar char="•"/>
            </a:pPr>
            <a:endParaRPr lang="en-US" sz="1600">
              <a:latin typeface="Segoe UI" panose="020B0502040204020203" pitchFamily="34" charset="0"/>
            </a:endParaRPr>
          </a:p>
          <a:p>
            <a:pPr marL="171450" indent="-171450">
              <a:buFont typeface="Arial" panose="020B0604020202020204" pitchFamily="34" charset="0"/>
              <a:buChar char="•"/>
            </a:pPr>
            <a:r>
              <a:rPr lang="en-US" sz="1600">
                <a:latin typeface="Segoe UI" panose="020B0502040204020203" pitchFamily="34" charset="0"/>
              </a:rPr>
              <a:t>One of it: the conversation history</a:t>
            </a:r>
          </a:p>
          <a:p>
            <a:pPr marL="171450" indent="-171450">
              <a:buFont typeface="Arial" panose="020B0604020202020204" pitchFamily="34" charset="0"/>
              <a:buChar char="•"/>
            </a:pPr>
            <a:endParaRPr lang="en-US" sz="1600" b="0" i="0">
              <a:effectLst/>
              <a:latin typeface="Segoe UI" panose="020B0502040204020203" pitchFamily="34" charset="0"/>
            </a:endParaRPr>
          </a:p>
          <a:p>
            <a:pPr marL="171450" indent="-171450">
              <a:buFont typeface="Arial" panose="020B0604020202020204" pitchFamily="34" charset="0"/>
              <a:buChar char="•"/>
            </a:pPr>
            <a:r>
              <a:rPr lang="en-US" sz="1600" b="0" i="0">
                <a:effectLst/>
                <a:latin typeface="Segoe UI" panose="020B0502040204020203" pitchFamily="34" charset="0"/>
              </a:rPr>
              <a:t>Just click on it and a list of recent conversations pops out</a:t>
            </a:r>
          </a:p>
          <a:p>
            <a:pPr marL="171450" indent="-171450">
              <a:buFont typeface="Arial" panose="020B0604020202020204" pitchFamily="34" charset="0"/>
              <a:buChar char="•"/>
            </a:pPr>
            <a:endParaRPr lang="en-US" sz="1600">
              <a:latin typeface="Segoe UI" panose="020B0502040204020203" pitchFamily="34" charset="0"/>
            </a:endParaRPr>
          </a:p>
          <a:p>
            <a:pPr marL="171450" indent="-171450">
              <a:buFont typeface="Arial" panose="020B0604020202020204" pitchFamily="34" charset="0"/>
              <a:buChar char="•"/>
            </a:pPr>
            <a:r>
              <a:rPr lang="en-US" sz="1600">
                <a:latin typeface="Segoe UI" panose="020B0502040204020203" pitchFamily="34" charset="0"/>
              </a:rPr>
              <a:t>With a click on the ellipses you can also </a:t>
            </a:r>
          </a:p>
          <a:p>
            <a:pPr marL="628650" lvl="1" indent="-171450">
              <a:buFont typeface="Arial" panose="020B0604020202020204" pitchFamily="34" charset="0"/>
              <a:buChar char="•"/>
            </a:pPr>
            <a:r>
              <a:rPr lang="en-US" sz="1600">
                <a:latin typeface="Segoe UI" panose="020B0502040204020203" pitchFamily="34" charset="0"/>
              </a:rPr>
              <a:t>rename the conversation</a:t>
            </a:r>
          </a:p>
          <a:p>
            <a:pPr marL="628650" lvl="1" indent="-171450">
              <a:buFont typeface="Arial" panose="020B0604020202020204" pitchFamily="34" charset="0"/>
              <a:buChar char="•"/>
            </a:pPr>
            <a:r>
              <a:rPr lang="en-US" sz="1600">
                <a:latin typeface="Segoe UI" panose="020B0502040204020203" pitchFamily="34" charset="0"/>
              </a:rPr>
              <a:t>save it for later (we’ll get to this in a bit)</a:t>
            </a:r>
          </a:p>
          <a:p>
            <a:pPr marL="628650" lvl="1" indent="-171450">
              <a:buFont typeface="Arial" panose="020B0604020202020204" pitchFamily="34" charset="0"/>
              <a:buChar char="•"/>
            </a:pPr>
            <a:r>
              <a:rPr lang="en-US" sz="1600">
                <a:latin typeface="Segoe UI" panose="020B0502040204020203" pitchFamily="34" charset="0"/>
              </a:rPr>
              <a:t>or delete it</a:t>
            </a:r>
          </a:p>
          <a:p>
            <a:pPr marL="171450" indent="-171450">
              <a:buFont typeface="Arial" panose="020B0604020202020204" pitchFamily="34" charset="0"/>
              <a:buChar char="•"/>
            </a:pPr>
            <a:endParaRPr lang="en-US" sz="1600">
              <a:latin typeface="Segoe UI" panose="020B0502040204020203" pitchFamily="34" charset="0"/>
            </a:endParaRPr>
          </a:p>
          <a:p>
            <a:pPr marL="171450" indent="-171450">
              <a:buFont typeface="Arial" panose="020B0604020202020204" pitchFamily="34" charset="0"/>
              <a:buChar char="•"/>
            </a:pPr>
            <a:r>
              <a:rPr lang="en-US" sz="1600">
                <a:latin typeface="Segoe UI" panose="020B0502040204020203" pitchFamily="34" charset="0"/>
              </a:rPr>
              <a:t>If you would like to delete all of your conversation history, follow this </a:t>
            </a:r>
            <a:r>
              <a:rPr lang="en-US" sz="1600">
                <a:latin typeface="Segoe UI" panose="020B0502040204020203" pitchFamily="34" charset="0"/>
                <a:hlinkClick r:id="rId4"/>
              </a:rPr>
              <a:t>external link</a:t>
            </a:r>
            <a:r>
              <a:rPr lang="en-US" sz="1600">
                <a:latin typeface="Segoe UI" panose="020B0502040204020203" pitchFamily="34" charset="0"/>
              </a:rPr>
              <a:t>.</a:t>
            </a:r>
          </a:p>
          <a:p>
            <a:pPr marL="171450" indent="-171450">
              <a:buFont typeface="Arial" panose="020B0604020202020204" pitchFamily="34" charset="0"/>
              <a:buChar char="•"/>
            </a:pPr>
            <a:endParaRPr lang="en-US" sz="1600">
              <a:latin typeface="Segoe UI" panose="020B0502040204020203" pitchFamily="34" charset="0"/>
            </a:endParaRPr>
          </a:p>
          <a:p>
            <a:r>
              <a:rPr lang="de-DE" sz="1600" err="1"/>
              <a:t>You</a:t>
            </a:r>
            <a:r>
              <a:rPr lang="de-DE" sz="1600"/>
              <a:t> </a:t>
            </a:r>
            <a:r>
              <a:rPr lang="de-DE" sz="1600" err="1"/>
              <a:t>see</a:t>
            </a:r>
            <a:r>
              <a:rPr lang="de-DE" sz="1600"/>
              <a:t> – </a:t>
            </a:r>
            <a:r>
              <a:rPr lang="de-DE" sz="1600" err="1"/>
              <a:t>nothing</a:t>
            </a:r>
            <a:r>
              <a:rPr lang="de-DE" sz="1600"/>
              <a:t> </a:t>
            </a:r>
            <a:r>
              <a:rPr lang="de-DE" sz="1600" err="1"/>
              <a:t>get‘s</a:t>
            </a:r>
            <a:r>
              <a:rPr lang="de-DE" sz="1600"/>
              <a:t> lost, </a:t>
            </a:r>
            <a:r>
              <a:rPr lang="de-DE" sz="1600" err="1"/>
              <a:t>except</a:t>
            </a:r>
            <a:r>
              <a:rPr lang="de-DE" sz="1600"/>
              <a:t> </a:t>
            </a:r>
            <a:r>
              <a:rPr lang="de-DE" sz="1600" err="1"/>
              <a:t>you</a:t>
            </a:r>
            <a:r>
              <a:rPr lang="de-DE" sz="1600"/>
              <a:t> </a:t>
            </a:r>
            <a:r>
              <a:rPr lang="de-DE" sz="1600" err="1"/>
              <a:t>want</a:t>
            </a:r>
            <a:r>
              <a:rPr lang="de-DE" sz="1600"/>
              <a:t> </a:t>
            </a:r>
            <a:r>
              <a:rPr lang="de-DE" sz="1600" err="1"/>
              <a:t>it</a:t>
            </a:r>
            <a:r>
              <a:rPr lang="de-DE" sz="1600"/>
              <a:t> to.</a:t>
            </a:r>
            <a:endParaRPr lang="en-US" sz="1600">
              <a:latin typeface="Segoe UI" panose="020B0502040204020203" pitchFamily="34" charset="0"/>
            </a:endParaRPr>
          </a:p>
        </p:txBody>
      </p:sp>
      <p:pic>
        <p:nvPicPr>
          <p:cNvPr id="4" name="Grafik 3" descr="Ein Bild, das Text, Screenshot, Software, Multimedia-Software enthält.&#10;&#10;KI-generierte Inhalte können fehlerhaft sein.">
            <a:extLst>
              <a:ext uri="{FF2B5EF4-FFF2-40B4-BE49-F238E27FC236}">
                <a16:creationId xmlns:a16="http://schemas.microsoft.com/office/drawing/2014/main" id="{241F8E98-76C5-6FE9-7751-1C67486FDF2E}"/>
              </a:ext>
            </a:extLst>
          </p:cNvPr>
          <p:cNvPicPr>
            <a:picLocks noChangeAspect="1"/>
          </p:cNvPicPr>
          <p:nvPr/>
        </p:nvPicPr>
        <p:blipFill>
          <a:blip r:embed="rId5"/>
          <a:srcRect r="78641"/>
          <a:stretch>
            <a:fillRect/>
          </a:stretch>
        </p:blipFill>
        <p:spPr>
          <a:xfrm>
            <a:off x="606237" y="394093"/>
            <a:ext cx="1658136" cy="5050959"/>
          </a:xfrm>
          <a:prstGeom prst="rect">
            <a:avLst/>
          </a:prstGeom>
          <a:ln>
            <a:noFill/>
          </a:ln>
          <a:effectLst>
            <a:outerShdw blurRad="292100" dist="139700" dir="2700000" algn="tl" rotWithShape="0">
              <a:srgbClr val="333333">
                <a:alpha val="65000"/>
              </a:srgbClr>
            </a:outerShdw>
          </a:effectLst>
        </p:spPr>
      </p:pic>
      <p:sp>
        <p:nvSpPr>
          <p:cNvPr id="5" name="Ellipse 4">
            <a:extLst>
              <a:ext uri="{FF2B5EF4-FFF2-40B4-BE49-F238E27FC236}">
                <a16:creationId xmlns:a16="http://schemas.microsoft.com/office/drawing/2014/main" id="{2FA1EF69-A8E4-E134-9905-997B8571AC6F}"/>
              </a:ext>
            </a:extLst>
          </p:cNvPr>
          <p:cNvSpPr/>
          <p:nvPr/>
        </p:nvSpPr>
        <p:spPr>
          <a:xfrm>
            <a:off x="666411" y="3019152"/>
            <a:ext cx="926217" cy="375449"/>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Pfeil: nach unten 5">
            <a:extLst>
              <a:ext uri="{FF2B5EF4-FFF2-40B4-BE49-F238E27FC236}">
                <a16:creationId xmlns:a16="http://schemas.microsoft.com/office/drawing/2014/main" id="{26D667A8-6188-4380-6BA3-61E7F0848883}"/>
              </a:ext>
            </a:extLst>
          </p:cNvPr>
          <p:cNvSpPr/>
          <p:nvPr/>
        </p:nvSpPr>
        <p:spPr>
          <a:xfrm rot="5400000">
            <a:off x="2231670" y="2884319"/>
            <a:ext cx="185753" cy="459362"/>
          </a:xfrm>
          <a:prstGeom prst="downArrow">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Grafik 7" descr="Ein Bild, das Text, Screenshot, Schrift enthält.&#10;&#10;KI-generierte Inhalte können fehlerhaft sein.">
            <a:extLst>
              <a:ext uri="{FF2B5EF4-FFF2-40B4-BE49-F238E27FC236}">
                <a16:creationId xmlns:a16="http://schemas.microsoft.com/office/drawing/2014/main" id="{42804583-0B75-AF97-BE77-B9F701E77D21}"/>
              </a:ext>
            </a:extLst>
          </p:cNvPr>
          <p:cNvPicPr>
            <a:picLocks noChangeAspect="1"/>
          </p:cNvPicPr>
          <p:nvPr/>
        </p:nvPicPr>
        <p:blipFill>
          <a:blip r:embed="rId6"/>
          <a:stretch>
            <a:fillRect/>
          </a:stretch>
        </p:blipFill>
        <p:spPr>
          <a:xfrm>
            <a:off x="2446474" y="3585446"/>
            <a:ext cx="2189312" cy="872401"/>
          </a:xfrm>
          <a:prstGeom prst="rect">
            <a:avLst/>
          </a:prstGeom>
        </p:spPr>
      </p:pic>
      <p:sp>
        <p:nvSpPr>
          <p:cNvPr id="9" name="Ellipse 8">
            <a:extLst>
              <a:ext uri="{FF2B5EF4-FFF2-40B4-BE49-F238E27FC236}">
                <a16:creationId xmlns:a16="http://schemas.microsoft.com/office/drawing/2014/main" id="{2A04C691-5FE3-FD20-490F-362C511877C4}"/>
              </a:ext>
            </a:extLst>
          </p:cNvPr>
          <p:cNvSpPr/>
          <p:nvPr/>
        </p:nvSpPr>
        <p:spPr>
          <a:xfrm>
            <a:off x="3541130" y="3711633"/>
            <a:ext cx="365976" cy="375449"/>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custDataLst>
      <p:tags r:id="rId1"/>
    </p:custDataLst>
    <p:extLst>
      <p:ext uri="{BB962C8B-B14F-4D97-AF65-F5344CB8AC3E}">
        <p14:creationId xmlns:p14="http://schemas.microsoft.com/office/powerpoint/2010/main" val="38379834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FB2059-813A-4642-30D3-A8CDBEA73BCA}"/>
            </a:ext>
          </a:extLst>
        </p:cNvPr>
        <p:cNvGrpSpPr/>
        <p:nvPr/>
      </p:nvGrpSpPr>
      <p:grpSpPr>
        <a:xfrm>
          <a:off x="0" y="0"/>
          <a:ext cx="0" cy="0"/>
          <a:chOff x="0" y="0"/>
          <a:chExt cx="0" cy="0"/>
        </a:xfrm>
      </p:grpSpPr>
      <p:pic>
        <p:nvPicPr>
          <p:cNvPr id="8" name="Grafik 7" descr="Ein Bild, das Text, Screenshot, Software, Multimedia-Software enthält.&#10;&#10;KI-generierte Inhalte können fehlerhaft sein.">
            <a:extLst>
              <a:ext uri="{FF2B5EF4-FFF2-40B4-BE49-F238E27FC236}">
                <a16:creationId xmlns:a16="http://schemas.microsoft.com/office/drawing/2014/main" id="{2A1AD11B-F8E7-1D5D-B3B3-33DD12B4E0F1}"/>
              </a:ext>
            </a:extLst>
          </p:cNvPr>
          <p:cNvPicPr>
            <a:picLocks noChangeAspect="1"/>
          </p:cNvPicPr>
          <p:nvPr/>
        </p:nvPicPr>
        <p:blipFill>
          <a:blip r:embed="rId4"/>
          <a:srcRect r="20770"/>
          <a:stretch>
            <a:fillRect/>
          </a:stretch>
        </p:blipFill>
        <p:spPr>
          <a:xfrm>
            <a:off x="259651" y="1458943"/>
            <a:ext cx="4585169" cy="3940113"/>
          </a:xfrm>
          <a:prstGeom prst="rect">
            <a:avLst/>
          </a:prstGeom>
          <a:ln>
            <a:noFill/>
          </a:ln>
          <a:effectLst>
            <a:outerShdw blurRad="292100" dist="139700" dir="2700000" algn="tl" rotWithShape="0">
              <a:srgbClr val="333333">
                <a:alpha val="65000"/>
              </a:srgbClr>
            </a:outerShdw>
          </a:effectLst>
        </p:spPr>
      </p:pic>
      <p:sp>
        <p:nvSpPr>
          <p:cNvPr id="15" name="Titel 14">
            <a:extLst>
              <a:ext uri="{FF2B5EF4-FFF2-40B4-BE49-F238E27FC236}">
                <a16:creationId xmlns:a16="http://schemas.microsoft.com/office/drawing/2014/main" id="{8CDC1A3B-866C-818C-6ECF-62284071B1DD}"/>
              </a:ext>
            </a:extLst>
          </p:cNvPr>
          <p:cNvSpPr>
            <a:spLocks noGrp="1"/>
          </p:cNvSpPr>
          <p:nvPr>
            <p:ph type="title"/>
          </p:nvPr>
        </p:nvSpPr>
        <p:spPr>
          <a:xfrm>
            <a:off x="5382483" y="322912"/>
            <a:ext cx="5431971" cy="846301"/>
          </a:xfrm>
        </p:spPr>
        <p:txBody>
          <a:bodyPr/>
          <a:lstStyle/>
          <a:p>
            <a:r>
              <a:rPr lang="de-DE"/>
              <a:t>Create</a:t>
            </a:r>
          </a:p>
        </p:txBody>
      </p:sp>
      <p:sp>
        <p:nvSpPr>
          <p:cNvPr id="10" name="Textfeld 9">
            <a:extLst>
              <a:ext uri="{FF2B5EF4-FFF2-40B4-BE49-F238E27FC236}">
                <a16:creationId xmlns:a16="http://schemas.microsoft.com/office/drawing/2014/main" id="{ABD1BB8A-E39A-3A46-6F60-BA32E4556819}"/>
              </a:ext>
            </a:extLst>
          </p:cNvPr>
          <p:cNvSpPr txBox="1"/>
          <p:nvPr/>
        </p:nvSpPr>
        <p:spPr>
          <a:xfrm>
            <a:off x="5382483" y="5927313"/>
            <a:ext cx="6099544" cy="261610"/>
          </a:xfrm>
          <a:prstGeom prst="rect">
            <a:avLst/>
          </a:prstGeom>
          <a:noFill/>
        </p:spPr>
        <p:txBody>
          <a:bodyPr wrap="square">
            <a:spAutoFit/>
          </a:bodyPr>
          <a:lstStyle/>
          <a:p>
            <a:r>
              <a:rPr lang="en-US" sz="1100" b="0" i="0">
                <a:effectLst/>
                <a:latin typeface="Segoe UI" panose="020B0502040204020203" pitchFamily="34" charset="0"/>
              </a:rPr>
              <a:t>If you are interested in diving deeper into the possibilities to create, follow this </a:t>
            </a:r>
            <a:r>
              <a:rPr lang="en-US" sz="1100" b="0" i="0">
                <a:effectLst/>
                <a:latin typeface="Segoe UI" panose="020B0502040204020203" pitchFamily="34" charset="0"/>
                <a:hlinkClick r:id="rId5"/>
              </a:rPr>
              <a:t>external link</a:t>
            </a:r>
            <a:r>
              <a:rPr lang="en-US" sz="1100" b="0" i="0">
                <a:effectLst/>
                <a:latin typeface="Segoe UI" panose="020B0502040204020203" pitchFamily="34" charset="0"/>
              </a:rPr>
              <a:t>.</a:t>
            </a:r>
            <a:endParaRPr lang="de-DE" sz="1100"/>
          </a:p>
        </p:txBody>
      </p:sp>
      <p:sp>
        <p:nvSpPr>
          <p:cNvPr id="12" name="Textfeld 11">
            <a:extLst>
              <a:ext uri="{FF2B5EF4-FFF2-40B4-BE49-F238E27FC236}">
                <a16:creationId xmlns:a16="http://schemas.microsoft.com/office/drawing/2014/main" id="{0F9E69C7-ED28-EFE5-69D8-4D63090A5EE5}"/>
              </a:ext>
            </a:extLst>
          </p:cNvPr>
          <p:cNvSpPr txBox="1"/>
          <p:nvPr/>
        </p:nvSpPr>
        <p:spPr>
          <a:xfrm>
            <a:off x="5241349" y="1413063"/>
            <a:ext cx="6441305" cy="4270400"/>
          </a:xfrm>
          <a:prstGeom prst="rect">
            <a:avLst/>
          </a:prstGeom>
          <a:noFill/>
        </p:spPr>
        <p:txBody>
          <a:bodyPr wrap="square">
            <a:spAutoFit/>
          </a:bodyPr>
          <a:lstStyle/>
          <a:p>
            <a:r>
              <a:rPr lang="en-US" sz="1600">
                <a:latin typeface="Segoe UI" panose="020B0502040204020203" pitchFamily="34" charset="0"/>
              </a:rPr>
              <a:t>Is it only me, or is it time to bring some fun in here? After all of that clicking and learning – let’s relax our brain and let Copilot work for us.</a:t>
            </a:r>
          </a:p>
          <a:p>
            <a:endParaRPr lang="en-US" sz="1600">
              <a:latin typeface="Segoe UI" panose="020B0502040204020203" pitchFamily="34" charset="0"/>
            </a:endParaRPr>
          </a:p>
          <a:p>
            <a:pPr marL="171450" indent="-171450">
              <a:buFont typeface="Arial" panose="020B0604020202020204" pitchFamily="34" charset="0"/>
              <a:buChar char="•"/>
            </a:pPr>
            <a:r>
              <a:rPr lang="en-US" sz="1600">
                <a:latin typeface="Segoe UI" panose="020B0502040204020203" pitchFamily="34" charset="0"/>
              </a:rPr>
              <a:t>Copilot Chat comes with a lot of fun – and maybe you also have been in the situation to just not having the right image for the current context</a:t>
            </a:r>
          </a:p>
          <a:p>
            <a:pPr marL="171450" indent="-171450">
              <a:buFont typeface="Arial" panose="020B0604020202020204" pitchFamily="34" charset="0"/>
              <a:buChar char="•"/>
            </a:pPr>
            <a:endParaRPr lang="en-US" sz="1600">
              <a:latin typeface="Segoe UI" panose="020B0502040204020203" pitchFamily="34" charset="0"/>
            </a:endParaRPr>
          </a:p>
          <a:p>
            <a:pPr marL="171450" indent="-171450">
              <a:buFont typeface="Arial" panose="020B0604020202020204" pitchFamily="34" charset="0"/>
              <a:buChar char="•"/>
            </a:pPr>
            <a:r>
              <a:rPr lang="de-DE" sz="1600" err="1"/>
              <a:t>Either</a:t>
            </a:r>
            <a:r>
              <a:rPr lang="de-DE" sz="1600"/>
              <a:t> just type </a:t>
            </a:r>
            <a:r>
              <a:rPr lang="de-DE" sz="1600" err="1"/>
              <a:t>into</a:t>
            </a:r>
            <a:r>
              <a:rPr lang="de-DE" sz="1600"/>
              <a:t> </a:t>
            </a:r>
            <a:r>
              <a:rPr lang="de-DE" sz="1600" err="1"/>
              <a:t>the</a:t>
            </a:r>
            <a:r>
              <a:rPr lang="de-DE" sz="1600"/>
              <a:t> prompt </a:t>
            </a:r>
            <a:r>
              <a:rPr lang="de-DE" sz="1600" err="1"/>
              <a:t>window</a:t>
            </a:r>
            <a:r>
              <a:rPr lang="de-DE" sz="1600"/>
              <a:t> </a:t>
            </a:r>
            <a:r>
              <a:rPr lang="de-DE" sz="1600" err="1"/>
              <a:t>what</a:t>
            </a:r>
            <a:r>
              <a:rPr lang="de-DE" sz="1600"/>
              <a:t> </a:t>
            </a:r>
            <a:r>
              <a:rPr lang="de-DE" sz="1600" err="1"/>
              <a:t>you</a:t>
            </a:r>
            <a:r>
              <a:rPr lang="de-DE" sz="1600"/>
              <a:t> </a:t>
            </a:r>
            <a:r>
              <a:rPr lang="de-DE" sz="1600" err="1"/>
              <a:t>need</a:t>
            </a:r>
            <a:r>
              <a:rPr lang="de-DE" sz="1600"/>
              <a:t>, such </a:t>
            </a:r>
            <a:r>
              <a:rPr lang="de-DE" sz="1600" err="1"/>
              <a:t>as</a:t>
            </a:r>
            <a:r>
              <a:rPr lang="de-DE" sz="1050"/>
              <a:t> </a:t>
            </a:r>
            <a:br>
              <a:rPr lang="de-DE" sz="1050"/>
            </a:br>
            <a:r>
              <a:rPr lang="de-DE" sz="1050"/>
              <a:t>„</a:t>
            </a:r>
            <a:r>
              <a:rPr lang="en-US" sz="1050"/>
              <a:t>create an image of a flying </a:t>
            </a:r>
            <a:r>
              <a:rPr lang="en-US" sz="1050" err="1"/>
              <a:t>penguine</a:t>
            </a:r>
            <a:r>
              <a:rPr lang="en-US" sz="1050"/>
              <a:t> heading to </a:t>
            </a:r>
            <a:r>
              <a:rPr lang="en-US" sz="1050" err="1"/>
              <a:t>thr</a:t>
            </a:r>
            <a:r>
              <a:rPr lang="en-US" sz="1050"/>
              <a:t> next business meeting. make it photo realistic. it flies over </a:t>
            </a:r>
            <a:r>
              <a:rPr lang="en-US" sz="1050" err="1"/>
              <a:t>frankfurt</a:t>
            </a:r>
            <a:r>
              <a:rPr lang="en-US" sz="1050"/>
              <a:t> am main.</a:t>
            </a:r>
            <a:r>
              <a:rPr lang="de-DE" sz="1050"/>
              <a:t>“</a:t>
            </a:r>
          </a:p>
          <a:p>
            <a:pPr marL="171450" indent="-171450">
              <a:buFont typeface="Arial" panose="020B0604020202020204" pitchFamily="34" charset="0"/>
              <a:buChar char="•"/>
            </a:pPr>
            <a:endParaRPr lang="de-DE" sz="1050"/>
          </a:p>
          <a:p>
            <a:pPr marL="171450" indent="-171450">
              <a:buFont typeface="Arial" panose="020B0604020202020204" pitchFamily="34" charset="0"/>
              <a:buChar char="•"/>
            </a:pPr>
            <a:r>
              <a:rPr lang="de-DE" sz="1600" err="1"/>
              <a:t>Or</a:t>
            </a:r>
            <a:r>
              <a:rPr lang="de-DE" sz="1600"/>
              <a:t> </a:t>
            </a:r>
            <a:r>
              <a:rPr lang="de-DE" sz="1600" err="1"/>
              <a:t>you</a:t>
            </a:r>
            <a:r>
              <a:rPr lang="de-DE" sz="1600"/>
              <a:t> </a:t>
            </a:r>
            <a:r>
              <a:rPr lang="de-DE" sz="1600" err="1"/>
              <a:t>use</a:t>
            </a:r>
            <a:r>
              <a:rPr lang="de-DE" sz="1600"/>
              <a:t> </a:t>
            </a:r>
            <a:r>
              <a:rPr lang="de-DE" sz="1600" err="1"/>
              <a:t>the</a:t>
            </a:r>
            <a:r>
              <a:rPr lang="de-DE" sz="1600"/>
              <a:t> „</a:t>
            </a:r>
            <a:r>
              <a:rPr lang="de-DE" sz="1600" err="1"/>
              <a:t>create</a:t>
            </a:r>
            <a:r>
              <a:rPr lang="de-DE" sz="1600"/>
              <a:t>“ </a:t>
            </a:r>
            <a:r>
              <a:rPr lang="de-DE" sz="1600" err="1"/>
              <a:t>option</a:t>
            </a:r>
            <a:r>
              <a:rPr lang="de-DE" sz="1600"/>
              <a:t> on </a:t>
            </a:r>
            <a:r>
              <a:rPr lang="de-DE" sz="1600" err="1"/>
              <a:t>the</a:t>
            </a:r>
            <a:r>
              <a:rPr lang="de-DE" sz="1600"/>
              <a:t> </a:t>
            </a:r>
            <a:r>
              <a:rPr lang="de-DE" sz="1600" err="1"/>
              <a:t>left</a:t>
            </a:r>
            <a:r>
              <a:rPr lang="de-DE" sz="1600"/>
              <a:t> </a:t>
            </a:r>
            <a:r>
              <a:rPr lang="de-DE" sz="1600" err="1"/>
              <a:t>menu</a:t>
            </a:r>
            <a:r>
              <a:rPr lang="de-DE" sz="1600"/>
              <a:t> bar. </a:t>
            </a:r>
            <a:r>
              <a:rPr lang="de-DE" sz="1600" err="1"/>
              <a:t>It</a:t>
            </a:r>
            <a:r>
              <a:rPr lang="de-DE" sz="1600"/>
              <a:t> </a:t>
            </a:r>
            <a:r>
              <a:rPr lang="de-DE" sz="1600" err="1"/>
              <a:t>comes</a:t>
            </a:r>
            <a:r>
              <a:rPr lang="de-DE" sz="1600"/>
              <a:t> </a:t>
            </a:r>
            <a:r>
              <a:rPr lang="de-DE" sz="1600" err="1"/>
              <a:t>with</a:t>
            </a:r>
            <a:r>
              <a:rPr lang="de-DE" sz="1600"/>
              <a:t> a </a:t>
            </a:r>
            <a:r>
              <a:rPr lang="de-DE" sz="1600" err="1"/>
              <a:t>lot</a:t>
            </a:r>
            <a:r>
              <a:rPr lang="de-DE" sz="1600"/>
              <a:t> </a:t>
            </a:r>
            <a:r>
              <a:rPr lang="de-DE" sz="1600" err="1"/>
              <a:t>of</a:t>
            </a:r>
            <a:r>
              <a:rPr lang="de-DE" sz="1600"/>
              <a:t> </a:t>
            </a:r>
            <a:r>
              <a:rPr lang="de-DE" sz="1600" err="1"/>
              <a:t>inspiration</a:t>
            </a:r>
            <a:r>
              <a:rPr lang="de-DE" sz="1600"/>
              <a:t> and </a:t>
            </a:r>
            <a:r>
              <a:rPr lang="de-DE" sz="1600" err="1"/>
              <a:t>help</a:t>
            </a:r>
            <a:r>
              <a:rPr lang="de-DE" sz="1600"/>
              <a:t> to </a:t>
            </a:r>
            <a:r>
              <a:rPr lang="de-DE" sz="1600" err="1"/>
              <a:t>get</a:t>
            </a:r>
            <a:r>
              <a:rPr lang="de-DE" sz="1600"/>
              <a:t> to </a:t>
            </a:r>
            <a:r>
              <a:rPr lang="de-DE" sz="1600" err="1"/>
              <a:t>your</a:t>
            </a:r>
            <a:r>
              <a:rPr lang="de-DE" sz="1600"/>
              <a:t> </a:t>
            </a:r>
            <a:r>
              <a:rPr lang="de-DE" sz="1600" err="1"/>
              <a:t>results</a:t>
            </a:r>
            <a:endParaRPr lang="de-DE" sz="1600"/>
          </a:p>
          <a:p>
            <a:pPr marL="171450" indent="-171450">
              <a:buFont typeface="Arial" panose="020B0604020202020204" pitchFamily="34" charset="0"/>
              <a:buChar char="•"/>
            </a:pPr>
            <a:endParaRPr lang="de-DE" sz="1600"/>
          </a:p>
          <a:p>
            <a:pPr marL="171450" indent="-171450">
              <a:buFont typeface="Arial" panose="020B0604020202020204" pitchFamily="34" charset="0"/>
              <a:buChar char="•"/>
            </a:pPr>
            <a:r>
              <a:rPr lang="de-DE" sz="1600" err="1"/>
              <a:t>No</a:t>
            </a:r>
            <a:r>
              <a:rPr lang="de-DE" sz="1600"/>
              <a:t> matter </a:t>
            </a:r>
            <a:r>
              <a:rPr lang="de-DE" sz="1600" err="1"/>
              <a:t>if</a:t>
            </a:r>
            <a:r>
              <a:rPr lang="de-DE" sz="1600"/>
              <a:t> </a:t>
            </a:r>
            <a:r>
              <a:rPr lang="de-DE" sz="1600" err="1"/>
              <a:t>business</a:t>
            </a:r>
            <a:r>
              <a:rPr lang="de-DE" sz="1600"/>
              <a:t> </a:t>
            </a:r>
            <a:r>
              <a:rPr lang="de-DE" sz="1600" err="1"/>
              <a:t>diagram</a:t>
            </a:r>
            <a:r>
              <a:rPr lang="de-DE" sz="1600"/>
              <a:t>, a </a:t>
            </a:r>
            <a:r>
              <a:rPr lang="de-DE" sz="1600" err="1"/>
              <a:t>photo</a:t>
            </a:r>
            <a:r>
              <a:rPr lang="de-DE" sz="1600"/>
              <a:t>, a </a:t>
            </a:r>
            <a:r>
              <a:rPr lang="de-DE" sz="1600" err="1"/>
              <a:t>poster</a:t>
            </a:r>
            <a:r>
              <a:rPr lang="de-DE" sz="1600"/>
              <a:t> </a:t>
            </a:r>
            <a:r>
              <a:rPr lang="de-DE" sz="1600" err="1"/>
              <a:t>or</a:t>
            </a:r>
            <a:r>
              <a:rPr lang="de-DE" sz="1600"/>
              <a:t> a </a:t>
            </a:r>
            <a:r>
              <a:rPr lang="de-DE" sz="1600" err="1"/>
              <a:t>comic</a:t>
            </a:r>
            <a:r>
              <a:rPr lang="de-DE" sz="1600"/>
              <a:t> – </a:t>
            </a:r>
            <a:r>
              <a:rPr lang="de-DE" sz="1600" err="1"/>
              <a:t>possibilities</a:t>
            </a:r>
            <a:r>
              <a:rPr lang="de-DE" sz="1600"/>
              <a:t> </a:t>
            </a:r>
            <a:r>
              <a:rPr lang="de-DE" sz="1600" err="1"/>
              <a:t>are</a:t>
            </a:r>
            <a:r>
              <a:rPr lang="de-DE" sz="1600"/>
              <a:t> </a:t>
            </a:r>
            <a:r>
              <a:rPr lang="de-DE" sz="1600" err="1"/>
              <a:t>endless</a:t>
            </a:r>
            <a:endParaRPr lang="de-DE" sz="1600"/>
          </a:p>
          <a:p>
            <a:pPr marL="171450" indent="-171450">
              <a:buFont typeface="Arial" panose="020B0604020202020204" pitchFamily="34" charset="0"/>
              <a:buChar char="•"/>
            </a:pPr>
            <a:endParaRPr lang="de-DE" sz="1600"/>
          </a:p>
          <a:p>
            <a:pPr marL="171450" indent="-171450">
              <a:buFont typeface="Arial" panose="020B0604020202020204" pitchFamily="34" charset="0"/>
              <a:buChar char="•"/>
            </a:pPr>
            <a:r>
              <a:rPr lang="de-DE" sz="1600"/>
              <a:t>but </a:t>
            </a:r>
            <a:r>
              <a:rPr lang="de-DE" sz="1600" err="1"/>
              <a:t>always</a:t>
            </a:r>
            <a:r>
              <a:rPr lang="de-DE" sz="1600"/>
              <a:t> </a:t>
            </a:r>
            <a:r>
              <a:rPr lang="de-DE" sz="1600" err="1"/>
              <a:t>remember</a:t>
            </a:r>
            <a:r>
              <a:rPr lang="de-DE" sz="1600"/>
              <a:t>: </a:t>
            </a:r>
            <a:r>
              <a:rPr lang="de-DE" sz="1600" err="1"/>
              <a:t>be</a:t>
            </a:r>
            <a:r>
              <a:rPr lang="de-DE" sz="1600"/>
              <a:t> </a:t>
            </a:r>
            <a:r>
              <a:rPr lang="de-DE" sz="1600" err="1"/>
              <a:t>specific</a:t>
            </a:r>
            <a:r>
              <a:rPr lang="de-DE" sz="1600"/>
              <a:t> &amp; </a:t>
            </a:r>
            <a:r>
              <a:rPr lang="de-DE" sz="1600" err="1"/>
              <a:t>precise</a:t>
            </a:r>
            <a:r>
              <a:rPr lang="de-DE" sz="1600"/>
              <a:t> </a:t>
            </a:r>
            <a:r>
              <a:rPr lang="de-DE" sz="1600" err="1"/>
              <a:t>for</a:t>
            </a:r>
            <a:r>
              <a:rPr lang="de-DE" sz="1600"/>
              <a:t> </a:t>
            </a:r>
            <a:r>
              <a:rPr lang="de-DE" sz="1600" err="1"/>
              <a:t>best</a:t>
            </a:r>
            <a:r>
              <a:rPr lang="de-DE" sz="1600"/>
              <a:t> </a:t>
            </a:r>
            <a:r>
              <a:rPr lang="de-DE" sz="1600" err="1"/>
              <a:t>results</a:t>
            </a:r>
            <a:endParaRPr lang="de-DE" sz="1600"/>
          </a:p>
        </p:txBody>
      </p:sp>
      <p:sp>
        <p:nvSpPr>
          <p:cNvPr id="5" name="Ellipse 4">
            <a:extLst>
              <a:ext uri="{FF2B5EF4-FFF2-40B4-BE49-F238E27FC236}">
                <a16:creationId xmlns:a16="http://schemas.microsoft.com/office/drawing/2014/main" id="{C402EC3F-E310-35F4-579B-59896A22EE21}"/>
              </a:ext>
            </a:extLst>
          </p:cNvPr>
          <p:cNvSpPr/>
          <p:nvPr/>
        </p:nvSpPr>
        <p:spPr>
          <a:xfrm>
            <a:off x="124106" y="2520248"/>
            <a:ext cx="770479" cy="375449"/>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custDataLst>
      <p:tags r:id="rId1"/>
    </p:custDataLst>
    <p:extLst>
      <p:ext uri="{BB962C8B-B14F-4D97-AF65-F5344CB8AC3E}">
        <p14:creationId xmlns:p14="http://schemas.microsoft.com/office/powerpoint/2010/main" val="29323363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FAC79-F616-C3AC-9F6C-1E8F77A6C33D}"/>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1B458517-9E00-3621-39C5-3F32010A6255}"/>
              </a:ext>
            </a:extLst>
          </p:cNvPr>
          <p:cNvSpPr>
            <a:spLocks noGrp="1"/>
          </p:cNvSpPr>
          <p:nvPr>
            <p:ph type="title"/>
          </p:nvPr>
        </p:nvSpPr>
        <p:spPr>
          <a:xfrm>
            <a:off x="5382483" y="322912"/>
            <a:ext cx="5431971" cy="846301"/>
          </a:xfrm>
        </p:spPr>
        <p:txBody>
          <a:bodyPr/>
          <a:lstStyle/>
          <a:p>
            <a:r>
              <a:rPr lang="de-DE"/>
              <a:t>Prompt Gallery</a:t>
            </a:r>
          </a:p>
        </p:txBody>
      </p:sp>
      <p:sp>
        <p:nvSpPr>
          <p:cNvPr id="12" name="Textfeld 11">
            <a:extLst>
              <a:ext uri="{FF2B5EF4-FFF2-40B4-BE49-F238E27FC236}">
                <a16:creationId xmlns:a16="http://schemas.microsoft.com/office/drawing/2014/main" id="{762A9005-3C10-5E80-80A5-E036B69A7291}"/>
              </a:ext>
            </a:extLst>
          </p:cNvPr>
          <p:cNvSpPr txBox="1"/>
          <p:nvPr/>
        </p:nvSpPr>
        <p:spPr>
          <a:xfrm>
            <a:off x="7148619" y="1371604"/>
            <a:ext cx="4476060" cy="4278094"/>
          </a:xfrm>
          <a:prstGeom prst="rect">
            <a:avLst/>
          </a:prstGeom>
          <a:noFill/>
        </p:spPr>
        <p:txBody>
          <a:bodyPr wrap="square">
            <a:spAutoFit/>
          </a:bodyPr>
          <a:lstStyle/>
          <a:p>
            <a:r>
              <a:rPr lang="en-US" sz="1600">
                <a:latin typeface="Segoe UI" panose="020B0502040204020203" pitchFamily="34" charset="0"/>
                <a:cs typeface="Segoe UI" panose="020B0502040204020203" pitchFamily="34" charset="0"/>
              </a:rPr>
              <a:t>Now that was fun! So let’s restart slowly by getting inspiration and best practices. The Prompt Gallery contains loads of examples how you could best leverage Microsoft 365 Copilot Chat.</a:t>
            </a:r>
          </a:p>
          <a:p>
            <a:endParaRPr lang="en-US" sz="160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de-DE" sz="1600">
                <a:latin typeface="Segoe UI" panose="020B0502040204020203" pitchFamily="34" charset="0"/>
                <a:cs typeface="Segoe UI" panose="020B0502040204020203" pitchFamily="34" charset="0"/>
              </a:rPr>
              <a:t>Filter </a:t>
            </a:r>
            <a:r>
              <a:rPr lang="de-DE" sz="1600" err="1">
                <a:latin typeface="Segoe UI" panose="020B0502040204020203" pitchFamily="34" charset="0"/>
                <a:cs typeface="Segoe UI" panose="020B0502040204020203" pitchFamily="34" charset="0"/>
              </a:rPr>
              <a:t>by</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task</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you</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need</a:t>
            </a:r>
            <a:r>
              <a:rPr lang="de-DE" sz="1600">
                <a:latin typeface="Segoe UI" panose="020B0502040204020203" pitchFamily="34" charset="0"/>
                <a:cs typeface="Segoe UI" panose="020B0502040204020203" pitchFamily="34" charset="0"/>
              </a:rPr>
              <a:t> to </a:t>
            </a:r>
            <a:r>
              <a:rPr lang="de-DE" sz="1600" err="1">
                <a:latin typeface="Segoe UI" panose="020B0502040204020203" pitchFamily="34" charset="0"/>
                <a:cs typeface="Segoe UI" panose="020B0502040204020203" pitchFamily="34" charset="0"/>
              </a:rPr>
              <a:t>achieve</a:t>
            </a:r>
            <a:endParaRPr lang="de-DE" sz="160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de-DE" sz="1600">
                <a:latin typeface="Segoe UI" panose="020B0502040204020203" pitchFamily="34" charset="0"/>
                <a:cs typeface="Segoe UI" panose="020B0502040204020203" pitchFamily="34" charset="0"/>
              </a:rPr>
              <a:t>Filter </a:t>
            </a:r>
            <a:r>
              <a:rPr lang="de-DE" sz="1600" err="1">
                <a:latin typeface="Segoe UI" panose="020B0502040204020203" pitchFamily="34" charset="0"/>
                <a:cs typeface="Segoe UI" panose="020B0502040204020203" pitchFamily="34" charset="0"/>
              </a:rPr>
              <a:t>by</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role</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you</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are</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having</a:t>
            </a:r>
            <a:endParaRPr lang="de-DE" sz="160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de-DE" sz="1600">
                <a:latin typeface="Segoe UI" panose="020B0502040204020203" pitchFamily="34" charset="0"/>
                <a:cs typeface="Segoe UI" panose="020B0502040204020203" pitchFamily="34" charset="0"/>
              </a:rPr>
              <a:t>Find </a:t>
            </a:r>
            <a:r>
              <a:rPr lang="de-DE" sz="1600" err="1">
                <a:latin typeface="Segoe UI" panose="020B0502040204020203" pitchFamily="34" charset="0"/>
                <a:cs typeface="Segoe UI" panose="020B0502040204020203" pitchFamily="34" charset="0"/>
              </a:rPr>
              <a:t>your</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saved</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prompts</a:t>
            </a:r>
            <a:r>
              <a:rPr lang="de-DE" sz="1600">
                <a:latin typeface="Segoe UI" panose="020B0502040204020203" pitchFamily="34" charset="0"/>
                <a:cs typeface="Segoe UI" panose="020B0502040204020203" pitchFamily="34" charset="0"/>
              </a:rPr>
              <a:t> </a:t>
            </a:r>
          </a:p>
          <a:p>
            <a:pPr marL="285750" indent="-285750">
              <a:buFont typeface="Arial" panose="020B0604020202020204" pitchFamily="34" charset="0"/>
              <a:buChar char="•"/>
            </a:pPr>
            <a:r>
              <a:rPr lang="de-DE" sz="1600">
                <a:latin typeface="Segoe UI" panose="020B0502040204020203" pitchFamily="34" charset="0"/>
                <a:cs typeface="Segoe UI" panose="020B0502040204020203" pitchFamily="34" charset="0"/>
              </a:rPr>
              <a:t>Find </a:t>
            </a:r>
            <a:r>
              <a:rPr lang="de-DE" sz="1600" err="1">
                <a:latin typeface="Segoe UI" panose="020B0502040204020203" pitchFamily="34" charset="0"/>
                <a:cs typeface="Segoe UI" panose="020B0502040204020203" pitchFamily="34" charset="0"/>
              </a:rPr>
              <a:t>company</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wide</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shared</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prompts</a:t>
            </a:r>
            <a:endParaRPr lang="en-US" sz="1600">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endParaRPr lang="en-US" sz="1600" b="0" i="0">
              <a:effectLst/>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r>
              <a:rPr lang="de-DE" sz="1600" b="0" i="0">
                <a:effectLst/>
                <a:latin typeface="Segoe UI" panose="020B0502040204020203" pitchFamily="34" charset="0"/>
                <a:cs typeface="Segoe UI" panose="020B0502040204020203" pitchFamily="34" charset="0"/>
              </a:rPr>
              <a:t>Access </a:t>
            </a:r>
            <a:r>
              <a:rPr lang="de-DE" sz="1600" b="0" i="0" err="1">
                <a:effectLst/>
                <a:latin typeface="Segoe UI" panose="020B0502040204020203" pitchFamily="34" charset="0"/>
                <a:cs typeface="Segoe UI" panose="020B0502040204020203" pitchFamily="34" charset="0"/>
              </a:rPr>
              <a:t>the</a:t>
            </a:r>
            <a:r>
              <a:rPr lang="de-DE" sz="1600" b="0" i="0">
                <a:effectLst/>
                <a:latin typeface="Segoe UI" panose="020B0502040204020203" pitchFamily="34" charset="0"/>
                <a:cs typeface="Segoe UI" panose="020B0502040204020203" pitchFamily="34" charset="0"/>
              </a:rPr>
              <a:t> Prompt Gallery </a:t>
            </a:r>
            <a:r>
              <a:rPr lang="de-DE" sz="1600" b="0" i="0" err="1">
                <a:effectLst/>
                <a:latin typeface="Segoe UI" panose="020B0502040204020203" pitchFamily="34" charset="0"/>
                <a:cs typeface="Segoe UI" panose="020B0502040204020203" pitchFamily="34" charset="0"/>
              </a:rPr>
              <a:t>through</a:t>
            </a:r>
            <a:r>
              <a:rPr lang="de-DE" sz="1600" b="0" i="0">
                <a:effectLst/>
                <a:latin typeface="Segoe UI" panose="020B0502040204020203" pitchFamily="34" charset="0"/>
                <a:cs typeface="Segoe UI" panose="020B0502040204020203" pitchFamily="34" charset="0"/>
              </a:rPr>
              <a:t> </a:t>
            </a:r>
            <a:r>
              <a:rPr lang="de-DE" sz="1600" b="0" i="0" err="1">
                <a:effectLst/>
                <a:latin typeface="Segoe UI" panose="020B0502040204020203" pitchFamily="34" charset="0"/>
                <a:cs typeface="Segoe UI" panose="020B0502040204020203" pitchFamily="34" charset="0"/>
                <a:hlinkClick r:id="rId4"/>
              </a:rPr>
              <a:t>this</a:t>
            </a:r>
            <a:r>
              <a:rPr lang="de-DE" sz="1600" b="0" i="0">
                <a:effectLst/>
                <a:latin typeface="Segoe UI" panose="020B0502040204020203" pitchFamily="34" charset="0"/>
                <a:cs typeface="Segoe UI" panose="020B0502040204020203" pitchFamily="34" charset="0"/>
                <a:hlinkClick r:id="rId4"/>
              </a:rPr>
              <a:t> link</a:t>
            </a:r>
            <a:endParaRPr lang="de-DE" sz="1600" b="0" i="0">
              <a:effectLst/>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r>
              <a:rPr lang="de-DE" sz="1600" err="1">
                <a:latin typeface="Segoe UI" panose="020B0502040204020203" pitchFamily="34" charset="0"/>
                <a:cs typeface="Segoe UI" panose="020B0502040204020203" pitchFamily="34" charset="0"/>
              </a:rPr>
              <a:t>Or</a:t>
            </a:r>
            <a:r>
              <a:rPr lang="de-DE" sz="1600">
                <a:latin typeface="Segoe UI" panose="020B0502040204020203" pitchFamily="34" charset="0"/>
                <a:cs typeface="Segoe UI" panose="020B0502040204020203" pitchFamily="34" charset="0"/>
              </a:rPr>
              <a:t> at </a:t>
            </a:r>
            <a:r>
              <a:rPr lang="de-DE" sz="1600" err="1">
                <a:latin typeface="Segoe UI" panose="020B0502040204020203" pitchFamily="34" charset="0"/>
                <a:cs typeface="Segoe UI" panose="020B0502040204020203" pitchFamily="34" charset="0"/>
              </a:rPr>
              <a:t>any</a:t>
            </a:r>
            <a:r>
              <a:rPr lang="de-DE" sz="1600">
                <a:latin typeface="Segoe UI" panose="020B0502040204020203" pitchFamily="34" charset="0"/>
                <a:cs typeface="Segoe UI" panose="020B0502040204020203" pitchFamily="34" charset="0"/>
              </a:rPr>
              <a:t> time </a:t>
            </a:r>
            <a:r>
              <a:rPr lang="de-DE" sz="1600" err="1">
                <a:latin typeface="Segoe UI" panose="020B0502040204020203" pitchFamily="34" charset="0"/>
                <a:cs typeface="Segoe UI" panose="020B0502040204020203" pitchFamily="34" charset="0"/>
              </a:rPr>
              <a:t>within</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the</a:t>
            </a:r>
            <a:r>
              <a:rPr lang="de-DE" sz="1600">
                <a:latin typeface="Segoe UI" panose="020B0502040204020203" pitchFamily="34" charset="0"/>
                <a:cs typeface="Segoe UI" panose="020B0502040204020203" pitchFamily="34" charset="0"/>
              </a:rPr>
              <a:t> Copilot Chat at </a:t>
            </a:r>
            <a:r>
              <a:rPr lang="de-DE" sz="1600" err="1">
                <a:latin typeface="Segoe UI" panose="020B0502040204020203" pitchFamily="34" charset="0"/>
                <a:cs typeface="Segoe UI" panose="020B0502040204020203" pitchFamily="34" charset="0"/>
              </a:rPr>
              <a:t>the</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bottom</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of</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the</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prompting</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window</a:t>
            </a:r>
            <a:endParaRPr lang="de-DE" sz="1600" b="0" i="0">
              <a:effectLst/>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endParaRPr lang="de-DE" sz="1600">
              <a:latin typeface="Segoe UI" panose="020B0502040204020203" pitchFamily="34" charset="0"/>
              <a:cs typeface="Segoe UI" panose="020B0502040204020203" pitchFamily="34" charset="0"/>
            </a:endParaRPr>
          </a:p>
          <a:p>
            <a:r>
              <a:rPr lang="de-DE" sz="1600" err="1">
                <a:latin typeface="Segoe UI" panose="020B0502040204020203" pitchFamily="34" charset="0"/>
                <a:cs typeface="Segoe UI" panose="020B0502040204020203" pitchFamily="34" charset="0"/>
              </a:rPr>
              <a:t>Have</a:t>
            </a:r>
            <a:r>
              <a:rPr lang="de-DE" sz="1600">
                <a:latin typeface="Segoe UI" panose="020B0502040204020203" pitchFamily="34" charset="0"/>
                <a:cs typeface="Segoe UI" panose="020B0502040204020203" pitchFamily="34" charset="0"/>
              </a:rPr>
              <a:t> a </a:t>
            </a:r>
            <a:r>
              <a:rPr lang="de-DE" sz="1600" err="1">
                <a:latin typeface="Segoe UI" panose="020B0502040204020203" pitchFamily="34" charset="0"/>
                <a:cs typeface="Segoe UI" panose="020B0502040204020203" pitchFamily="34" charset="0"/>
              </a:rPr>
              <a:t>try</a:t>
            </a:r>
            <a:r>
              <a:rPr lang="de-DE" sz="1600">
                <a:latin typeface="Segoe UI" panose="020B0502040204020203" pitchFamily="34" charset="0"/>
                <a:cs typeface="Segoe UI" panose="020B0502040204020203" pitchFamily="34" charset="0"/>
              </a:rPr>
              <a:t>!</a:t>
            </a:r>
          </a:p>
          <a:p>
            <a:pPr marL="171450" indent="-171450">
              <a:buFont typeface="Arial" panose="020B0604020202020204" pitchFamily="34" charset="0"/>
              <a:buChar char="•"/>
            </a:pPr>
            <a:endParaRPr lang="de-DE" sz="1600">
              <a:latin typeface="Segoe UI" panose="020B0502040204020203" pitchFamily="34" charset="0"/>
              <a:cs typeface="Segoe UI" panose="020B0502040204020203" pitchFamily="34" charset="0"/>
            </a:endParaRPr>
          </a:p>
        </p:txBody>
      </p:sp>
      <p:pic>
        <p:nvPicPr>
          <p:cNvPr id="6" name="Grafik 5" descr="Ein Bild, das Text, Screenshot, Software, Multimedia-Software enthält.&#10;&#10;KI-generierte Inhalte können fehlerhaft sein.">
            <a:extLst>
              <a:ext uri="{FF2B5EF4-FFF2-40B4-BE49-F238E27FC236}">
                <a16:creationId xmlns:a16="http://schemas.microsoft.com/office/drawing/2014/main" id="{8058E30A-2A66-DCA8-7132-D7F2DE93DDC4}"/>
              </a:ext>
            </a:extLst>
          </p:cNvPr>
          <p:cNvPicPr>
            <a:picLocks noChangeAspect="1"/>
          </p:cNvPicPr>
          <p:nvPr/>
        </p:nvPicPr>
        <p:blipFill>
          <a:blip r:embed="rId5"/>
          <a:stretch>
            <a:fillRect/>
          </a:stretch>
        </p:blipFill>
        <p:spPr>
          <a:xfrm>
            <a:off x="435647" y="3859572"/>
            <a:ext cx="2660433" cy="2683635"/>
          </a:xfrm>
          <a:prstGeom prst="rect">
            <a:avLst/>
          </a:prstGeom>
          <a:ln>
            <a:noFill/>
          </a:ln>
          <a:effectLst>
            <a:outerShdw blurRad="292100" dist="139700" dir="2700000" algn="tl" rotWithShape="0">
              <a:srgbClr val="333333">
                <a:alpha val="65000"/>
              </a:srgbClr>
            </a:outerShdw>
          </a:effectLst>
        </p:spPr>
      </p:pic>
      <p:sp>
        <p:nvSpPr>
          <p:cNvPr id="7" name="Ellipse 6">
            <a:extLst>
              <a:ext uri="{FF2B5EF4-FFF2-40B4-BE49-F238E27FC236}">
                <a16:creationId xmlns:a16="http://schemas.microsoft.com/office/drawing/2014/main" id="{59D616BA-9301-5B5B-D2A5-D5BB0B24C8C4}"/>
              </a:ext>
            </a:extLst>
          </p:cNvPr>
          <p:cNvSpPr/>
          <p:nvPr/>
        </p:nvSpPr>
        <p:spPr>
          <a:xfrm>
            <a:off x="2281090" y="6329496"/>
            <a:ext cx="926217" cy="375449"/>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Pfeil: nach unten 7">
            <a:extLst>
              <a:ext uri="{FF2B5EF4-FFF2-40B4-BE49-F238E27FC236}">
                <a16:creationId xmlns:a16="http://schemas.microsoft.com/office/drawing/2014/main" id="{4FC1B066-1F1E-EB1C-6C24-BC1ED376ED57}"/>
              </a:ext>
            </a:extLst>
          </p:cNvPr>
          <p:cNvSpPr/>
          <p:nvPr/>
        </p:nvSpPr>
        <p:spPr>
          <a:xfrm rot="5400000">
            <a:off x="3552558" y="6287538"/>
            <a:ext cx="185753" cy="459362"/>
          </a:xfrm>
          <a:prstGeom prst="downArrow">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1" name="Grafik 10" descr="Ein Bild, das Screenshot, Text, Software, Multimedia-Software enthält.&#10;&#10;KI-generierte Inhalte können fehlerhaft sein.">
            <a:extLst>
              <a:ext uri="{FF2B5EF4-FFF2-40B4-BE49-F238E27FC236}">
                <a16:creationId xmlns:a16="http://schemas.microsoft.com/office/drawing/2014/main" id="{BDBCC377-DFBF-2EC7-1701-81EF4C0AAFDB}"/>
              </a:ext>
            </a:extLst>
          </p:cNvPr>
          <p:cNvPicPr>
            <a:picLocks noChangeAspect="1"/>
          </p:cNvPicPr>
          <p:nvPr/>
        </p:nvPicPr>
        <p:blipFill>
          <a:blip r:embed="rId6"/>
          <a:stretch>
            <a:fillRect/>
          </a:stretch>
        </p:blipFill>
        <p:spPr>
          <a:xfrm>
            <a:off x="1377546" y="940004"/>
            <a:ext cx="4796849" cy="2757830"/>
          </a:xfrm>
          <a:prstGeom prst="rect">
            <a:avLst/>
          </a:prstGeom>
          <a:ln>
            <a:noFill/>
          </a:ln>
          <a:effectLst>
            <a:outerShdw blurRad="292100" dist="139700" dir="2700000" algn="tl" rotWithShape="0">
              <a:srgbClr val="333333">
                <a:alpha val="65000"/>
              </a:srgbClr>
            </a:outerShdw>
          </a:effectLst>
        </p:spPr>
      </p:pic>
      <p:pic>
        <p:nvPicPr>
          <p:cNvPr id="13" name="Grafik 12" descr="Ein Bild, das Screenshot, Text, Software, Multimedia-Software enthält.&#10;&#10;KI-generierte Inhalte können fehlerhaft sein.">
            <a:extLst>
              <a:ext uri="{FF2B5EF4-FFF2-40B4-BE49-F238E27FC236}">
                <a16:creationId xmlns:a16="http://schemas.microsoft.com/office/drawing/2014/main" id="{90AFE434-9BE7-61D9-A15A-99B24E8DB0AD}"/>
              </a:ext>
            </a:extLst>
          </p:cNvPr>
          <p:cNvPicPr>
            <a:picLocks noChangeAspect="1"/>
          </p:cNvPicPr>
          <p:nvPr/>
        </p:nvPicPr>
        <p:blipFill>
          <a:blip r:embed="rId6"/>
          <a:srcRect r="79046" b="81001"/>
          <a:stretch>
            <a:fillRect/>
          </a:stretch>
        </p:blipFill>
        <p:spPr>
          <a:xfrm>
            <a:off x="4231640" y="4000299"/>
            <a:ext cx="1623484" cy="846301"/>
          </a:xfrm>
          <a:prstGeom prst="rect">
            <a:avLst/>
          </a:prstGeom>
          <a:ln>
            <a:noFill/>
          </a:ln>
          <a:effectLst>
            <a:outerShdw blurRad="292100" dist="139700" dir="2700000" algn="tl" rotWithShape="0">
              <a:srgbClr val="333333">
                <a:alpha val="65000"/>
              </a:srgbClr>
            </a:outerShdw>
          </a:effectLst>
        </p:spPr>
      </p:pic>
      <p:sp>
        <p:nvSpPr>
          <p:cNvPr id="14" name="Ellipse 13">
            <a:extLst>
              <a:ext uri="{FF2B5EF4-FFF2-40B4-BE49-F238E27FC236}">
                <a16:creationId xmlns:a16="http://schemas.microsoft.com/office/drawing/2014/main" id="{DBFAC933-D98A-2077-3D57-CBAD2215E05B}"/>
              </a:ext>
            </a:extLst>
          </p:cNvPr>
          <p:cNvSpPr/>
          <p:nvPr/>
        </p:nvSpPr>
        <p:spPr>
          <a:xfrm>
            <a:off x="4796300" y="4314926"/>
            <a:ext cx="926217" cy="375449"/>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custDataLst>
      <p:tags r:id="rId1"/>
    </p:custDataLst>
    <p:extLst>
      <p:ext uri="{BB962C8B-B14F-4D97-AF65-F5344CB8AC3E}">
        <p14:creationId xmlns:p14="http://schemas.microsoft.com/office/powerpoint/2010/main" val="20178620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32D0F-932D-5019-F14B-E248EF08136A}"/>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473F94CB-B2DB-F096-32E4-97063851D114}"/>
              </a:ext>
            </a:extLst>
          </p:cNvPr>
          <p:cNvSpPr>
            <a:spLocks noGrp="1"/>
          </p:cNvSpPr>
          <p:nvPr>
            <p:ph type="title"/>
          </p:nvPr>
        </p:nvSpPr>
        <p:spPr>
          <a:xfrm>
            <a:off x="5382483" y="322912"/>
            <a:ext cx="6051175" cy="846301"/>
          </a:xfrm>
        </p:spPr>
        <p:txBody>
          <a:bodyPr>
            <a:normAutofit fontScale="90000"/>
          </a:bodyPr>
          <a:lstStyle/>
          <a:p>
            <a:r>
              <a:rPr lang="de-DE"/>
              <a:t>prompt Handling and </a:t>
            </a:r>
            <a:r>
              <a:rPr lang="de-DE" err="1"/>
              <a:t>sharing</a:t>
            </a:r>
            <a:endParaRPr lang="de-DE"/>
          </a:p>
        </p:txBody>
      </p:sp>
      <p:sp>
        <p:nvSpPr>
          <p:cNvPr id="12" name="Textfeld 11">
            <a:extLst>
              <a:ext uri="{FF2B5EF4-FFF2-40B4-BE49-F238E27FC236}">
                <a16:creationId xmlns:a16="http://schemas.microsoft.com/office/drawing/2014/main" id="{4046AAD9-FEEF-53BE-30A4-5DB671D79FE9}"/>
              </a:ext>
            </a:extLst>
          </p:cNvPr>
          <p:cNvSpPr txBox="1"/>
          <p:nvPr/>
        </p:nvSpPr>
        <p:spPr>
          <a:xfrm>
            <a:off x="5382483" y="922945"/>
            <a:ext cx="6441305" cy="584775"/>
          </a:xfrm>
          <a:prstGeom prst="rect">
            <a:avLst/>
          </a:prstGeom>
          <a:noFill/>
        </p:spPr>
        <p:txBody>
          <a:bodyPr wrap="square">
            <a:spAutoFit/>
          </a:bodyPr>
          <a:lstStyle/>
          <a:p>
            <a:r>
              <a:rPr lang="en-US" sz="1600" b="0" i="0">
                <a:effectLst/>
                <a:latin typeface="Segoe UI" panose="020B0502040204020203" pitchFamily="34" charset="0"/>
              </a:rPr>
              <a:t>Wait a minute – saved Prompts in the Prompt Gallery? Let’s see what else we can do with a Prompt</a:t>
            </a:r>
          </a:p>
        </p:txBody>
      </p:sp>
      <p:pic>
        <p:nvPicPr>
          <p:cNvPr id="5" name="Grafik 4" descr="Ein Bild, das Text, Screenshot, Schrift, Grafiken enthält.&#10;&#10;KI-generierte Inhalte können fehlerhaft sein.">
            <a:extLst>
              <a:ext uri="{FF2B5EF4-FFF2-40B4-BE49-F238E27FC236}">
                <a16:creationId xmlns:a16="http://schemas.microsoft.com/office/drawing/2014/main" id="{FA550AB1-FE7C-4D75-4B72-BF295A3891C9}"/>
              </a:ext>
            </a:extLst>
          </p:cNvPr>
          <p:cNvPicPr>
            <a:picLocks noChangeAspect="1"/>
          </p:cNvPicPr>
          <p:nvPr/>
        </p:nvPicPr>
        <p:blipFill>
          <a:blip r:embed="rId4"/>
          <a:stretch>
            <a:fillRect/>
          </a:stretch>
        </p:blipFill>
        <p:spPr>
          <a:xfrm>
            <a:off x="2345463" y="5783583"/>
            <a:ext cx="2789808" cy="748144"/>
          </a:xfrm>
          <a:prstGeom prst="rect">
            <a:avLst/>
          </a:prstGeom>
        </p:spPr>
      </p:pic>
      <p:pic>
        <p:nvPicPr>
          <p:cNvPr id="7" name="Grafik 6" descr="Ein Bild, das Text, Screenshot, Schrift, Zahl enthält.&#10;&#10;KI-generierte Inhalte können fehlerhaft sein.">
            <a:extLst>
              <a:ext uri="{FF2B5EF4-FFF2-40B4-BE49-F238E27FC236}">
                <a16:creationId xmlns:a16="http://schemas.microsoft.com/office/drawing/2014/main" id="{D89D02B4-6BAD-26DC-E8B7-4A4F023E79DF}"/>
              </a:ext>
            </a:extLst>
          </p:cNvPr>
          <p:cNvPicPr>
            <a:picLocks noChangeAspect="1"/>
          </p:cNvPicPr>
          <p:nvPr/>
        </p:nvPicPr>
        <p:blipFill>
          <a:blip r:embed="rId5"/>
          <a:stretch>
            <a:fillRect/>
          </a:stretch>
        </p:blipFill>
        <p:spPr>
          <a:xfrm>
            <a:off x="2345463" y="4411930"/>
            <a:ext cx="2789808" cy="951472"/>
          </a:xfrm>
          <a:prstGeom prst="rect">
            <a:avLst/>
          </a:prstGeom>
        </p:spPr>
      </p:pic>
      <p:pic>
        <p:nvPicPr>
          <p:cNvPr id="9" name="Grafik 8" descr="Ein Bild, das Text, Screenshot, Schrift enthält.&#10;&#10;KI-generierte Inhalte können fehlerhaft sein.">
            <a:extLst>
              <a:ext uri="{FF2B5EF4-FFF2-40B4-BE49-F238E27FC236}">
                <a16:creationId xmlns:a16="http://schemas.microsoft.com/office/drawing/2014/main" id="{38C83329-68DA-235D-19D4-68A6711C2F07}"/>
              </a:ext>
            </a:extLst>
          </p:cNvPr>
          <p:cNvPicPr>
            <a:picLocks noChangeAspect="1"/>
          </p:cNvPicPr>
          <p:nvPr/>
        </p:nvPicPr>
        <p:blipFill>
          <a:blip r:embed="rId6"/>
          <a:stretch>
            <a:fillRect/>
          </a:stretch>
        </p:blipFill>
        <p:spPr>
          <a:xfrm>
            <a:off x="2345462" y="2040304"/>
            <a:ext cx="2789808" cy="942419"/>
          </a:xfrm>
          <a:prstGeom prst="rect">
            <a:avLst/>
          </a:prstGeom>
        </p:spPr>
      </p:pic>
      <p:pic>
        <p:nvPicPr>
          <p:cNvPr id="11" name="Grafik 10" descr="Ein Bild, das Text, Screenshot, Schrift enthält.&#10;&#10;KI-generierte Inhalte können fehlerhaft sein.">
            <a:extLst>
              <a:ext uri="{FF2B5EF4-FFF2-40B4-BE49-F238E27FC236}">
                <a16:creationId xmlns:a16="http://schemas.microsoft.com/office/drawing/2014/main" id="{88687862-9B6C-9B84-79E8-FC469184F10C}"/>
              </a:ext>
            </a:extLst>
          </p:cNvPr>
          <p:cNvPicPr>
            <a:picLocks noChangeAspect="1"/>
          </p:cNvPicPr>
          <p:nvPr/>
        </p:nvPicPr>
        <p:blipFill>
          <a:blip r:embed="rId7"/>
          <a:stretch>
            <a:fillRect/>
          </a:stretch>
        </p:blipFill>
        <p:spPr>
          <a:xfrm>
            <a:off x="2345463" y="3174237"/>
            <a:ext cx="2789808" cy="1046178"/>
          </a:xfrm>
          <a:prstGeom prst="rect">
            <a:avLst/>
          </a:prstGeom>
        </p:spPr>
      </p:pic>
      <p:sp>
        <p:nvSpPr>
          <p:cNvPr id="13" name="Textfeld 12">
            <a:extLst>
              <a:ext uri="{FF2B5EF4-FFF2-40B4-BE49-F238E27FC236}">
                <a16:creationId xmlns:a16="http://schemas.microsoft.com/office/drawing/2014/main" id="{F2DF49EE-519A-DB0D-6F66-B50D7E914F86}"/>
              </a:ext>
            </a:extLst>
          </p:cNvPr>
          <p:cNvSpPr txBox="1"/>
          <p:nvPr/>
        </p:nvSpPr>
        <p:spPr>
          <a:xfrm>
            <a:off x="5382484" y="2145973"/>
            <a:ext cx="3681050" cy="584775"/>
          </a:xfrm>
          <a:prstGeom prst="rect">
            <a:avLst/>
          </a:prstGeom>
          <a:noFill/>
        </p:spPr>
        <p:txBody>
          <a:bodyPr wrap="square">
            <a:spAutoFit/>
          </a:bodyPr>
          <a:lstStyle/>
          <a:p>
            <a:r>
              <a:rPr lang="en-US" sz="1600" b="0" i="0">
                <a:effectLst/>
                <a:latin typeface="Segoe UI" panose="020B0502040204020203" pitchFamily="34" charset="0"/>
              </a:rPr>
              <a:t>Schedule the prompt you just entered for additional runs at a later time</a:t>
            </a:r>
          </a:p>
        </p:txBody>
      </p:sp>
      <p:sp>
        <p:nvSpPr>
          <p:cNvPr id="14" name="Textfeld 13">
            <a:extLst>
              <a:ext uri="{FF2B5EF4-FFF2-40B4-BE49-F238E27FC236}">
                <a16:creationId xmlns:a16="http://schemas.microsoft.com/office/drawing/2014/main" id="{B652D409-87FA-7251-05DB-9CC3D3B7B3EF}"/>
              </a:ext>
            </a:extLst>
          </p:cNvPr>
          <p:cNvSpPr txBox="1"/>
          <p:nvPr/>
        </p:nvSpPr>
        <p:spPr>
          <a:xfrm>
            <a:off x="5382483" y="3344447"/>
            <a:ext cx="3878560" cy="584775"/>
          </a:xfrm>
          <a:prstGeom prst="rect">
            <a:avLst/>
          </a:prstGeom>
          <a:noFill/>
        </p:spPr>
        <p:txBody>
          <a:bodyPr wrap="square">
            <a:spAutoFit/>
          </a:bodyPr>
          <a:lstStyle/>
          <a:p>
            <a:r>
              <a:rPr lang="en-US" sz="1600" b="0" i="0">
                <a:effectLst/>
                <a:latin typeface="Segoe UI" panose="020B0502040204020203" pitchFamily="34" charset="0"/>
              </a:rPr>
              <a:t>Save the prompt you just entered to use it through the Prompt Gallery later on</a:t>
            </a:r>
          </a:p>
        </p:txBody>
      </p:sp>
      <p:sp>
        <p:nvSpPr>
          <p:cNvPr id="16" name="Textfeld 15">
            <a:extLst>
              <a:ext uri="{FF2B5EF4-FFF2-40B4-BE49-F238E27FC236}">
                <a16:creationId xmlns:a16="http://schemas.microsoft.com/office/drawing/2014/main" id="{272DF555-D277-FB76-FC6D-CC98B2E3F00D}"/>
              </a:ext>
            </a:extLst>
          </p:cNvPr>
          <p:cNvSpPr txBox="1"/>
          <p:nvPr/>
        </p:nvSpPr>
        <p:spPr>
          <a:xfrm>
            <a:off x="5382483" y="4595278"/>
            <a:ext cx="3878560" cy="584775"/>
          </a:xfrm>
          <a:prstGeom prst="rect">
            <a:avLst/>
          </a:prstGeom>
          <a:noFill/>
        </p:spPr>
        <p:txBody>
          <a:bodyPr wrap="square">
            <a:spAutoFit/>
          </a:bodyPr>
          <a:lstStyle/>
          <a:p>
            <a:r>
              <a:rPr lang="en-US" sz="1600" b="0" i="0">
                <a:effectLst/>
                <a:latin typeface="Segoe UI" panose="020B0502040204020203" pitchFamily="34" charset="0"/>
              </a:rPr>
              <a:t>Directly share your prompt with others so that they can use it on their own</a:t>
            </a:r>
          </a:p>
        </p:txBody>
      </p:sp>
      <p:sp>
        <p:nvSpPr>
          <p:cNvPr id="17" name="Textfeld 16">
            <a:extLst>
              <a:ext uri="{FF2B5EF4-FFF2-40B4-BE49-F238E27FC236}">
                <a16:creationId xmlns:a16="http://schemas.microsoft.com/office/drawing/2014/main" id="{A80EB602-F74D-411B-55C4-1E56AF87073A}"/>
              </a:ext>
            </a:extLst>
          </p:cNvPr>
          <p:cNvSpPr txBox="1"/>
          <p:nvPr/>
        </p:nvSpPr>
        <p:spPr>
          <a:xfrm>
            <a:off x="5382483" y="5865267"/>
            <a:ext cx="6204794" cy="584775"/>
          </a:xfrm>
          <a:prstGeom prst="rect">
            <a:avLst/>
          </a:prstGeom>
          <a:noFill/>
        </p:spPr>
        <p:txBody>
          <a:bodyPr wrap="square">
            <a:spAutoFit/>
          </a:bodyPr>
          <a:lstStyle/>
          <a:p>
            <a:r>
              <a:rPr lang="en-US" sz="1600" b="0" i="0">
                <a:effectLst/>
                <a:latin typeface="Segoe UI" panose="020B0502040204020203" pitchFamily="34" charset="0"/>
              </a:rPr>
              <a:t>If you like the answer to your prompt – you can copy and share it. Just use the context menu on the bottom of the response.</a:t>
            </a:r>
          </a:p>
        </p:txBody>
      </p:sp>
      <p:sp>
        <p:nvSpPr>
          <p:cNvPr id="18" name="Textfeld 17">
            <a:extLst>
              <a:ext uri="{FF2B5EF4-FFF2-40B4-BE49-F238E27FC236}">
                <a16:creationId xmlns:a16="http://schemas.microsoft.com/office/drawing/2014/main" id="{C61C2706-2A2C-7FA9-9154-E0138638712D}"/>
              </a:ext>
            </a:extLst>
          </p:cNvPr>
          <p:cNvSpPr txBox="1"/>
          <p:nvPr/>
        </p:nvSpPr>
        <p:spPr>
          <a:xfrm>
            <a:off x="1387450" y="1167461"/>
            <a:ext cx="2789808" cy="584775"/>
          </a:xfrm>
          <a:prstGeom prst="rect">
            <a:avLst/>
          </a:prstGeom>
          <a:solidFill>
            <a:schemeClr val="bg1"/>
          </a:solidFill>
        </p:spPr>
        <p:txBody>
          <a:bodyPr wrap="square">
            <a:spAutoFit/>
          </a:bodyPr>
          <a:lstStyle/>
          <a:p>
            <a:r>
              <a:rPr lang="en-US" sz="1600" b="0" i="0">
                <a:effectLst/>
                <a:latin typeface="Segoe UI" panose="020B0502040204020203" pitchFamily="34" charset="0"/>
              </a:rPr>
              <a:t>Hover over the prompt to see the context menu</a:t>
            </a:r>
          </a:p>
        </p:txBody>
      </p:sp>
    </p:spTree>
    <p:custDataLst>
      <p:tags r:id="rId1"/>
    </p:custDataLst>
    <p:extLst>
      <p:ext uri="{BB962C8B-B14F-4D97-AF65-F5344CB8AC3E}">
        <p14:creationId xmlns:p14="http://schemas.microsoft.com/office/powerpoint/2010/main" val="32449112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66BBD-0338-2181-156B-FB5C528F4C7C}"/>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C9B8633B-0BD4-4DB4-0FEC-C74354E12179}"/>
              </a:ext>
            </a:extLst>
          </p:cNvPr>
          <p:cNvSpPr>
            <a:spLocks noGrp="1"/>
          </p:cNvSpPr>
          <p:nvPr>
            <p:ph type="title"/>
          </p:nvPr>
        </p:nvSpPr>
        <p:spPr>
          <a:xfrm>
            <a:off x="5382483" y="322912"/>
            <a:ext cx="5431971" cy="846301"/>
          </a:xfrm>
        </p:spPr>
        <p:txBody>
          <a:bodyPr/>
          <a:lstStyle/>
          <a:p>
            <a:r>
              <a:rPr lang="de-DE"/>
              <a:t>Prompt </a:t>
            </a:r>
            <a:r>
              <a:rPr lang="de-DE" err="1"/>
              <a:t>coach</a:t>
            </a:r>
            <a:endParaRPr lang="de-DE"/>
          </a:p>
        </p:txBody>
      </p:sp>
      <p:sp>
        <p:nvSpPr>
          <p:cNvPr id="10" name="Textfeld 9">
            <a:extLst>
              <a:ext uri="{FF2B5EF4-FFF2-40B4-BE49-F238E27FC236}">
                <a16:creationId xmlns:a16="http://schemas.microsoft.com/office/drawing/2014/main" id="{FB15B161-42E0-3846-8D6F-578C532AFCCF}"/>
              </a:ext>
            </a:extLst>
          </p:cNvPr>
          <p:cNvSpPr txBox="1"/>
          <p:nvPr/>
        </p:nvSpPr>
        <p:spPr>
          <a:xfrm>
            <a:off x="5241349" y="5691157"/>
            <a:ext cx="6099544" cy="261610"/>
          </a:xfrm>
          <a:prstGeom prst="rect">
            <a:avLst/>
          </a:prstGeom>
          <a:noFill/>
        </p:spPr>
        <p:txBody>
          <a:bodyPr wrap="square">
            <a:spAutoFit/>
          </a:bodyPr>
          <a:lstStyle/>
          <a:p>
            <a:r>
              <a:rPr lang="en-US" sz="1100" b="0" i="0">
                <a:effectLst/>
                <a:latin typeface="Segoe UI" panose="020B0502040204020203" pitchFamily="34" charset="0"/>
              </a:rPr>
              <a:t>If you are interested in learning more about Prompt Coach, follow this </a:t>
            </a:r>
            <a:r>
              <a:rPr lang="en-US" sz="1100" b="0" i="0">
                <a:effectLst/>
                <a:latin typeface="Segoe UI" panose="020B0502040204020203" pitchFamily="34" charset="0"/>
                <a:hlinkClick r:id="rId4"/>
              </a:rPr>
              <a:t>external link</a:t>
            </a:r>
            <a:r>
              <a:rPr lang="en-US" sz="1100" b="0" i="0">
                <a:effectLst/>
                <a:latin typeface="Segoe UI" panose="020B0502040204020203" pitchFamily="34" charset="0"/>
              </a:rPr>
              <a:t>.</a:t>
            </a:r>
            <a:endParaRPr lang="de-DE" sz="1100"/>
          </a:p>
        </p:txBody>
      </p:sp>
      <p:sp>
        <p:nvSpPr>
          <p:cNvPr id="12" name="Textfeld 11">
            <a:extLst>
              <a:ext uri="{FF2B5EF4-FFF2-40B4-BE49-F238E27FC236}">
                <a16:creationId xmlns:a16="http://schemas.microsoft.com/office/drawing/2014/main" id="{F152BB3A-4D0C-4561-3977-0095D6381060}"/>
              </a:ext>
            </a:extLst>
          </p:cNvPr>
          <p:cNvSpPr txBox="1"/>
          <p:nvPr/>
        </p:nvSpPr>
        <p:spPr>
          <a:xfrm>
            <a:off x="5241349" y="1413063"/>
            <a:ext cx="6441305" cy="3539430"/>
          </a:xfrm>
          <a:prstGeom prst="rect">
            <a:avLst/>
          </a:prstGeom>
          <a:noFill/>
        </p:spPr>
        <p:txBody>
          <a:bodyPr wrap="square">
            <a:spAutoFit/>
          </a:bodyPr>
          <a:lstStyle/>
          <a:p>
            <a:r>
              <a:rPr lang="en-US" sz="1600">
                <a:latin typeface="Segoe UI" panose="020B0502040204020203" pitchFamily="34" charset="0"/>
                <a:cs typeface="Segoe UI" panose="020B0502040204020203" pitchFamily="34" charset="0"/>
              </a:rPr>
              <a:t>Now that we know how important prompting skills are to get fast and accurate results. Training is key – and your coach is right at your side!</a:t>
            </a:r>
          </a:p>
          <a:p>
            <a:endParaRPr lang="en-US" sz="160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600">
                <a:latin typeface="Segoe UI" panose="020B0502040204020203" pitchFamily="34" charset="0"/>
                <a:cs typeface="Segoe UI" panose="020B0502040204020203" pitchFamily="34" charset="0"/>
              </a:rPr>
              <a:t>The Microsoft developed Prompt Coach Agent helps you train and refine your prompting skills</a:t>
            </a:r>
          </a:p>
          <a:p>
            <a:pPr marL="285750" indent="-285750">
              <a:buFont typeface="Arial" panose="020B0604020202020204" pitchFamily="34" charset="0"/>
              <a:buChar char="•"/>
            </a:pPr>
            <a:r>
              <a:rPr lang="de-DE" sz="1600" err="1">
                <a:latin typeface="Segoe UI" panose="020B0502040204020203" pitchFamily="34" charset="0"/>
                <a:cs typeface="Segoe UI" panose="020B0502040204020203" pitchFamily="34" charset="0"/>
              </a:rPr>
              <a:t>Detailed</a:t>
            </a:r>
            <a:r>
              <a:rPr lang="de-DE" sz="1600">
                <a:latin typeface="Segoe UI" panose="020B0502040204020203" pitchFamily="34" charset="0"/>
                <a:cs typeface="Segoe UI" panose="020B0502040204020203" pitchFamily="34" charset="0"/>
              </a:rPr>
              <a:t> prompt </a:t>
            </a:r>
            <a:r>
              <a:rPr lang="de-DE" sz="1600" err="1">
                <a:latin typeface="Segoe UI" panose="020B0502040204020203" pitchFamily="34" charset="0"/>
                <a:cs typeface="Segoe UI" panose="020B0502040204020203" pitchFamily="34" charset="0"/>
              </a:rPr>
              <a:t>analysis</a:t>
            </a:r>
            <a:endParaRPr lang="de-DE" sz="160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de-DE" sz="1600" err="1">
                <a:latin typeface="Segoe UI" panose="020B0502040204020203" pitchFamily="34" charset="0"/>
                <a:cs typeface="Segoe UI" panose="020B0502040204020203" pitchFamily="34" charset="0"/>
              </a:rPr>
              <a:t>Helps</a:t>
            </a:r>
            <a:r>
              <a:rPr lang="de-DE" sz="1600">
                <a:latin typeface="Segoe UI" panose="020B0502040204020203" pitchFamily="34" charset="0"/>
                <a:cs typeface="Segoe UI" panose="020B0502040204020203" pitchFamily="34" charset="0"/>
              </a:rPr>
              <a:t> </a:t>
            </a:r>
            <a:r>
              <a:rPr lang="en-US" sz="1600">
                <a:latin typeface="Segoe UI" panose="020B0502040204020203" pitchFamily="34" charset="0"/>
                <a:cs typeface="Segoe UI" panose="020B0502040204020203" pitchFamily="34" charset="0"/>
              </a:rPr>
              <a:t>to ensure clarity and optimal phrasing</a:t>
            </a:r>
          </a:p>
          <a:p>
            <a:pPr marL="285750" indent="-285750">
              <a:buFont typeface="Arial" panose="020B0604020202020204" pitchFamily="34" charset="0"/>
              <a:buChar char="•"/>
            </a:pPr>
            <a:r>
              <a:rPr lang="en-US" sz="1600">
                <a:latin typeface="Segoe UI" panose="020B0502040204020203" pitchFamily="34" charset="0"/>
                <a:cs typeface="Segoe UI" panose="020B0502040204020203" pitchFamily="34" charset="0"/>
              </a:rPr>
              <a:t>Provides concrete prompt examples, with step-by-step explanations</a:t>
            </a:r>
          </a:p>
          <a:p>
            <a:pPr marL="171450" indent="-171450">
              <a:buFont typeface="Arial" panose="020B0604020202020204" pitchFamily="34" charset="0"/>
              <a:buChar char="•"/>
            </a:pPr>
            <a:endParaRPr lang="en-US" sz="1600" b="0" i="0">
              <a:effectLst/>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r>
              <a:rPr lang="de-DE" sz="1600" b="0" i="0" err="1">
                <a:effectLst/>
                <a:latin typeface="Segoe UI" panose="020B0502040204020203" pitchFamily="34" charset="0"/>
                <a:cs typeface="Segoe UI" panose="020B0502040204020203" pitchFamily="34" charset="0"/>
              </a:rPr>
              <a:t>Install</a:t>
            </a:r>
            <a:r>
              <a:rPr lang="de-DE" sz="1600" b="0" i="0">
                <a:effectLst/>
                <a:latin typeface="Segoe UI" panose="020B0502040204020203" pitchFamily="34" charset="0"/>
                <a:cs typeface="Segoe UI" panose="020B0502040204020203" pitchFamily="34" charset="0"/>
              </a:rPr>
              <a:t> prompt Coach </a:t>
            </a:r>
            <a:r>
              <a:rPr lang="de-DE" sz="1600" b="0" i="0" err="1">
                <a:effectLst/>
                <a:latin typeface="Segoe UI" panose="020B0502040204020203" pitchFamily="34" charset="0"/>
                <a:cs typeface="Segoe UI" panose="020B0502040204020203" pitchFamily="34" charset="0"/>
              </a:rPr>
              <a:t>by</a:t>
            </a:r>
            <a:r>
              <a:rPr lang="de-DE" sz="1600" b="0" i="0">
                <a:effectLst/>
                <a:latin typeface="Segoe UI" panose="020B0502040204020203" pitchFamily="34" charset="0"/>
                <a:cs typeface="Segoe UI" panose="020B0502040204020203" pitchFamily="34" charset="0"/>
              </a:rPr>
              <a:t> </a:t>
            </a:r>
            <a:r>
              <a:rPr lang="de-DE" sz="1600" b="0" i="0" err="1">
                <a:effectLst/>
                <a:latin typeface="Segoe UI" panose="020B0502040204020203" pitchFamily="34" charset="0"/>
                <a:cs typeface="Segoe UI" panose="020B0502040204020203" pitchFamily="34" charset="0"/>
              </a:rPr>
              <a:t>clicking</a:t>
            </a:r>
            <a:r>
              <a:rPr lang="de-DE" sz="1600" b="0" i="0">
                <a:effectLst/>
                <a:latin typeface="Segoe UI" panose="020B0502040204020203" pitchFamily="34" charset="0"/>
                <a:cs typeface="Segoe UI" panose="020B0502040204020203" pitchFamily="34" charset="0"/>
              </a:rPr>
              <a:t> </a:t>
            </a:r>
            <a:r>
              <a:rPr lang="de-DE" sz="1600" b="0" i="0" err="1">
                <a:effectLst/>
                <a:latin typeface="Segoe UI" panose="020B0502040204020203" pitchFamily="34" charset="0"/>
                <a:cs typeface="Segoe UI" panose="020B0502040204020203" pitchFamily="34" charset="0"/>
                <a:hlinkClick r:id="rId5"/>
              </a:rPr>
              <a:t>this</a:t>
            </a:r>
            <a:r>
              <a:rPr lang="de-DE" sz="1600" b="0" i="0">
                <a:effectLst/>
                <a:latin typeface="Segoe UI" panose="020B0502040204020203" pitchFamily="34" charset="0"/>
                <a:cs typeface="Segoe UI" panose="020B0502040204020203" pitchFamily="34" charset="0"/>
                <a:hlinkClick r:id="rId5"/>
              </a:rPr>
              <a:t> link</a:t>
            </a:r>
            <a:r>
              <a:rPr lang="de-DE" sz="1600" b="0" i="0">
                <a:effectLst/>
                <a:latin typeface="Segoe UI" panose="020B0502040204020203" pitchFamily="34" charset="0"/>
                <a:cs typeface="Segoe UI" panose="020B0502040204020203" pitchFamily="34" charset="0"/>
              </a:rPr>
              <a:t> </a:t>
            </a:r>
            <a:r>
              <a:rPr lang="de-DE" sz="1600" b="0" i="0" err="1">
                <a:effectLst/>
                <a:latin typeface="Segoe UI" panose="020B0502040204020203" pitchFamily="34" charset="0"/>
                <a:cs typeface="Segoe UI" panose="020B0502040204020203" pitchFamily="34" charset="0"/>
              </a:rPr>
              <a:t>or</a:t>
            </a:r>
            <a:r>
              <a:rPr lang="de-DE" sz="1600" b="0" i="0">
                <a:effectLst/>
                <a:latin typeface="Segoe UI" panose="020B0502040204020203" pitchFamily="34" charset="0"/>
                <a:cs typeface="Segoe UI" panose="020B0502040204020203" pitchFamily="34" charset="0"/>
              </a:rPr>
              <a:t> </a:t>
            </a:r>
            <a:r>
              <a:rPr lang="de-DE" sz="1600" b="0" i="0" err="1">
                <a:effectLst/>
                <a:latin typeface="Segoe UI" panose="020B0502040204020203" pitchFamily="34" charset="0"/>
                <a:cs typeface="Segoe UI" panose="020B0502040204020203" pitchFamily="34" charset="0"/>
              </a:rPr>
              <a:t>searching</a:t>
            </a:r>
            <a:r>
              <a:rPr lang="de-DE" sz="1600" b="0" i="0">
                <a:effectLst/>
                <a:latin typeface="Segoe UI" panose="020B0502040204020203" pitchFamily="34" charset="0"/>
                <a:cs typeface="Segoe UI" panose="020B0502040204020203" pitchFamily="34" charset="0"/>
              </a:rPr>
              <a:t> </a:t>
            </a:r>
            <a:r>
              <a:rPr lang="de-DE" sz="1600" b="0" i="0" err="1">
                <a:effectLst/>
                <a:latin typeface="Segoe UI" panose="020B0502040204020203" pitchFamily="34" charset="0"/>
                <a:cs typeface="Segoe UI" panose="020B0502040204020203" pitchFamily="34" charset="0"/>
              </a:rPr>
              <a:t>for</a:t>
            </a:r>
            <a:r>
              <a:rPr lang="de-DE" sz="1600" b="0" i="0">
                <a:effectLst/>
                <a:latin typeface="Segoe UI" panose="020B0502040204020203" pitchFamily="34" charset="0"/>
                <a:cs typeface="Segoe UI" panose="020B0502040204020203" pitchFamily="34" charset="0"/>
              </a:rPr>
              <a:t> </a:t>
            </a:r>
            <a:r>
              <a:rPr lang="de-DE" sz="1600" b="0" i="0" err="1">
                <a:effectLst/>
                <a:latin typeface="Segoe UI" panose="020B0502040204020203" pitchFamily="34" charset="0"/>
                <a:cs typeface="Segoe UI" panose="020B0502040204020203" pitchFamily="34" charset="0"/>
              </a:rPr>
              <a:t>it</a:t>
            </a:r>
            <a:r>
              <a:rPr lang="de-DE" sz="1600" b="0" i="0">
                <a:effectLst/>
                <a:latin typeface="Segoe UI" panose="020B0502040204020203" pitchFamily="34" charset="0"/>
                <a:cs typeface="Segoe UI" panose="020B0502040204020203" pitchFamily="34" charset="0"/>
              </a:rPr>
              <a:t> via „All </a:t>
            </a:r>
            <a:r>
              <a:rPr lang="de-DE" sz="1600" b="0" i="0" err="1">
                <a:effectLst/>
                <a:latin typeface="Segoe UI" panose="020B0502040204020203" pitchFamily="34" charset="0"/>
                <a:cs typeface="Segoe UI" panose="020B0502040204020203" pitchFamily="34" charset="0"/>
              </a:rPr>
              <a:t>Agents</a:t>
            </a:r>
            <a:r>
              <a:rPr lang="de-DE" sz="1600" b="0" i="0">
                <a:effectLst/>
                <a:latin typeface="Segoe UI" panose="020B0502040204020203" pitchFamily="34" charset="0"/>
                <a:cs typeface="Segoe UI" panose="020B0502040204020203" pitchFamily="34" charset="0"/>
              </a:rPr>
              <a:t>“ in </a:t>
            </a:r>
            <a:r>
              <a:rPr lang="de-DE" sz="1600" b="0" i="0" err="1">
                <a:effectLst/>
                <a:latin typeface="Segoe UI" panose="020B0502040204020203" pitchFamily="34" charset="0"/>
                <a:cs typeface="Segoe UI" panose="020B0502040204020203" pitchFamily="34" charset="0"/>
              </a:rPr>
              <a:t>the</a:t>
            </a:r>
            <a:r>
              <a:rPr lang="de-DE" sz="1600" b="0" i="0">
                <a:effectLst/>
                <a:latin typeface="Segoe UI" panose="020B0502040204020203" pitchFamily="34" charset="0"/>
                <a:cs typeface="Segoe UI" panose="020B0502040204020203" pitchFamily="34" charset="0"/>
              </a:rPr>
              <a:t> </a:t>
            </a:r>
            <a:r>
              <a:rPr lang="de-DE" sz="1600" b="0" i="0" err="1">
                <a:effectLst/>
                <a:latin typeface="Segoe UI" panose="020B0502040204020203" pitchFamily="34" charset="0"/>
                <a:cs typeface="Segoe UI" panose="020B0502040204020203" pitchFamily="34" charset="0"/>
              </a:rPr>
              <a:t>left</a:t>
            </a:r>
            <a:r>
              <a:rPr lang="de-DE" sz="1600" b="0" i="0">
                <a:effectLst/>
                <a:latin typeface="Segoe UI" panose="020B0502040204020203" pitchFamily="34" charset="0"/>
                <a:cs typeface="Segoe UI" panose="020B0502040204020203" pitchFamily="34" charset="0"/>
              </a:rPr>
              <a:t> </a:t>
            </a:r>
            <a:r>
              <a:rPr lang="de-DE" sz="1600" b="0" i="0" err="1">
                <a:effectLst/>
                <a:latin typeface="Segoe UI" panose="020B0502040204020203" pitchFamily="34" charset="0"/>
                <a:cs typeface="Segoe UI" panose="020B0502040204020203" pitchFamily="34" charset="0"/>
              </a:rPr>
              <a:t>menu</a:t>
            </a:r>
            <a:r>
              <a:rPr lang="de-DE" sz="1600" b="0" i="0">
                <a:effectLst/>
                <a:latin typeface="Segoe UI" panose="020B0502040204020203" pitchFamily="34" charset="0"/>
                <a:cs typeface="Segoe UI" panose="020B0502040204020203" pitchFamily="34" charset="0"/>
              </a:rPr>
              <a:t> bar</a:t>
            </a:r>
          </a:p>
          <a:p>
            <a:pPr marL="171450" indent="-171450">
              <a:buFont typeface="Arial" panose="020B0604020202020204" pitchFamily="34" charset="0"/>
              <a:buChar char="•"/>
            </a:pPr>
            <a:endParaRPr lang="de-DE" sz="1600">
              <a:latin typeface="Segoe UI" panose="020B0502040204020203" pitchFamily="34" charset="0"/>
              <a:cs typeface="Segoe UI" panose="020B0502040204020203" pitchFamily="34" charset="0"/>
            </a:endParaRPr>
          </a:p>
          <a:p>
            <a:r>
              <a:rPr lang="de-DE" sz="1600">
                <a:latin typeface="Segoe UI" panose="020B0502040204020203" pitchFamily="34" charset="0"/>
                <a:cs typeface="Segoe UI" panose="020B0502040204020203" pitchFamily="34" charset="0"/>
              </a:rPr>
              <a:t>Try </a:t>
            </a:r>
            <a:r>
              <a:rPr lang="de-DE" sz="1600" err="1">
                <a:latin typeface="Segoe UI" panose="020B0502040204020203" pitchFamily="34" charset="0"/>
                <a:cs typeface="Segoe UI" panose="020B0502040204020203" pitchFamily="34" charset="0"/>
              </a:rPr>
              <a:t>it!</a:t>
            </a:r>
            <a:endParaRPr lang="de-DE" sz="1600">
              <a:latin typeface="Segoe UI" panose="020B0502040204020203" pitchFamily="34" charset="0"/>
              <a:cs typeface="Segoe UI" panose="020B0502040204020203" pitchFamily="34" charset="0"/>
            </a:endParaRPr>
          </a:p>
        </p:txBody>
      </p:sp>
      <p:pic>
        <p:nvPicPr>
          <p:cNvPr id="4" name="Grafik 3" descr="Ein Bild, das Text, Screenshot, Software enthält.&#10;&#10;KI-generierte Inhalte können fehlerhaft sein.">
            <a:extLst>
              <a:ext uri="{FF2B5EF4-FFF2-40B4-BE49-F238E27FC236}">
                <a16:creationId xmlns:a16="http://schemas.microsoft.com/office/drawing/2014/main" id="{6168B86D-4D23-E27A-361F-1416AF93E8D2}"/>
              </a:ext>
            </a:extLst>
          </p:cNvPr>
          <p:cNvPicPr>
            <a:picLocks noChangeAspect="1"/>
          </p:cNvPicPr>
          <p:nvPr/>
        </p:nvPicPr>
        <p:blipFill>
          <a:blip r:embed="rId6"/>
          <a:stretch>
            <a:fillRect/>
          </a:stretch>
        </p:blipFill>
        <p:spPr>
          <a:xfrm>
            <a:off x="509346" y="1486215"/>
            <a:ext cx="4370955" cy="2932166"/>
          </a:xfrm>
          <a:prstGeom prst="rect">
            <a:avLst/>
          </a:prstGeom>
          <a:ln>
            <a:noFill/>
          </a:ln>
          <a:effectLst>
            <a:outerShdw blurRad="292100" dist="139700" dir="2700000" algn="tl" rotWithShape="0">
              <a:srgbClr val="333333">
                <a:alpha val="65000"/>
              </a:srgbClr>
            </a:outerShdw>
          </a:effectLst>
        </p:spPr>
      </p:pic>
    </p:spTree>
    <p:custDataLst>
      <p:tags r:id="rId1"/>
    </p:custDataLst>
    <p:extLst>
      <p:ext uri="{BB962C8B-B14F-4D97-AF65-F5344CB8AC3E}">
        <p14:creationId xmlns:p14="http://schemas.microsoft.com/office/powerpoint/2010/main" val="8990278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E404B-4257-B9F4-92C7-2C5D95C6428E}"/>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98D01D64-308A-DE5D-2473-E5C295C5E628}"/>
              </a:ext>
            </a:extLst>
          </p:cNvPr>
          <p:cNvSpPr>
            <a:spLocks noGrp="1"/>
          </p:cNvSpPr>
          <p:nvPr>
            <p:ph type="title"/>
          </p:nvPr>
        </p:nvSpPr>
        <p:spPr>
          <a:xfrm>
            <a:off x="5382483" y="322912"/>
            <a:ext cx="5431971" cy="846301"/>
          </a:xfrm>
        </p:spPr>
        <p:txBody>
          <a:bodyPr/>
          <a:lstStyle/>
          <a:p>
            <a:r>
              <a:rPr lang="de-DE"/>
              <a:t>Idea </a:t>
            </a:r>
            <a:r>
              <a:rPr lang="de-DE" err="1"/>
              <a:t>coach</a:t>
            </a:r>
            <a:endParaRPr lang="de-DE"/>
          </a:p>
        </p:txBody>
      </p:sp>
      <p:sp>
        <p:nvSpPr>
          <p:cNvPr id="10" name="Textfeld 9">
            <a:extLst>
              <a:ext uri="{FF2B5EF4-FFF2-40B4-BE49-F238E27FC236}">
                <a16:creationId xmlns:a16="http://schemas.microsoft.com/office/drawing/2014/main" id="{4FBAEA78-6AF3-9128-6374-BB3C881BB7BC}"/>
              </a:ext>
            </a:extLst>
          </p:cNvPr>
          <p:cNvSpPr txBox="1"/>
          <p:nvPr/>
        </p:nvSpPr>
        <p:spPr>
          <a:xfrm>
            <a:off x="5241349" y="5691157"/>
            <a:ext cx="6099544" cy="261610"/>
          </a:xfrm>
          <a:prstGeom prst="rect">
            <a:avLst/>
          </a:prstGeom>
          <a:noFill/>
        </p:spPr>
        <p:txBody>
          <a:bodyPr wrap="square">
            <a:spAutoFit/>
          </a:bodyPr>
          <a:lstStyle/>
          <a:p>
            <a:r>
              <a:rPr lang="en-US" sz="1100" b="0" i="0">
                <a:effectLst/>
                <a:latin typeface="Segoe UI" panose="020B0502040204020203" pitchFamily="34" charset="0"/>
              </a:rPr>
              <a:t>If you are interested in learning more about Idea Coach, follow this </a:t>
            </a:r>
            <a:r>
              <a:rPr lang="en-US" sz="1100" b="0" i="0">
                <a:effectLst/>
                <a:latin typeface="Segoe UI" panose="020B0502040204020203" pitchFamily="34" charset="0"/>
                <a:hlinkClick r:id="rId4"/>
              </a:rPr>
              <a:t>external link</a:t>
            </a:r>
            <a:r>
              <a:rPr lang="en-US" sz="1100" b="0" i="0">
                <a:effectLst/>
                <a:latin typeface="Segoe UI" panose="020B0502040204020203" pitchFamily="34" charset="0"/>
              </a:rPr>
              <a:t>.</a:t>
            </a:r>
            <a:endParaRPr lang="de-DE" sz="1100"/>
          </a:p>
        </p:txBody>
      </p:sp>
      <p:sp>
        <p:nvSpPr>
          <p:cNvPr id="12" name="Textfeld 11">
            <a:extLst>
              <a:ext uri="{FF2B5EF4-FFF2-40B4-BE49-F238E27FC236}">
                <a16:creationId xmlns:a16="http://schemas.microsoft.com/office/drawing/2014/main" id="{54B1FEB2-6AB5-D6C0-272C-2B63B8330C8C}"/>
              </a:ext>
            </a:extLst>
          </p:cNvPr>
          <p:cNvSpPr txBox="1"/>
          <p:nvPr/>
        </p:nvSpPr>
        <p:spPr>
          <a:xfrm>
            <a:off x="5241349" y="1413063"/>
            <a:ext cx="6441305" cy="3785652"/>
          </a:xfrm>
          <a:prstGeom prst="rect">
            <a:avLst/>
          </a:prstGeom>
          <a:noFill/>
        </p:spPr>
        <p:txBody>
          <a:bodyPr wrap="square">
            <a:spAutoFit/>
          </a:bodyPr>
          <a:lstStyle/>
          <a:p>
            <a:r>
              <a:rPr lang="en-US" sz="1600">
                <a:latin typeface="Segoe UI" panose="020B0502040204020203" pitchFamily="34" charset="0"/>
                <a:cs typeface="Segoe UI" panose="020B0502040204020203" pitchFamily="34" charset="0"/>
              </a:rPr>
              <a:t>Ok, prompts aside – now it’s about content! Do you know these times when ideas are needed, but don’t come along easy? This is where Idea Coach enters the stage</a:t>
            </a:r>
          </a:p>
          <a:p>
            <a:endParaRPr lang="en-US" sz="160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600">
                <a:latin typeface="Segoe UI" panose="020B0502040204020203" pitchFamily="34" charset="0"/>
                <a:cs typeface="Segoe UI" panose="020B0502040204020203" pitchFamily="34" charset="0"/>
              </a:rPr>
              <a:t>Provide AI-driven brainstorming through a guided dialogue and creative exercises to help users effectively develop and refine ideas</a:t>
            </a:r>
          </a:p>
          <a:p>
            <a:pPr marL="285750" indent="-285750">
              <a:buFont typeface="Arial" panose="020B0604020202020204" pitchFamily="34" charset="0"/>
              <a:buChar char="•"/>
            </a:pPr>
            <a:endParaRPr lang="en-US" sz="160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600">
                <a:latin typeface="Segoe UI" panose="020B0502040204020203" pitchFamily="34" charset="0"/>
                <a:cs typeface="Segoe UI" panose="020B0502040204020203" pitchFamily="34" charset="0"/>
              </a:rPr>
              <a:t>Customize agendas and exercises for brainstorming sessions based on user input to ensure engaging and productive brainstorming sessions</a:t>
            </a:r>
          </a:p>
          <a:p>
            <a:pPr marL="285750" indent="-285750">
              <a:buFont typeface="Arial" panose="020B0604020202020204" pitchFamily="34" charset="0"/>
              <a:buChar char="•"/>
            </a:pPr>
            <a:endParaRPr lang="de-DE" sz="1600" b="0" i="0">
              <a:effectLst/>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de-DE" sz="1600" err="1">
                <a:latin typeface="Segoe UI" panose="020B0502040204020203" pitchFamily="34" charset="0"/>
                <a:cs typeface="Segoe UI" panose="020B0502040204020203" pitchFamily="34" charset="0"/>
              </a:rPr>
              <a:t>in</a:t>
            </a:r>
            <a:r>
              <a:rPr lang="de-DE" sz="1600" b="0" i="0" err="1">
                <a:effectLst/>
                <a:latin typeface="Segoe UI" panose="020B0502040204020203" pitchFamily="34" charset="0"/>
                <a:cs typeface="Segoe UI" panose="020B0502040204020203" pitchFamily="34" charset="0"/>
              </a:rPr>
              <a:t>stall</a:t>
            </a:r>
            <a:r>
              <a:rPr lang="de-DE" sz="1600" b="0" i="0">
                <a:effectLst/>
                <a:latin typeface="Segoe UI" panose="020B0502040204020203" pitchFamily="34" charset="0"/>
                <a:cs typeface="Segoe UI" panose="020B0502040204020203" pitchFamily="34" charset="0"/>
              </a:rPr>
              <a:t> Idea Coach </a:t>
            </a:r>
            <a:r>
              <a:rPr lang="de-DE" sz="1600" b="0" i="0" err="1">
                <a:effectLst/>
                <a:latin typeface="Segoe UI" panose="020B0502040204020203" pitchFamily="34" charset="0"/>
                <a:cs typeface="Segoe UI" panose="020B0502040204020203" pitchFamily="34" charset="0"/>
              </a:rPr>
              <a:t>by</a:t>
            </a:r>
            <a:r>
              <a:rPr lang="de-DE" sz="1600" b="0" i="0">
                <a:effectLst/>
                <a:latin typeface="Segoe UI" panose="020B0502040204020203" pitchFamily="34" charset="0"/>
                <a:cs typeface="Segoe UI" panose="020B0502040204020203" pitchFamily="34" charset="0"/>
              </a:rPr>
              <a:t> </a:t>
            </a:r>
            <a:r>
              <a:rPr lang="de-DE" sz="1600" b="0" i="0" err="1">
                <a:effectLst/>
                <a:latin typeface="Segoe UI" panose="020B0502040204020203" pitchFamily="34" charset="0"/>
                <a:cs typeface="Segoe UI" panose="020B0502040204020203" pitchFamily="34" charset="0"/>
              </a:rPr>
              <a:t>clicking</a:t>
            </a:r>
            <a:r>
              <a:rPr lang="de-DE" sz="1600" b="0" i="0">
                <a:effectLst/>
                <a:latin typeface="Segoe UI" panose="020B0502040204020203" pitchFamily="34" charset="0"/>
                <a:cs typeface="Segoe UI" panose="020B0502040204020203" pitchFamily="34" charset="0"/>
              </a:rPr>
              <a:t> </a:t>
            </a:r>
            <a:r>
              <a:rPr lang="de-DE" sz="1600" b="0" i="0" err="1">
                <a:effectLst/>
                <a:latin typeface="Segoe UI" panose="020B0502040204020203" pitchFamily="34" charset="0"/>
                <a:cs typeface="Segoe UI" panose="020B0502040204020203" pitchFamily="34" charset="0"/>
                <a:hlinkClick r:id="rId5"/>
              </a:rPr>
              <a:t>this</a:t>
            </a:r>
            <a:r>
              <a:rPr lang="de-DE" sz="1600" b="0" i="0">
                <a:effectLst/>
                <a:latin typeface="Segoe UI" panose="020B0502040204020203" pitchFamily="34" charset="0"/>
                <a:cs typeface="Segoe UI" panose="020B0502040204020203" pitchFamily="34" charset="0"/>
                <a:hlinkClick r:id="rId5"/>
              </a:rPr>
              <a:t> link</a:t>
            </a:r>
            <a:r>
              <a:rPr lang="de-DE" sz="1600" b="0" i="0">
                <a:effectLst/>
                <a:latin typeface="Segoe UI" panose="020B0502040204020203" pitchFamily="34" charset="0"/>
                <a:cs typeface="Segoe UI" panose="020B0502040204020203" pitchFamily="34" charset="0"/>
              </a:rPr>
              <a:t> </a:t>
            </a:r>
            <a:r>
              <a:rPr lang="de-DE" sz="1600" b="0" i="0" err="1">
                <a:effectLst/>
                <a:latin typeface="Segoe UI" panose="020B0502040204020203" pitchFamily="34" charset="0"/>
                <a:cs typeface="Segoe UI" panose="020B0502040204020203" pitchFamily="34" charset="0"/>
              </a:rPr>
              <a:t>or</a:t>
            </a:r>
            <a:r>
              <a:rPr lang="de-DE" sz="1600" b="0" i="0">
                <a:effectLst/>
                <a:latin typeface="Segoe UI" panose="020B0502040204020203" pitchFamily="34" charset="0"/>
                <a:cs typeface="Segoe UI" panose="020B0502040204020203" pitchFamily="34" charset="0"/>
              </a:rPr>
              <a:t> </a:t>
            </a:r>
            <a:r>
              <a:rPr lang="de-DE" sz="1600" b="0" i="0" err="1">
                <a:effectLst/>
                <a:latin typeface="Segoe UI" panose="020B0502040204020203" pitchFamily="34" charset="0"/>
                <a:cs typeface="Segoe UI" panose="020B0502040204020203" pitchFamily="34" charset="0"/>
              </a:rPr>
              <a:t>searching</a:t>
            </a:r>
            <a:r>
              <a:rPr lang="de-DE" sz="1600" b="0" i="0">
                <a:effectLst/>
                <a:latin typeface="Segoe UI" panose="020B0502040204020203" pitchFamily="34" charset="0"/>
                <a:cs typeface="Segoe UI" panose="020B0502040204020203" pitchFamily="34" charset="0"/>
              </a:rPr>
              <a:t> </a:t>
            </a:r>
            <a:r>
              <a:rPr lang="de-DE" sz="1600" b="0" i="0" err="1">
                <a:effectLst/>
                <a:latin typeface="Segoe UI" panose="020B0502040204020203" pitchFamily="34" charset="0"/>
                <a:cs typeface="Segoe UI" panose="020B0502040204020203" pitchFamily="34" charset="0"/>
              </a:rPr>
              <a:t>for</a:t>
            </a:r>
            <a:r>
              <a:rPr lang="de-DE" sz="1600" b="0" i="0">
                <a:effectLst/>
                <a:latin typeface="Segoe UI" panose="020B0502040204020203" pitchFamily="34" charset="0"/>
                <a:cs typeface="Segoe UI" panose="020B0502040204020203" pitchFamily="34" charset="0"/>
              </a:rPr>
              <a:t> </a:t>
            </a:r>
            <a:r>
              <a:rPr lang="de-DE" sz="1600" b="0" i="0" err="1">
                <a:effectLst/>
                <a:latin typeface="Segoe UI" panose="020B0502040204020203" pitchFamily="34" charset="0"/>
                <a:cs typeface="Segoe UI" panose="020B0502040204020203" pitchFamily="34" charset="0"/>
              </a:rPr>
              <a:t>it</a:t>
            </a:r>
            <a:r>
              <a:rPr lang="de-DE" sz="1600" b="0" i="0">
                <a:effectLst/>
                <a:latin typeface="Segoe UI" panose="020B0502040204020203" pitchFamily="34" charset="0"/>
                <a:cs typeface="Segoe UI" panose="020B0502040204020203" pitchFamily="34" charset="0"/>
              </a:rPr>
              <a:t> via „All </a:t>
            </a:r>
            <a:r>
              <a:rPr lang="de-DE" sz="1600" b="0" i="0" err="1">
                <a:effectLst/>
                <a:latin typeface="Segoe UI" panose="020B0502040204020203" pitchFamily="34" charset="0"/>
                <a:cs typeface="Segoe UI" panose="020B0502040204020203" pitchFamily="34" charset="0"/>
              </a:rPr>
              <a:t>Agents</a:t>
            </a:r>
            <a:r>
              <a:rPr lang="de-DE" sz="1600" b="0" i="0">
                <a:effectLst/>
                <a:latin typeface="Segoe UI" panose="020B0502040204020203" pitchFamily="34" charset="0"/>
                <a:cs typeface="Segoe UI" panose="020B0502040204020203" pitchFamily="34" charset="0"/>
              </a:rPr>
              <a:t>“ in </a:t>
            </a:r>
            <a:r>
              <a:rPr lang="de-DE" sz="1600" b="0" i="0" err="1">
                <a:effectLst/>
                <a:latin typeface="Segoe UI" panose="020B0502040204020203" pitchFamily="34" charset="0"/>
                <a:cs typeface="Segoe UI" panose="020B0502040204020203" pitchFamily="34" charset="0"/>
              </a:rPr>
              <a:t>the</a:t>
            </a:r>
            <a:r>
              <a:rPr lang="de-DE" sz="1600" b="0" i="0">
                <a:effectLst/>
                <a:latin typeface="Segoe UI" panose="020B0502040204020203" pitchFamily="34" charset="0"/>
                <a:cs typeface="Segoe UI" panose="020B0502040204020203" pitchFamily="34" charset="0"/>
              </a:rPr>
              <a:t> </a:t>
            </a:r>
            <a:r>
              <a:rPr lang="de-DE" sz="1600" b="0" i="0" err="1">
                <a:effectLst/>
                <a:latin typeface="Segoe UI" panose="020B0502040204020203" pitchFamily="34" charset="0"/>
                <a:cs typeface="Segoe UI" panose="020B0502040204020203" pitchFamily="34" charset="0"/>
              </a:rPr>
              <a:t>left</a:t>
            </a:r>
            <a:r>
              <a:rPr lang="de-DE" sz="1600" b="0" i="0">
                <a:effectLst/>
                <a:latin typeface="Segoe UI" panose="020B0502040204020203" pitchFamily="34" charset="0"/>
                <a:cs typeface="Segoe UI" panose="020B0502040204020203" pitchFamily="34" charset="0"/>
              </a:rPr>
              <a:t> </a:t>
            </a:r>
            <a:r>
              <a:rPr lang="de-DE" sz="1600" b="0" i="0" err="1">
                <a:effectLst/>
                <a:latin typeface="Segoe UI" panose="020B0502040204020203" pitchFamily="34" charset="0"/>
                <a:cs typeface="Segoe UI" panose="020B0502040204020203" pitchFamily="34" charset="0"/>
              </a:rPr>
              <a:t>menu</a:t>
            </a:r>
            <a:r>
              <a:rPr lang="de-DE" sz="1600" b="0" i="0">
                <a:effectLst/>
                <a:latin typeface="Segoe UI" panose="020B0502040204020203" pitchFamily="34" charset="0"/>
                <a:cs typeface="Segoe UI" panose="020B0502040204020203" pitchFamily="34" charset="0"/>
              </a:rPr>
              <a:t> bar</a:t>
            </a:r>
            <a:endParaRPr lang="de-DE" sz="1600">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endParaRPr lang="de-DE" sz="1600">
              <a:latin typeface="Segoe UI" panose="020B0502040204020203" pitchFamily="34" charset="0"/>
              <a:cs typeface="Segoe UI" panose="020B0502040204020203" pitchFamily="34" charset="0"/>
            </a:endParaRPr>
          </a:p>
          <a:p>
            <a:r>
              <a:rPr lang="de-DE" sz="1600" err="1">
                <a:latin typeface="Segoe UI" panose="020B0502040204020203" pitchFamily="34" charset="0"/>
                <a:cs typeface="Segoe UI" panose="020B0502040204020203" pitchFamily="34" charset="0"/>
              </a:rPr>
              <a:t>Let‘s</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get</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it</a:t>
            </a:r>
            <a:r>
              <a:rPr lang="de-DE" sz="1600">
                <a:latin typeface="Segoe UI" panose="020B0502040204020203" pitchFamily="34" charset="0"/>
                <a:cs typeface="Segoe UI" panose="020B0502040204020203" pitchFamily="34" charset="0"/>
              </a:rPr>
              <a:t> on</a:t>
            </a:r>
          </a:p>
        </p:txBody>
      </p:sp>
      <p:pic>
        <p:nvPicPr>
          <p:cNvPr id="3" name="Grafik 2" descr="Ein Bild, das Text, Screenshot, Software, Design enthält.&#10;&#10;KI-generierte Inhalte können fehlerhaft sein.">
            <a:extLst>
              <a:ext uri="{FF2B5EF4-FFF2-40B4-BE49-F238E27FC236}">
                <a16:creationId xmlns:a16="http://schemas.microsoft.com/office/drawing/2014/main" id="{FE0272DE-5F89-75F7-BEF2-D3A57701023C}"/>
              </a:ext>
            </a:extLst>
          </p:cNvPr>
          <p:cNvPicPr>
            <a:picLocks noChangeAspect="1"/>
          </p:cNvPicPr>
          <p:nvPr/>
        </p:nvPicPr>
        <p:blipFill>
          <a:blip r:embed="rId6"/>
          <a:stretch>
            <a:fillRect/>
          </a:stretch>
        </p:blipFill>
        <p:spPr>
          <a:xfrm>
            <a:off x="509346" y="1413063"/>
            <a:ext cx="4381806" cy="3084791"/>
          </a:xfrm>
          <a:prstGeom prst="rect">
            <a:avLst/>
          </a:prstGeom>
          <a:ln>
            <a:noFill/>
          </a:ln>
          <a:effectLst>
            <a:outerShdw blurRad="292100" dist="139700" dir="2700000" algn="tl" rotWithShape="0">
              <a:srgbClr val="333333">
                <a:alpha val="65000"/>
              </a:srgbClr>
            </a:outerShdw>
          </a:effectLst>
        </p:spPr>
      </p:pic>
    </p:spTree>
    <p:custDataLst>
      <p:tags r:id="rId1"/>
    </p:custDataLst>
    <p:extLst>
      <p:ext uri="{BB962C8B-B14F-4D97-AF65-F5344CB8AC3E}">
        <p14:creationId xmlns:p14="http://schemas.microsoft.com/office/powerpoint/2010/main" val="31328926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43B7D-1713-5788-E76D-AFCE8B33062F}"/>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E008DF95-44BE-00E2-99FD-859CC772B62C}"/>
              </a:ext>
            </a:extLst>
          </p:cNvPr>
          <p:cNvSpPr>
            <a:spLocks noGrp="1"/>
          </p:cNvSpPr>
          <p:nvPr>
            <p:ph type="title"/>
          </p:nvPr>
        </p:nvSpPr>
        <p:spPr>
          <a:xfrm>
            <a:off x="5382483" y="322912"/>
            <a:ext cx="5431971" cy="846301"/>
          </a:xfrm>
        </p:spPr>
        <p:txBody>
          <a:bodyPr/>
          <a:lstStyle/>
          <a:p>
            <a:r>
              <a:rPr lang="de-DE"/>
              <a:t>Module 2 </a:t>
            </a:r>
            <a:r>
              <a:rPr lang="de-DE" err="1"/>
              <a:t>recap</a:t>
            </a:r>
            <a:endParaRPr lang="de-DE"/>
          </a:p>
        </p:txBody>
      </p:sp>
      <p:sp>
        <p:nvSpPr>
          <p:cNvPr id="12" name="Textfeld 11">
            <a:extLst>
              <a:ext uri="{FF2B5EF4-FFF2-40B4-BE49-F238E27FC236}">
                <a16:creationId xmlns:a16="http://schemas.microsoft.com/office/drawing/2014/main" id="{B3C669AD-5E47-7273-49CC-C71DCA130FE1}"/>
              </a:ext>
            </a:extLst>
          </p:cNvPr>
          <p:cNvSpPr txBox="1"/>
          <p:nvPr/>
        </p:nvSpPr>
        <p:spPr>
          <a:xfrm>
            <a:off x="5241349" y="1413063"/>
            <a:ext cx="6441305" cy="4524315"/>
          </a:xfrm>
          <a:prstGeom prst="rect">
            <a:avLst/>
          </a:prstGeom>
          <a:noFill/>
        </p:spPr>
        <p:txBody>
          <a:bodyPr wrap="square">
            <a:spAutoFit/>
          </a:bodyPr>
          <a:lstStyle/>
          <a:p>
            <a:r>
              <a:rPr lang="en-US" sz="1600" b="0" i="0">
                <a:effectLst/>
                <a:latin typeface="Segoe UI" panose="020B0502040204020203" pitchFamily="34" charset="0"/>
              </a:rPr>
              <a:t>You made it through Module 2 - </a:t>
            </a:r>
            <a:r>
              <a:rPr lang="en-US" sz="1600" b="0" i="0" err="1">
                <a:effectLst/>
                <a:latin typeface="Segoe UI" panose="020B0502040204020203" pitchFamily="34" charset="0"/>
              </a:rPr>
              <a:t>Endavour</a:t>
            </a:r>
            <a:r>
              <a:rPr lang="en-US" sz="1600" b="0" i="0">
                <a:effectLst/>
                <a:latin typeface="Segoe UI" panose="020B0502040204020203" pitchFamily="34" charset="0"/>
              </a:rPr>
              <a:t>! We hope you enjoyed the time and are more than curious to continue. </a:t>
            </a:r>
          </a:p>
          <a:p>
            <a:endParaRPr lang="en-US" sz="1600">
              <a:latin typeface="Segoe UI" panose="020B0502040204020203" pitchFamily="34" charset="0"/>
            </a:endParaRPr>
          </a:p>
          <a:p>
            <a:r>
              <a:rPr lang="en-US" sz="1600" b="0" i="0">
                <a:effectLst/>
                <a:latin typeface="Segoe UI" panose="020B0502040204020203" pitchFamily="34" charset="0"/>
              </a:rPr>
              <a:t>If you just can’t stop and want to deepen the topics, use the additional links provided on the respective sites.</a:t>
            </a:r>
          </a:p>
          <a:p>
            <a:endParaRPr lang="en-US" sz="1600" b="0" i="0">
              <a:effectLst/>
              <a:latin typeface="Segoe UI" panose="020B0502040204020203" pitchFamily="34" charset="0"/>
            </a:endParaRPr>
          </a:p>
          <a:p>
            <a:r>
              <a:rPr lang="en-US" sz="1600">
                <a:latin typeface="Segoe UI" panose="020B0502040204020203" pitchFamily="34" charset="0"/>
              </a:rPr>
              <a:t>As a bonus, we also want you to know these valuable resources to further accelerate your journey with Microsoft 365 Copilot Chat (external links):</a:t>
            </a:r>
          </a:p>
          <a:p>
            <a:endParaRPr lang="en-US" sz="1600" b="0" i="0">
              <a:effectLst/>
              <a:latin typeface="Segoe UI" panose="020B0502040204020203" pitchFamily="34" charset="0"/>
            </a:endParaRPr>
          </a:p>
          <a:p>
            <a:pPr marL="285750" indent="-285750">
              <a:buFont typeface="Arial" panose="020B0604020202020204" pitchFamily="34" charset="0"/>
              <a:buChar char="•"/>
            </a:pPr>
            <a:r>
              <a:rPr lang="en-US" sz="1600">
                <a:latin typeface="Segoe UI" panose="020B0502040204020203" pitchFamily="34" charset="0"/>
                <a:hlinkClick r:id="rId4"/>
              </a:rPr>
              <a:t>Copilot Scenario Gallery – Best practices based on functional roles</a:t>
            </a:r>
            <a:endParaRPr lang="en-US" sz="1600">
              <a:latin typeface="Segoe UI" panose="020B0502040204020203" pitchFamily="34" charset="0"/>
              <a:hlinkClick r:id="rId5"/>
            </a:endParaRPr>
          </a:p>
          <a:p>
            <a:pPr marL="285750" indent="-285750">
              <a:buFont typeface="Arial" panose="020B0604020202020204" pitchFamily="34" charset="0"/>
              <a:buChar char="•"/>
            </a:pPr>
            <a:r>
              <a:rPr lang="en-US" sz="1600">
                <a:latin typeface="Segoe UI" panose="020B0502040204020203" pitchFamily="34" charset="0"/>
                <a:hlinkClick r:id="rId5"/>
              </a:rPr>
              <a:t>Copilot Chat Prompt examples in weekly challenges</a:t>
            </a:r>
            <a:endParaRPr lang="en-US" sz="1600">
              <a:latin typeface="Segoe UI" panose="020B0502040204020203" pitchFamily="34" charset="0"/>
              <a:hlinkClick r:id="rId6"/>
            </a:endParaRPr>
          </a:p>
          <a:p>
            <a:pPr marL="285750" indent="-285750">
              <a:buFont typeface="Arial" panose="020B0604020202020204" pitchFamily="34" charset="0"/>
              <a:buChar char="•"/>
            </a:pPr>
            <a:r>
              <a:rPr lang="en-US" sz="1600">
                <a:latin typeface="Segoe UI" panose="020B0502040204020203" pitchFamily="34" charset="0"/>
                <a:hlinkClick r:id="rId7"/>
              </a:rPr>
              <a:t>Additional Prompting Guidance</a:t>
            </a:r>
            <a:endParaRPr lang="en-US" sz="1600">
              <a:latin typeface="Segoe UI" panose="020B0502040204020203" pitchFamily="34" charset="0"/>
            </a:endParaRPr>
          </a:p>
          <a:p>
            <a:pPr marL="285750" indent="-285750">
              <a:buFont typeface="Arial" panose="020B0604020202020204" pitchFamily="34" charset="0"/>
              <a:buChar char="•"/>
            </a:pPr>
            <a:r>
              <a:rPr lang="en-US" sz="1600">
                <a:latin typeface="Segoe UI" panose="020B0502040204020203" pitchFamily="34" charset="0"/>
                <a:hlinkClick r:id="rId6"/>
              </a:rPr>
              <a:t>Microsoft help and learning center</a:t>
            </a:r>
            <a:endParaRPr lang="en-US" sz="1600">
              <a:latin typeface="Segoe UI" panose="020B0502040204020203" pitchFamily="34" charset="0"/>
            </a:endParaRPr>
          </a:p>
          <a:p>
            <a:pPr marL="285750" indent="-285750">
              <a:buFont typeface="Arial" panose="020B0604020202020204" pitchFamily="34" charset="0"/>
              <a:buChar char="•"/>
            </a:pPr>
            <a:r>
              <a:rPr lang="en-US" sz="1600" b="0" i="0">
                <a:effectLst/>
                <a:latin typeface="Segoe UI" panose="020B0502040204020203" pitchFamily="34" charset="0"/>
                <a:hlinkClick r:id="rId8"/>
              </a:rPr>
              <a:t>Frequently asked questions about Copilot Chat</a:t>
            </a:r>
            <a:endParaRPr lang="en-US" sz="1600" b="0" i="0">
              <a:effectLst/>
              <a:latin typeface="Segoe UI" panose="020B0502040204020203" pitchFamily="34" charset="0"/>
            </a:endParaRPr>
          </a:p>
          <a:p>
            <a:endParaRPr lang="en-US" sz="1600">
              <a:latin typeface="Segoe UI" panose="020B0502040204020203" pitchFamily="34" charset="0"/>
            </a:endParaRPr>
          </a:p>
          <a:p>
            <a:r>
              <a:rPr lang="en-US" sz="1600" b="0" i="0">
                <a:effectLst/>
                <a:latin typeface="Segoe UI" panose="020B0502040204020203" pitchFamily="34" charset="0"/>
              </a:rPr>
              <a:t>See you in the next module “Enrich” to continue the journey.</a:t>
            </a:r>
          </a:p>
          <a:p>
            <a:pPr marL="285750" indent="-285750">
              <a:buFont typeface="Arial" panose="020B0604020202020204" pitchFamily="34" charset="0"/>
              <a:buChar char="•"/>
            </a:pPr>
            <a:endParaRPr lang="en-US" sz="1600" b="0" i="0">
              <a:effectLst/>
              <a:latin typeface="Segoe UI" panose="020B0502040204020203" pitchFamily="34" charset="0"/>
            </a:endParaRPr>
          </a:p>
        </p:txBody>
      </p:sp>
      <p:sp>
        <p:nvSpPr>
          <p:cNvPr id="3" name="Textfeld 2">
            <a:extLst>
              <a:ext uri="{FF2B5EF4-FFF2-40B4-BE49-F238E27FC236}">
                <a16:creationId xmlns:a16="http://schemas.microsoft.com/office/drawing/2014/main" id="{E6CB44B7-0114-0003-FEAA-4918E4D2FA64}"/>
              </a:ext>
            </a:extLst>
          </p:cNvPr>
          <p:cNvSpPr txBox="1"/>
          <p:nvPr/>
        </p:nvSpPr>
        <p:spPr>
          <a:xfrm>
            <a:off x="926511" y="1968079"/>
            <a:ext cx="3688830" cy="3154710"/>
          </a:xfrm>
          <a:prstGeom prst="rect">
            <a:avLst/>
          </a:prstGeom>
          <a:noFill/>
        </p:spPr>
        <p:txBody>
          <a:bodyPr wrap="none" rtlCol="0">
            <a:spAutoFit/>
          </a:bodyPr>
          <a:lstStyle/>
          <a:p>
            <a:r>
              <a:rPr lang="de-DE" sz="19900"/>
              <a:t>🎉</a:t>
            </a:r>
          </a:p>
        </p:txBody>
      </p:sp>
    </p:spTree>
    <p:custDataLst>
      <p:tags r:id="rId1"/>
    </p:custDataLst>
    <p:extLst>
      <p:ext uri="{BB962C8B-B14F-4D97-AF65-F5344CB8AC3E}">
        <p14:creationId xmlns:p14="http://schemas.microsoft.com/office/powerpoint/2010/main" val="32580020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4EE0F-BC12-BE94-B74F-9A24F50DA755}"/>
            </a:ext>
          </a:extLst>
        </p:cNvPr>
        <p:cNvGrpSpPr/>
        <p:nvPr/>
      </p:nvGrpSpPr>
      <p:grpSpPr>
        <a:xfrm>
          <a:off x="0" y="0"/>
          <a:ext cx="0" cy="0"/>
          <a:chOff x="0" y="0"/>
          <a:chExt cx="0" cy="0"/>
        </a:xfrm>
      </p:grpSpPr>
      <p:sp>
        <p:nvSpPr>
          <p:cNvPr id="16" name="Titel 15">
            <a:extLst>
              <a:ext uri="{FF2B5EF4-FFF2-40B4-BE49-F238E27FC236}">
                <a16:creationId xmlns:a16="http://schemas.microsoft.com/office/drawing/2014/main" id="{191657DB-0B90-0B74-4578-DA66F3865BE0}"/>
              </a:ext>
            </a:extLst>
          </p:cNvPr>
          <p:cNvSpPr>
            <a:spLocks noGrp="1"/>
          </p:cNvSpPr>
          <p:nvPr>
            <p:ph type="title"/>
          </p:nvPr>
        </p:nvSpPr>
        <p:spPr/>
        <p:txBody>
          <a:bodyPr/>
          <a:lstStyle/>
          <a:p>
            <a:r>
              <a:rPr lang="de-DE" b="1"/>
              <a:t>Module 3 - </a:t>
            </a:r>
            <a:r>
              <a:rPr lang="de-DE" b="1" err="1"/>
              <a:t>Enrich</a:t>
            </a:r>
            <a:endParaRPr lang="de-DE" b="1"/>
          </a:p>
        </p:txBody>
      </p:sp>
      <p:sp>
        <p:nvSpPr>
          <p:cNvPr id="13" name="Foliennummernplatzhalter 12">
            <a:extLst>
              <a:ext uri="{FF2B5EF4-FFF2-40B4-BE49-F238E27FC236}">
                <a16:creationId xmlns:a16="http://schemas.microsoft.com/office/drawing/2014/main" id="{1EC5C40C-BAE4-91F3-298D-F4221C236EB4}"/>
              </a:ext>
            </a:extLst>
          </p:cNvPr>
          <p:cNvSpPr>
            <a:spLocks noGrp="1"/>
          </p:cNvSpPr>
          <p:nvPr>
            <p:ph type="sldNum" sz="quarter" idx="12"/>
          </p:nvPr>
        </p:nvSpPr>
        <p:spPr/>
        <p:txBody>
          <a:bodyPr/>
          <a:lstStyle/>
          <a:p>
            <a:pPr rtl="0"/>
            <a:fld id="{B5CEABB6-07DC-46E8-9B57-56EC44A396E5}" type="slidenum">
              <a:rPr lang="de-DE" noProof="0" smtClean="0"/>
              <a:t>30</a:t>
            </a:fld>
            <a:endParaRPr lang="de-DE" noProof="0"/>
          </a:p>
        </p:txBody>
      </p:sp>
      <p:sp>
        <p:nvSpPr>
          <p:cNvPr id="18" name="Textplatzhalter 6">
            <a:extLst>
              <a:ext uri="{FF2B5EF4-FFF2-40B4-BE49-F238E27FC236}">
                <a16:creationId xmlns:a16="http://schemas.microsoft.com/office/drawing/2014/main" id="{95188355-50B2-BE4C-BE22-94B8E61EFFE4}"/>
              </a:ext>
            </a:extLst>
          </p:cNvPr>
          <p:cNvSpPr txBox="1">
            <a:spLocks/>
          </p:cNvSpPr>
          <p:nvPr/>
        </p:nvSpPr>
        <p:spPr>
          <a:xfrm>
            <a:off x="1370239" y="2925260"/>
            <a:ext cx="5539095" cy="2316215"/>
          </a:xfrm>
          <a:prstGeom prst="rect">
            <a:avLst/>
          </a:prstGeom>
        </p:spPr>
        <p:txBody>
          <a:bodyPr rtlCol="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de-DE" sz="1600" dirty="0"/>
          </a:p>
          <a:p>
            <a:pPr>
              <a:buFontTx/>
              <a:buChar char="-"/>
            </a:pPr>
            <a:r>
              <a:rPr lang="de-DE" sz="1600" dirty="0" err="1"/>
              <a:t>Draft</a:t>
            </a:r>
            <a:r>
              <a:rPr lang="de-DE" sz="1600" dirty="0"/>
              <a:t> </a:t>
            </a:r>
            <a:r>
              <a:rPr lang="de-DE" sz="1600" dirty="0" err="1"/>
              <a:t>or</a:t>
            </a:r>
            <a:r>
              <a:rPr lang="de-DE" sz="1600" dirty="0"/>
              <a:t> </a:t>
            </a:r>
            <a:r>
              <a:rPr lang="de-DE" sz="1600" dirty="0" err="1"/>
              <a:t>add</a:t>
            </a:r>
            <a:r>
              <a:rPr lang="de-DE" sz="1600" dirty="0"/>
              <a:t> </a:t>
            </a:r>
            <a:r>
              <a:rPr lang="de-DE" sz="1600" dirty="0" err="1"/>
              <a:t>content</a:t>
            </a:r>
            <a:endParaRPr lang="de-DE" sz="1600" dirty="0"/>
          </a:p>
          <a:p>
            <a:pPr>
              <a:buFontTx/>
              <a:buChar char="-"/>
            </a:pPr>
            <a:r>
              <a:rPr lang="de-DE" sz="1600" dirty="0"/>
              <a:t>Create – </a:t>
            </a:r>
            <a:r>
              <a:rPr lang="de-DE" sz="1600" dirty="0" err="1"/>
              <a:t>whatever</a:t>
            </a:r>
            <a:r>
              <a:rPr lang="de-DE" sz="1600" dirty="0"/>
              <a:t> </a:t>
            </a:r>
            <a:r>
              <a:rPr lang="de-DE" sz="1600" dirty="0" err="1"/>
              <a:t>you</a:t>
            </a:r>
            <a:r>
              <a:rPr lang="de-DE" sz="1600" dirty="0"/>
              <a:t> </a:t>
            </a:r>
            <a:r>
              <a:rPr lang="de-DE" sz="1600" dirty="0" err="1"/>
              <a:t>need</a:t>
            </a:r>
            <a:endParaRPr lang="de-DE" sz="1600" dirty="0"/>
          </a:p>
          <a:p>
            <a:pPr>
              <a:buFontTx/>
              <a:buChar char="-"/>
            </a:pPr>
            <a:r>
              <a:rPr lang="de-DE" sz="1600" dirty="0" err="1"/>
              <a:t>Visualize</a:t>
            </a:r>
            <a:r>
              <a:rPr lang="de-DE" sz="1600" dirty="0"/>
              <a:t> Data</a:t>
            </a:r>
          </a:p>
          <a:p>
            <a:pPr>
              <a:buFontTx/>
              <a:buChar char="-"/>
            </a:pPr>
            <a:r>
              <a:rPr lang="de-DE" sz="1600" dirty="0"/>
              <a:t>Share </a:t>
            </a:r>
            <a:r>
              <a:rPr lang="de-DE" sz="1600" dirty="0" err="1"/>
              <a:t>your</a:t>
            </a:r>
            <a:r>
              <a:rPr lang="de-DE" sz="1600" dirty="0"/>
              <a:t> </a:t>
            </a:r>
            <a:r>
              <a:rPr lang="de-DE" sz="1600" dirty="0" err="1"/>
              <a:t>results</a:t>
            </a:r>
            <a:endParaRPr lang="de-DE" sz="1600" dirty="0"/>
          </a:p>
          <a:p>
            <a:pPr>
              <a:buFontTx/>
              <a:buChar char="-"/>
            </a:pPr>
            <a:r>
              <a:rPr lang="de-DE" sz="1600" dirty="0"/>
              <a:t>Copilot Pages</a:t>
            </a:r>
          </a:p>
        </p:txBody>
      </p:sp>
    </p:spTree>
    <p:custDataLst>
      <p:tags r:id="rId1"/>
    </p:custDataLst>
    <p:extLst>
      <p:ext uri="{BB962C8B-B14F-4D97-AF65-F5344CB8AC3E}">
        <p14:creationId xmlns:p14="http://schemas.microsoft.com/office/powerpoint/2010/main" val="3522748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395778-A638-D71A-25A8-C576D363F73A}"/>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4A3657C3-5453-BA9D-93B6-32440257D58C}"/>
              </a:ext>
            </a:extLst>
          </p:cNvPr>
          <p:cNvSpPr>
            <a:spLocks noGrp="1"/>
          </p:cNvSpPr>
          <p:nvPr>
            <p:ph type="title"/>
          </p:nvPr>
        </p:nvSpPr>
        <p:spPr>
          <a:xfrm>
            <a:off x="5382483" y="322912"/>
            <a:ext cx="5431971" cy="846301"/>
          </a:xfrm>
        </p:spPr>
        <p:txBody>
          <a:bodyPr/>
          <a:lstStyle/>
          <a:p>
            <a:r>
              <a:rPr lang="de-DE" err="1"/>
              <a:t>Draft</a:t>
            </a:r>
            <a:r>
              <a:rPr lang="de-DE"/>
              <a:t> Content</a:t>
            </a:r>
          </a:p>
        </p:txBody>
      </p:sp>
      <p:sp>
        <p:nvSpPr>
          <p:cNvPr id="12" name="Textfeld 11">
            <a:extLst>
              <a:ext uri="{FF2B5EF4-FFF2-40B4-BE49-F238E27FC236}">
                <a16:creationId xmlns:a16="http://schemas.microsoft.com/office/drawing/2014/main" id="{C8159B27-17FD-E547-A0EC-0858DFE08311}"/>
              </a:ext>
            </a:extLst>
          </p:cNvPr>
          <p:cNvSpPr txBox="1"/>
          <p:nvPr/>
        </p:nvSpPr>
        <p:spPr>
          <a:xfrm>
            <a:off x="5241349" y="1413063"/>
            <a:ext cx="6441305" cy="4524315"/>
          </a:xfrm>
          <a:prstGeom prst="rect">
            <a:avLst/>
          </a:prstGeom>
          <a:noFill/>
        </p:spPr>
        <p:txBody>
          <a:bodyPr wrap="square">
            <a:spAutoFit/>
          </a:bodyPr>
          <a:lstStyle/>
          <a:p>
            <a:r>
              <a:rPr lang="en-US" sz="1600">
                <a:latin typeface="Segoe UI" panose="020B0502040204020203" pitchFamily="34" charset="0"/>
                <a:cs typeface="Segoe UI" panose="020B0502040204020203" pitchFamily="34" charset="0"/>
              </a:rPr>
              <a:t>There are days where you just don’t find the right words. Or just don’t find the right impulse to start. Have a try with Microsoft 365 Copilot Chat!</a:t>
            </a:r>
          </a:p>
          <a:p>
            <a:endParaRPr lang="en-US" sz="1600">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r>
              <a:rPr lang="en-US" sz="1600">
                <a:latin typeface="Segoe UI" panose="020B0502040204020203" pitchFamily="34" charset="0"/>
                <a:cs typeface="Segoe UI" panose="020B0502040204020203" pitchFamily="34" charset="0"/>
              </a:rPr>
              <a:t>No matter if you are thinking about a project, need to write a blueprint or set up something you never did before</a:t>
            </a:r>
          </a:p>
          <a:p>
            <a:pPr marL="171450" indent="-171450">
              <a:buFont typeface="Arial" panose="020B0604020202020204" pitchFamily="34" charset="0"/>
              <a:buChar char="•"/>
            </a:pPr>
            <a:endParaRPr lang="en-US" sz="1600">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r>
              <a:rPr lang="en-US" sz="1600">
                <a:latin typeface="Segoe UI" panose="020B0502040204020203" pitchFamily="34" charset="0"/>
                <a:cs typeface="Segoe UI" panose="020B0502040204020203" pitchFamily="34" charset="0"/>
              </a:rPr>
              <a:t>Try giving Copilot Chat some input to work on it and ease your start into the topic</a:t>
            </a:r>
          </a:p>
          <a:p>
            <a:pPr marL="171450" indent="-171450">
              <a:buFont typeface="Arial" panose="020B0604020202020204" pitchFamily="34" charset="0"/>
              <a:buChar char="•"/>
            </a:pPr>
            <a:endParaRPr lang="en-US" sz="1600" b="0" i="0">
              <a:effectLst/>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r>
              <a:rPr lang="de-DE" sz="1600">
                <a:latin typeface="Segoe UI" panose="020B0502040204020203" pitchFamily="34" charset="0"/>
                <a:cs typeface="Segoe UI" panose="020B0502040204020203" pitchFamily="34" charset="0"/>
              </a:rPr>
              <a:t>Hand </a:t>
            </a:r>
            <a:r>
              <a:rPr lang="de-DE" sz="1600" err="1">
                <a:latin typeface="Segoe UI" panose="020B0502040204020203" pitchFamily="34" charset="0"/>
                <a:cs typeface="Segoe UI" panose="020B0502040204020203" pitchFamily="34" charset="0"/>
              </a:rPr>
              <a:t>over</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the</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topic</a:t>
            </a:r>
            <a:r>
              <a:rPr lang="de-DE" sz="1600">
                <a:latin typeface="Segoe UI" panose="020B0502040204020203" pitchFamily="34" charset="0"/>
                <a:cs typeface="Segoe UI" panose="020B0502040204020203" pitchFamily="34" charset="0"/>
              </a:rPr>
              <a:t> and </a:t>
            </a:r>
            <a:r>
              <a:rPr lang="de-DE" sz="1600" err="1">
                <a:latin typeface="Segoe UI" panose="020B0502040204020203" pitchFamily="34" charset="0"/>
                <a:cs typeface="Segoe UI" panose="020B0502040204020203" pitchFamily="34" charset="0"/>
              </a:rPr>
              <a:t>what</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you</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are</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going</a:t>
            </a:r>
            <a:r>
              <a:rPr lang="de-DE" sz="1600">
                <a:latin typeface="Segoe UI" panose="020B0502040204020203" pitchFamily="34" charset="0"/>
                <a:cs typeface="Segoe UI" panose="020B0502040204020203" pitchFamily="34" charset="0"/>
              </a:rPr>
              <a:t> to </a:t>
            </a:r>
            <a:r>
              <a:rPr lang="de-DE" sz="1600" err="1">
                <a:latin typeface="Segoe UI" panose="020B0502040204020203" pitchFamily="34" charset="0"/>
                <a:cs typeface="Segoe UI" panose="020B0502040204020203" pitchFamily="34" charset="0"/>
              </a:rPr>
              <a:t>achieve</a:t>
            </a:r>
            <a:r>
              <a:rPr lang="de-DE" sz="1600">
                <a:latin typeface="Segoe UI" panose="020B0502040204020203" pitchFamily="34" charset="0"/>
                <a:cs typeface="Segoe UI" panose="020B0502040204020203" pitchFamily="34" charset="0"/>
              </a:rPr>
              <a:t> and </a:t>
            </a:r>
            <a:r>
              <a:rPr lang="de-DE" sz="1600" err="1">
                <a:latin typeface="Segoe UI" panose="020B0502040204020203" pitchFamily="34" charset="0"/>
                <a:cs typeface="Segoe UI" panose="020B0502040204020203" pitchFamily="34" charset="0"/>
              </a:rPr>
              <a:t>you</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are</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good</a:t>
            </a:r>
            <a:r>
              <a:rPr lang="de-DE" sz="1600">
                <a:latin typeface="Segoe UI" panose="020B0502040204020203" pitchFamily="34" charset="0"/>
                <a:cs typeface="Segoe UI" panose="020B0502040204020203" pitchFamily="34" charset="0"/>
              </a:rPr>
              <a:t> to </a:t>
            </a:r>
            <a:r>
              <a:rPr lang="de-DE" sz="1600" err="1">
                <a:latin typeface="Segoe UI" panose="020B0502040204020203" pitchFamily="34" charset="0"/>
                <a:cs typeface="Segoe UI" panose="020B0502040204020203" pitchFamily="34" charset="0"/>
              </a:rPr>
              <a:t>go</a:t>
            </a:r>
            <a:r>
              <a:rPr lang="de-DE" sz="1600">
                <a:latin typeface="Segoe UI" panose="020B0502040204020203" pitchFamily="34" charset="0"/>
                <a:cs typeface="Segoe UI" panose="020B0502040204020203" pitchFamily="34" charset="0"/>
              </a:rPr>
              <a:t>. As </a:t>
            </a:r>
            <a:r>
              <a:rPr lang="de-DE" sz="1600" err="1">
                <a:latin typeface="Segoe UI" panose="020B0502040204020203" pitchFamily="34" charset="0"/>
                <a:cs typeface="Segoe UI" panose="020B0502040204020203" pitchFamily="34" charset="0"/>
              </a:rPr>
              <a:t>always</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the</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more</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context</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the</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better</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the</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more</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specific</a:t>
            </a:r>
            <a:r>
              <a:rPr lang="de-DE" sz="1600">
                <a:latin typeface="Segoe UI" panose="020B0502040204020203" pitchFamily="34" charset="0"/>
                <a:cs typeface="Segoe UI" panose="020B0502040204020203" pitchFamily="34" charset="0"/>
              </a:rPr>
              <a:t>…</a:t>
            </a:r>
            <a:r>
              <a:rPr lang="de-DE" sz="1600" err="1">
                <a:latin typeface="Segoe UI" panose="020B0502040204020203" pitchFamily="34" charset="0"/>
                <a:cs typeface="Segoe UI" panose="020B0502040204020203" pitchFamily="34" charset="0"/>
              </a:rPr>
              <a:t>you</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already</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know</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how</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it</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works</a:t>
            </a:r>
            <a:endParaRPr lang="de-DE" sz="1600">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endParaRPr lang="de-DE" sz="1600">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r>
              <a:rPr lang="de-DE" sz="1600">
                <a:latin typeface="Segoe UI" panose="020B0502040204020203" pitchFamily="34" charset="0"/>
                <a:cs typeface="Segoe UI" panose="020B0502040204020203" pitchFamily="34" charset="0"/>
              </a:rPr>
              <a:t>As </a:t>
            </a:r>
            <a:r>
              <a:rPr lang="de-DE" sz="1600" err="1">
                <a:latin typeface="Segoe UI" panose="020B0502040204020203" pitchFamily="34" charset="0"/>
                <a:cs typeface="Segoe UI" panose="020B0502040204020203" pitchFamily="34" charset="0"/>
              </a:rPr>
              <a:t>you</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can</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see</a:t>
            </a:r>
            <a:r>
              <a:rPr lang="de-DE" sz="1600">
                <a:latin typeface="Segoe UI" panose="020B0502040204020203" pitchFamily="34" charset="0"/>
                <a:cs typeface="Segoe UI" panose="020B0502040204020203" pitchFamily="34" charset="0"/>
              </a:rPr>
              <a:t> – Copilot Chat not </a:t>
            </a:r>
            <a:r>
              <a:rPr lang="de-DE" sz="1600" err="1">
                <a:latin typeface="Segoe UI" panose="020B0502040204020203" pitchFamily="34" charset="0"/>
                <a:cs typeface="Segoe UI" panose="020B0502040204020203" pitchFamily="34" charset="0"/>
              </a:rPr>
              <a:t>only</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gives</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you</a:t>
            </a:r>
            <a:r>
              <a:rPr lang="de-DE" sz="1600">
                <a:latin typeface="Segoe UI" panose="020B0502040204020203" pitchFamily="34" charset="0"/>
                <a:cs typeface="Segoe UI" panose="020B0502040204020203" pitchFamily="34" charset="0"/>
              </a:rPr>
              <a:t> an </a:t>
            </a:r>
            <a:r>
              <a:rPr lang="de-DE" sz="1600" err="1">
                <a:latin typeface="Segoe UI" panose="020B0502040204020203" pitchFamily="34" charset="0"/>
                <a:cs typeface="Segoe UI" panose="020B0502040204020203" pitchFamily="34" charset="0"/>
              </a:rPr>
              <a:t>answer</a:t>
            </a:r>
            <a:r>
              <a:rPr lang="de-DE" sz="1600">
                <a:latin typeface="Segoe UI" panose="020B0502040204020203" pitchFamily="34" charset="0"/>
                <a:cs typeface="Segoe UI" panose="020B0502040204020203" pitchFamily="34" charset="0"/>
              </a:rPr>
              <a:t>, but </a:t>
            </a:r>
            <a:r>
              <a:rPr lang="de-DE" sz="1600" err="1">
                <a:latin typeface="Segoe UI" panose="020B0502040204020203" pitchFamily="34" charset="0"/>
                <a:cs typeface="Segoe UI" panose="020B0502040204020203" pitchFamily="34" charset="0"/>
              </a:rPr>
              <a:t>structures</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it</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well</a:t>
            </a:r>
            <a:r>
              <a:rPr lang="de-DE" sz="1600">
                <a:latin typeface="Segoe UI" panose="020B0502040204020203" pitchFamily="34" charset="0"/>
                <a:cs typeface="Segoe UI" panose="020B0502040204020203" pitchFamily="34" charset="0"/>
              </a:rPr>
              <a:t> and also </a:t>
            </a:r>
            <a:r>
              <a:rPr lang="de-DE" sz="1600" err="1">
                <a:latin typeface="Segoe UI" panose="020B0502040204020203" pitchFamily="34" charset="0"/>
                <a:cs typeface="Segoe UI" panose="020B0502040204020203" pitchFamily="34" charset="0"/>
              </a:rPr>
              <a:t>proposes</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next</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best</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steps</a:t>
            </a:r>
            <a:r>
              <a:rPr lang="de-DE" sz="1600">
                <a:latin typeface="Segoe UI" panose="020B0502040204020203" pitchFamily="34" charset="0"/>
                <a:cs typeface="Segoe UI" panose="020B0502040204020203" pitchFamily="34" charset="0"/>
              </a:rPr>
              <a:t>.</a:t>
            </a:r>
          </a:p>
          <a:p>
            <a:pPr marL="171450" indent="-171450">
              <a:buFont typeface="Arial" panose="020B0604020202020204" pitchFamily="34" charset="0"/>
              <a:buChar char="•"/>
            </a:pPr>
            <a:endParaRPr lang="de-DE" sz="1600">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r>
              <a:rPr lang="de-DE" sz="1600" err="1">
                <a:latin typeface="Segoe UI" panose="020B0502040204020203" pitchFamily="34" charset="0"/>
                <a:cs typeface="Segoe UI" panose="020B0502040204020203" pitchFamily="34" charset="0"/>
              </a:rPr>
              <a:t>Beginning</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something</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new</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has</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never</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been</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easier</a:t>
            </a:r>
            <a:r>
              <a:rPr lang="de-DE" sz="1600">
                <a:latin typeface="Segoe UI" panose="020B0502040204020203" pitchFamily="34" charset="0"/>
                <a:cs typeface="Segoe UI" panose="020B0502040204020203" pitchFamily="34" charset="0"/>
              </a:rPr>
              <a:t>. Try </a:t>
            </a:r>
            <a:r>
              <a:rPr lang="de-DE" sz="1600" err="1">
                <a:latin typeface="Segoe UI" panose="020B0502040204020203" pitchFamily="34" charset="0"/>
                <a:cs typeface="Segoe UI" panose="020B0502040204020203" pitchFamily="34" charset="0"/>
              </a:rPr>
              <a:t>it</a:t>
            </a:r>
            <a:r>
              <a:rPr lang="de-DE" sz="1600">
                <a:latin typeface="Segoe UI" panose="020B0502040204020203" pitchFamily="34" charset="0"/>
                <a:cs typeface="Segoe UI" panose="020B0502040204020203" pitchFamily="34" charset="0"/>
              </a:rPr>
              <a:t> out!</a:t>
            </a:r>
          </a:p>
        </p:txBody>
      </p:sp>
      <p:pic>
        <p:nvPicPr>
          <p:cNvPr id="4" name="Grafik 3" descr="Ein Bild, das Text, Screenshot, Schrift enthält.&#10;&#10;KI-generierte Inhalte können fehlerhaft sein.">
            <a:extLst>
              <a:ext uri="{FF2B5EF4-FFF2-40B4-BE49-F238E27FC236}">
                <a16:creationId xmlns:a16="http://schemas.microsoft.com/office/drawing/2014/main" id="{04AEE6B5-58C1-400A-EE06-6A52192C7EC8}"/>
              </a:ext>
            </a:extLst>
          </p:cNvPr>
          <p:cNvPicPr>
            <a:picLocks noChangeAspect="1"/>
          </p:cNvPicPr>
          <p:nvPr/>
        </p:nvPicPr>
        <p:blipFill>
          <a:blip r:embed="rId4"/>
          <a:stretch>
            <a:fillRect/>
          </a:stretch>
        </p:blipFill>
        <p:spPr>
          <a:xfrm>
            <a:off x="630978" y="421241"/>
            <a:ext cx="2816229" cy="991822"/>
          </a:xfrm>
          <a:prstGeom prst="rect">
            <a:avLst/>
          </a:prstGeom>
          <a:ln>
            <a:noFill/>
          </a:ln>
          <a:effectLst>
            <a:outerShdw blurRad="292100" dist="139700" dir="2700000" algn="tl" rotWithShape="0">
              <a:srgbClr val="333333">
                <a:alpha val="65000"/>
              </a:srgbClr>
            </a:outerShdw>
          </a:effectLst>
        </p:spPr>
      </p:pic>
      <p:pic>
        <p:nvPicPr>
          <p:cNvPr id="6" name="Grafik 5" descr="Ein Bild, das Text, Screenshot, Schrift, Dokument enthält.&#10;&#10;KI-generierte Inhalte können fehlerhaft sein.">
            <a:extLst>
              <a:ext uri="{FF2B5EF4-FFF2-40B4-BE49-F238E27FC236}">
                <a16:creationId xmlns:a16="http://schemas.microsoft.com/office/drawing/2014/main" id="{EAB3ACE3-84A5-7739-3889-07109CA6EF44}"/>
              </a:ext>
            </a:extLst>
          </p:cNvPr>
          <p:cNvPicPr>
            <a:picLocks noChangeAspect="1"/>
          </p:cNvPicPr>
          <p:nvPr/>
        </p:nvPicPr>
        <p:blipFill>
          <a:blip r:embed="rId5"/>
          <a:stretch>
            <a:fillRect/>
          </a:stretch>
        </p:blipFill>
        <p:spPr>
          <a:xfrm>
            <a:off x="291313" y="1582337"/>
            <a:ext cx="2438758" cy="3301206"/>
          </a:xfrm>
          <a:prstGeom prst="rect">
            <a:avLst/>
          </a:prstGeom>
          <a:ln>
            <a:noFill/>
          </a:ln>
          <a:effectLst>
            <a:outerShdw blurRad="292100" dist="139700" dir="2700000" algn="tl" rotWithShape="0">
              <a:srgbClr val="333333">
                <a:alpha val="65000"/>
              </a:srgbClr>
            </a:outerShdw>
          </a:effectLst>
        </p:spPr>
      </p:pic>
      <p:pic>
        <p:nvPicPr>
          <p:cNvPr id="8" name="Grafik 7" descr="Ein Bild, das Text, Screenshot, Schrift enthält.&#10;&#10;KI-generierte Inhalte können fehlerhaft sein.">
            <a:extLst>
              <a:ext uri="{FF2B5EF4-FFF2-40B4-BE49-F238E27FC236}">
                <a16:creationId xmlns:a16="http://schemas.microsoft.com/office/drawing/2014/main" id="{267A8467-F114-DD33-8824-CB6FD90E3DE3}"/>
              </a:ext>
            </a:extLst>
          </p:cNvPr>
          <p:cNvPicPr>
            <a:picLocks noChangeAspect="1"/>
          </p:cNvPicPr>
          <p:nvPr/>
        </p:nvPicPr>
        <p:blipFill>
          <a:blip r:embed="rId6"/>
          <a:stretch>
            <a:fillRect/>
          </a:stretch>
        </p:blipFill>
        <p:spPr>
          <a:xfrm>
            <a:off x="1341736" y="2142127"/>
            <a:ext cx="2607178" cy="1146828"/>
          </a:xfrm>
          <a:prstGeom prst="rect">
            <a:avLst/>
          </a:prstGeom>
          <a:ln>
            <a:noFill/>
          </a:ln>
          <a:effectLst>
            <a:outerShdw blurRad="292100" dist="139700" dir="2700000" algn="tl" rotWithShape="0">
              <a:srgbClr val="333333">
                <a:alpha val="65000"/>
              </a:srgbClr>
            </a:outerShdw>
          </a:effectLst>
        </p:spPr>
      </p:pic>
      <p:pic>
        <p:nvPicPr>
          <p:cNvPr id="11" name="Grafik 10" descr="Ein Bild, das Text, Screenshot, Schrift enthält.&#10;&#10;KI-generierte Inhalte können fehlerhaft sein.">
            <a:extLst>
              <a:ext uri="{FF2B5EF4-FFF2-40B4-BE49-F238E27FC236}">
                <a16:creationId xmlns:a16="http://schemas.microsoft.com/office/drawing/2014/main" id="{466AA19B-ED44-06D1-AFB6-DFABC8740EEC}"/>
              </a:ext>
            </a:extLst>
          </p:cNvPr>
          <p:cNvPicPr>
            <a:picLocks noChangeAspect="1"/>
          </p:cNvPicPr>
          <p:nvPr/>
        </p:nvPicPr>
        <p:blipFill>
          <a:blip r:embed="rId7"/>
          <a:stretch>
            <a:fillRect/>
          </a:stretch>
        </p:blipFill>
        <p:spPr>
          <a:xfrm>
            <a:off x="1341737" y="3383893"/>
            <a:ext cx="2607178" cy="1523938"/>
          </a:xfrm>
          <a:prstGeom prst="rect">
            <a:avLst/>
          </a:prstGeom>
        </p:spPr>
      </p:pic>
      <p:pic>
        <p:nvPicPr>
          <p:cNvPr id="14" name="Grafik 13" descr="Ein Bild, das Text, Screenshot, Schrift, Design enthält.&#10;&#10;KI-generierte Inhalte können fehlerhaft sein.">
            <a:extLst>
              <a:ext uri="{FF2B5EF4-FFF2-40B4-BE49-F238E27FC236}">
                <a16:creationId xmlns:a16="http://schemas.microsoft.com/office/drawing/2014/main" id="{94A4EE93-C98B-5CB5-6138-7B586DA277DB}"/>
              </a:ext>
            </a:extLst>
          </p:cNvPr>
          <p:cNvPicPr>
            <a:picLocks noChangeAspect="1"/>
          </p:cNvPicPr>
          <p:nvPr/>
        </p:nvPicPr>
        <p:blipFill>
          <a:blip r:embed="rId8"/>
          <a:stretch>
            <a:fillRect/>
          </a:stretch>
        </p:blipFill>
        <p:spPr>
          <a:xfrm>
            <a:off x="630978" y="4145862"/>
            <a:ext cx="1890118" cy="2010316"/>
          </a:xfrm>
          <a:prstGeom prst="rect">
            <a:avLst/>
          </a:prstGeom>
          <a:ln>
            <a:noFill/>
          </a:ln>
          <a:effectLst>
            <a:outerShdw blurRad="292100" dist="139700" dir="2700000" algn="tl" rotWithShape="0">
              <a:srgbClr val="333333">
                <a:alpha val="65000"/>
              </a:srgbClr>
            </a:outerShdw>
          </a:effectLst>
        </p:spPr>
      </p:pic>
      <p:pic>
        <p:nvPicPr>
          <p:cNvPr id="17" name="Grafik 16" descr="Ein Bild, das Text, Screenshot, Schrift, Algebra enthält.&#10;&#10;KI-generierte Inhalte können fehlerhaft sein.">
            <a:extLst>
              <a:ext uri="{FF2B5EF4-FFF2-40B4-BE49-F238E27FC236}">
                <a16:creationId xmlns:a16="http://schemas.microsoft.com/office/drawing/2014/main" id="{4F1EC316-571B-9F0D-99B1-772CFE81E311}"/>
              </a:ext>
            </a:extLst>
          </p:cNvPr>
          <p:cNvPicPr>
            <a:picLocks noChangeAspect="1"/>
          </p:cNvPicPr>
          <p:nvPr/>
        </p:nvPicPr>
        <p:blipFill>
          <a:blip r:embed="rId9"/>
          <a:stretch>
            <a:fillRect/>
          </a:stretch>
        </p:blipFill>
        <p:spPr>
          <a:xfrm>
            <a:off x="1510692" y="5691157"/>
            <a:ext cx="3271471" cy="773567"/>
          </a:xfrm>
          <a:prstGeom prst="rect">
            <a:avLst/>
          </a:prstGeom>
          <a:ln>
            <a:noFill/>
          </a:ln>
          <a:effectLst>
            <a:outerShdw blurRad="292100" dist="139700" dir="2700000" algn="tl" rotWithShape="0">
              <a:srgbClr val="333333">
                <a:alpha val="65000"/>
              </a:srgbClr>
            </a:outerShdw>
          </a:effectLst>
        </p:spPr>
      </p:pic>
    </p:spTree>
    <p:custDataLst>
      <p:tags r:id="rId1"/>
    </p:custDataLst>
    <p:extLst>
      <p:ext uri="{BB962C8B-B14F-4D97-AF65-F5344CB8AC3E}">
        <p14:creationId xmlns:p14="http://schemas.microsoft.com/office/powerpoint/2010/main" val="14360435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D42FB-B282-C708-5B04-4E2E95CE2366}"/>
            </a:ext>
          </a:extLst>
        </p:cNvPr>
        <p:cNvGrpSpPr/>
        <p:nvPr/>
      </p:nvGrpSpPr>
      <p:grpSpPr>
        <a:xfrm>
          <a:off x="0" y="0"/>
          <a:ext cx="0" cy="0"/>
          <a:chOff x="0" y="0"/>
          <a:chExt cx="0" cy="0"/>
        </a:xfrm>
      </p:grpSpPr>
      <p:pic>
        <p:nvPicPr>
          <p:cNvPr id="7" name="Grafik 6" descr="Ein Bild, das Screenshot, Text, Multimedia-Software, Software enthält.&#10;&#10;KI-generierte Inhalte können fehlerhaft sein.">
            <a:extLst>
              <a:ext uri="{FF2B5EF4-FFF2-40B4-BE49-F238E27FC236}">
                <a16:creationId xmlns:a16="http://schemas.microsoft.com/office/drawing/2014/main" id="{DF7D4687-C275-52BD-0F84-3EA0B041F3BE}"/>
              </a:ext>
            </a:extLst>
          </p:cNvPr>
          <p:cNvPicPr>
            <a:picLocks noChangeAspect="1"/>
          </p:cNvPicPr>
          <p:nvPr/>
        </p:nvPicPr>
        <p:blipFill>
          <a:blip r:embed="rId4"/>
          <a:stretch>
            <a:fillRect/>
          </a:stretch>
        </p:blipFill>
        <p:spPr>
          <a:xfrm>
            <a:off x="663547" y="524485"/>
            <a:ext cx="2414959" cy="833960"/>
          </a:xfrm>
          <a:prstGeom prst="rect">
            <a:avLst/>
          </a:prstGeom>
        </p:spPr>
      </p:pic>
      <p:sp>
        <p:nvSpPr>
          <p:cNvPr id="15" name="Titel 14">
            <a:extLst>
              <a:ext uri="{FF2B5EF4-FFF2-40B4-BE49-F238E27FC236}">
                <a16:creationId xmlns:a16="http://schemas.microsoft.com/office/drawing/2014/main" id="{670D34D5-AE17-221D-7B91-3A18B0F9C5AC}"/>
              </a:ext>
            </a:extLst>
          </p:cNvPr>
          <p:cNvSpPr>
            <a:spLocks noGrp="1"/>
          </p:cNvSpPr>
          <p:nvPr>
            <p:ph type="title"/>
          </p:nvPr>
        </p:nvSpPr>
        <p:spPr>
          <a:xfrm>
            <a:off x="5382483" y="322912"/>
            <a:ext cx="5431971" cy="846301"/>
          </a:xfrm>
        </p:spPr>
        <p:txBody>
          <a:bodyPr/>
          <a:lstStyle/>
          <a:p>
            <a:r>
              <a:rPr lang="de-DE"/>
              <a:t>Add </a:t>
            </a:r>
            <a:r>
              <a:rPr lang="de-DE" err="1"/>
              <a:t>content</a:t>
            </a:r>
            <a:endParaRPr lang="de-DE"/>
          </a:p>
        </p:txBody>
      </p:sp>
      <p:sp>
        <p:nvSpPr>
          <p:cNvPr id="10" name="Textfeld 9">
            <a:extLst>
              <a:ext uri="{FF2B5EF4-FFF2-40B4-BE49-F238E27FC236}">
                <a16:creationId xmlns:a16="http://schemas.microsoft.com/office/drawing/2014/main" id="{3FCC79EE-6680-D233-2BE4-08753DD02720}"/>
              </a:ext>
            </a:extLst>
          </p:cNvPr>
          <p:cNvSpPr txBox="1"/>
          <p:nvPr/>
        </p:nvSpPr>
        <p:spPr>
          <a:xfrm>
            <a:off x="5241349" y="6047207"/>
            <a:ext cx="6099544" cy="261610"/>
          </a:xfrm>
          <a:prstGeom prst="rect">
            <a:avLst/>
          </a:prstGeom>
          <a:noFill/>
        </p:spPr>
        <p:txBody>
          <a:bodyPr wrap="square">
            <a:spAutoFit/>
          </a:bodyPr>
          <a:lstStyle/>
          <a:p>
            <a:r>
              <a:rPr lang="en-US" sz="1100" b="0" i="0">
                <a:effectLst/>
                <a:latin typeface="Segoe UI" panose="020B0502040204020203" pitchFamily="34" charset="0"/>
              </a:rPr>
              <a:t>To learn more about adding content to your prompt, follow this </a:t>
            </a:r>
            <a:r>
              <a:rPr lang="en-US" sz="1100" b="0" i="0">
                <a:effectLst/>
                <a:latin typeface="Segoe UI" panose="020B0502040204020203" pitchFamily="34" charset="0"/>
                <a:hlinkClick r:id="rId5"/>
              </a:rPr>
              <a:t>external link</a:t>
            </a:r>
            <a:r>
              <a:rPr lang="en-US" sz="1100" b="0" i="0">
                <a:effectLst/>
                <a:latin typeface="Segoe UI" panose="020B0502040204020203" pitchFamily="34" charset="0"/>
              </a:rPr>
              <a:t>.</a:t>
            </a:r>
            <a:endParaRPr lang="de-DE" sz="1100"/>
          </a:p>
        </p:txBody>
      </p:sp>
      <p:sp>
        <p:nvSpPr>
          <p:cNvPr id="12" name="Textfeld 11">
            <a:extLst>
              <a:ext uri="{FF2B5EF4-FFF2-40B4-BE49-F238E27FC236}">
                <a16:creationId xmlns:a16="http://schemas.microsoft.com/office/drawing/2014/main" id="{109C9402-F0CB-3282-7784-218B47886142}"/>
              </a:ext>
            </a:extLst>
          </p:cNvPr>
          <p:cNvSpPr txBox="1"/>
          <p:nvPr/>
        </p:nvSpPr>
        <p:spPr>
          <a:xfrm>
            <a:off x="5241349" y="1413063"/>
            <a:ext cx="6694403" cy="4278094"/>
          </a:xfrm>
          <a:prstGeom prst="rect">
            <a:avLst/>
          </a:prstGeom>
          <a:noFill/>
        </p:spPr>
        <p:txBody>
          <a:bodyPr wrap="square">
            <a:spAutoFit/>
          </a:bodyPr>
          <a:lstStyle/>
          <a:p>
            <a:r>
              <a:rPr lang="en-US" sz="1600">
                <a:latin typeface="Segoe UI" panose="020B0502040204020203" pitchFamily="34" charset="0"/>
              </a:rPr>
              <a:t>New scenario, similar challenge. Having some groundwork done yourself you want to tighten the content, focus on your stakeholder group and sharpen the message through easy to read tables.</a:t>
            </a:r>
          </a:p>
          <a:p>
            <a:endParaRPr lang="en-US" sz="1600">
              <a:latin typeface="Segoe UI" panose="020B0502040204020203" pitchFamily="34" charset="0"/>
            </a:endParaRPr>
          </a:p>
          <a:p>
            <a:pPr marL="171450" indent="-171450">
              <a:buFont typeface="Arial" panose="020B0604020202020204" pitchFamily="34" charset="0"/>
              <a:buChar char="•"/>
            </a:pPr>
            <a:r>
              <a:rPr lang="de-DE" sz="1600">
                <a:latin typeface="Segoe UI" panose="020B0502040204020203" pitchFamily="34" charset="0"/>
              </a:rPr>
              <a:t>Take </a:t>
            </a:r>
            <a:r>
              <a:rPr lang="de-DE" sz="1600" err="1">
                <a:latin typeface="Segoe UI" panose="020B0502040204020203" pitchFamily="34" charset="0"/>
              </a:rPr>
              <a:t>your</a:t>
            </a:r>
            <a:r>
              <a:rPr lang="de-DE" sz="1600">
                <a:latin typeface="Segoe UI" panose="020B0502040204020203" pitchFamily="34" charset="0"/>
              </a:rPr>
              <a:t> </a:t>
            </a:r>
            <a:r>
              <a:rPr lang="de-DE" sz="1600" err="1">
                <a:latin typeface="Segoe UI" panose="020B0502040204020203" pitchFamily="34" charset="0"/>
              </a:rPr>
              <a:t>base</a:t>
            </a:r>
            <a:r>
              <a:rPr lang="de-DE" sz="1600">
                <a:latin typeface="Segoe UI" panose="020B0502040204020203" pitchFamily="34" charset="0"/>
              </a:rPr>
              <a:t> </a:t>
            </a:r>
            <a:r>
              <a:rPr lang="de-DE" sz="1600" err="1">
                <a:latin typeface="Segoe UI" panose="020B0502040204020203" pitchFamily="34" charset="0"/>
              </a:rPr>
              <a:t>document</a:t>
            </a:r>
            <a:r>
              <a:rPr lang="de-DE" sz="1600">
                <a:latin typeface="Segoe UI" panose="020B0502040204020203" pitchFamily="34" charset="0"/>
              </a:rPr>
              <a:t> (also </a:t>
            </a:r>
            <a:r>
              <a:rPr lang="de-DE" sz="1600" err="1">
                <a:latin typeface="Segoe UI" panose="020B0502040204020203" pitchFamily="34" charset="0"/>
              </a:rPr>
              <a:t>more</a:t>
            </a:r>
            <a:r>
              <a:rPr lang="de-DE" sz="1600">
                <a:latin typeface="Segoe UI" panose="020B0502040204020203" pitchFamily="34" charset="0"/>
              </a:rPr>
              <a:t> </a:t>
            </a:r>
            <a:r>
              <a:rPr lang="de-DE" sz="1600" err="1">
                <a:latin typeface="Segoe UI" panose="020B0502040204020203" pitchFamily="34" charset="0"/>
              </a:rPr>
              <a:t>than</a:t>
            </a:r>
            <a:r>
              <a:rPr lang="de-DE" sz="1600">
                <a:latin typeface="Segoe UI" panose="020B0502040204020203" pitchFamily="34" charset="0"/>
              </a:rPr>
              <a:t> </a:t>
            </a:r>
            <a:r>
              <a:rPr lang="de-DE" sz="1600" err="1">
                <a:latin typeface="Segoe UI" panose="020B0502040204020203" pitchFamily="34" charset="0"/>
              </a:rPr>
              <a:t>one</a:t>
            </a:r>
            <a:r>
              <a:rPr lang="de-DE" sz="1600">
                <a:latin typeface="Segoe UI" panose="020B0502040204020203" pitchFamily="34" charset="0"/>
              </a:rPr>
              <a:t> </a:t>
            </a:r>
            <a:r>
              <a:rPr lang="de-DE" sz="1600" err="1">
                <a:latin typeface="Segoe UI" panose="020B0502040204020203" pitchFamily="34" charset="0"/>
              </a:rPr>
              <a:t>document</a:t>
            </a:r>
            <a:r>
              <a:rPr lang="de-DE" sz="1600">
                <a:latin typeface="Segoe UI" panose="020B0502040204020203" pitchFamily="34" charset="0"/>
              </a:rPr>
              <a:t> </a:t>
            </a:r>
            <a:r>
              <a:rPr lang="de-DE" sz="1600" err="1">
                <a:latin typeface="Segoe UI" panose="020B0502040204020203" pitchFamily="34" charset="0"/>
              </a:rPr>
              <a:t>is</a:t>
            </a:r>
            <a:r>
              <a:rPr lang="de-DE" sz="1600">
                <a:latin typeface="Segoe UI" panose="020B0502040204020203" pitchFamily="34" charset="0"/>
              </a:rPr>
              <a:t> possible) and </a:t>
            </a:r>
            <a:r>
              <a:rPr lang="de-DE" sz="1600" err="1">
                <a:latin typeface="Segoe UI" panose="020B0502040204020203" pitchFamily="34" charset="0"/>
              </a:rPr>
              <a:t>upload</a:t>
            </a:r>
            <a:r>
              <a:rPr lang="de-DE" sz="1600">
                <a:latin typeface="Segoe UI" panose="020B0502040204020203" pitchFamily="34" charset="0"/>
              </a:rPr>
              <a:t> </a:t>
            </a:r>
            <a:r>
              <a:rPr lang="de-DE" sz="1600" err="1">
                <a:latin typeface="Segoe UI" panose="020B0502040204020203" pitchFamily="34" charset="0"/>
              </a:rPr>
              <a:t>it</a:t>
            </a:r>
            <a:r>
              <a:rPr lang="de-DE" sz="1600">
                <a:latin typeface="Segoe UI" panose="020B0502040204020203" pitchFamily="34" charset="0"/>
              </a:rPr>
              <a:t> to Copilot Chat</a:t>
            </a:r>
          </a:p>
          <a:p>
            <a:pPr marL="171450" indent="-171450">
              <a:buFont typeface="Arial" panose="020B0604020202020204" pitchFamily="34" charset="0"/>
              <a:buChar char="•"/>
            </a:pPr>
            <a:endParaRPr lang="de-DE" sz="1600">
              <a:latin typeface="Segoe UI" panose="020B0502040204020203" pitchFamily="34" charset="0"/>
            </a:endParaRPr>
          </a:p>
          <a:p>
            <a:pPr marL="171450" indent="-171450">
              <a:buFont typeface="Arial" panose="020B0604020202020204" pitchFamily="34" charset="0"/>
              <a:buChar char="•"/>
            </a:pPr>
            <a:r>
              <a:rPr lang="de-DE" sz="1600" err="1">
                <a:latin typeface="Segoe UI" panose="020B0502040204020203" pitchFamily="34" charset="0"/>
              </a:rPr>
              <a:t>Give</a:t>
            </a:r>
            <a:r>
              <a:rPr lang="de-DE" sz="1600">
                <a:latin typeface="Segoe UI" panose="020B0502040204020203" pitchFamily="34" charset="0"/>
              </a:rPr>
              <a:t> </a:t>
            </a:r>
            <a:r>
              <a:rPr lang="de-DE" sz="1600" err="1">
                <a:latin typeface="Segoe UI" panose="020B0502040204020203" pitchFamily="34" charset="0"/>
              </a:rPr>
              <a:t>context</a:t>
            </a:r>
            <a:r>
              <a:rPr lang="de-DE" sz="1600">
                <a:latin typeface="Segoe UI" panose="020B0502040204020203" pitchFamily="34" charset="0"/>
              </a:rPr>
              <a:t> and </a:t>
            </a:r>
            <a:r>
              <a:rPr lang="de-DE" sz="1600" err="1">
                <a:latin typeface="Segoe UI" panose="020B0502040204020203" pitchFamily="34" charset="0"/>
              </a:rPr>
              <a:t>tell</a:t>
            </a:r>
            <a:r>
              <a:rPr lang="de-DE" sz="1600">
                <a:latin typeface="Segoe UI" panose="020B0502040204020203" pitchFamily="34" charset="0"/>
              </a:rPr>
              <a:t> Copilot </a:t>
            </a:r>
            <a:r>
              <a:rPr lang="de-DE" sz="1600" err="1">
                <a:latin typeface="Segoe UI" panose="020B0502040204020203" pitchFamily="34" charset="0"/>
              </a:rPr>
              <a:t>what</a:t>
            </a:r>
            <a:r>
              <a:rPr lang="de-DE" sz="1600">
                <a:latin typeface="Segoe UI" panose="020B0502040204020203" pitchFamily="34" charset="0"/>
              </a:rPr>
              <a:t> to do – after </a:t>
            </a:r>
            <a:r>
              <a:rPr lang="de-DE" sz="1600" err="1">
                <a:latin typeface="Segoe UI" panose="020B0502040204020203" pitchFamily="34" charset="0"/>
              </a:rPr>
              <a:t>firing</a:t>
            </a:r>
            <a:r>
              <a:rPr lang="de-DE" sz="1600">
                <a:latin typeface="Segoe UI" panose="020B0502040204020203" pitchFamily="34" charset="0"/>
              </a:rPr>
              <a:t> </a:t>
            </a:r>
            <a:r>
              <a:rPr lang="de-DE" sz="1600" err="1">
                <a:latin typeface="Segoe UI" panose="020B0502040204020203" pitchFamily="34" charset="0"/>
              </a:rPr>
              <a:t>up</a:t>
            </a:r>
            <a:r>
              <a:rPr lang="de-DE" sz="1600">
                <a:latin typeface="Segoe UI" panose="020B0502040204020203" pitchFamily="34" charset="0"/>
              </a:rPr>
              <a:t> </a:t>
            </a:r>
            <a:r>
              <a:rPr lang="de-DE" sz="1600" err="1">
                <a:latin typeface="Segoe UI" panose="020B0502040204020203" pitchFamily="34" charset="0"/>
              </a:rPr>
              <a:t>the</a:t>
            </a:r>
            <a:r>
              <a:rPr lang="de-DE" sz="1600">
                <a:latin typeface="Segoe UI" panose="020B0502040204020203" pitchFamily="34" charset="0"/>
              </a:rPr>
              <a:t> </a:t>
            </a:r>
            <a:r>
              <a:rPr lang="de-DE" sz="1600" err="1">
                <a:latin typeface="Segoe UI" panose="020B0502040204020203" pitchFamily="34" charset="0"/>
              </a:rPr>
              <a:t>instructions</a:t>
            </a:r>
            <a:r>
              <a:rPr lang="de-DE" sz="1600">
                <a:latin typeface="Segoe UI" panose="020B0502040204020203" pitchFamily="34" charset="0"/>
              </a:rPr>
              <a:t>, Copilot also </a:t>
            </a:r>
            <a:r>
              <a:rPr lang="de-DE" sz="1600" err="1">
                <a:latin typeface="Segoe UI" panose="020B0502040204020203" pitchFamily="34" charset="0"/>
              </a:rPr>
              <a:t>summarizes</a:t>
            </a:r>
            <a:r>
              <a:rPr lang="de-DE" sz="1600">
                <a:latin typeface="Segoe UI" panose="020B0502040204020203" pitchFamily="34" charset="0"/>
              </a:rPr>
              <a:t> </a:t>
            </a:r>
            <a:r>
              <a:rPr lang="de-DE" sz="1600" err="1">
                <a:latin typeface="Segoe UI" panose="020B0502040204020203" pitchFamily="34" charset="0"/>
              </a:rPr>
              <a:t>what</a:t>
            </a:r>
            <a:r>
              <a:rPr lang="de-DE" sz="1600">
                <a:latin typeface="Segoe UI" panose="020B0502040204020203" pitchFamily="34" charset="0"/>
              </a:rPr>
              <a:t> to do and </a:t>
            </a:r>
            <a:r>
              <a:rPr lang="de-DE" sz="1600" err="1">
                <a:latin typeface="Segoe UI" panose="020B0502040204020203" pitchFamily="34" charset="0"/>
              </a:rPr>
              <a:t>gets</a:t>
            </a:r>
            <a:r>
              <a:rPr lang="de-DE" sz="1600">
                <a:latin typeface="Segoe UI" panose="020B0502040204020203" pitchFamily="34" charset="0"/>
              </a:rPr>
              <a:t> on </a:t>
            </a:r>
            <a:r>
              <a:rPr lang="de-DE" sz="1600" err="1">
                <a:latin typeface="Segoe UI" panose="020B0502040204020203" pitchFamily="34" charset="0"/>
              </a:rPr>
              <a:t>working</a:t>
            </a:r>
            <a:endParaRPr lang="de-DE" sz="1600">
              <a:latin typeface="Segoe UI" panose="020B0502040204020203" pitchFamily="34" charset="0"/>
            </a:endParaRPr>
          </a:p>
          <a:p>
            <a:pPr marL="171450" indent="-171450">
              <a:buFont typeface="Arial" panose="020B0604020202020204" pitchFamily="34" charset="0"/>
              <a:buChar char="•"/>
            </a:pPr>
            <a:endParaRPr lang="de-DE" sz="1600">
              <a:latin typeface="Segoe UI" panose="020B0502040204020203" pitchFamily="34" charset="0"/>
            </a:endParaRPr>
          </a:p>
          <a:p>
            <a:pPr marL="171450" indent="-171450">
              <a:buFont typeface="Arial" panose="020B0604020202020204" pitchFamily="34" charset="0"/>
              <a:buChar char="•"/>
            </a:pPr>
            <a:r>
              <a:rPr lang="de-DE" sz="1600">
                <a:latin typeface="Segoe UI" panose="020B0502040204020203" pitchFamily="34" charset="0"/>
              </a:rPr>
              <a:t>Work in </a:t>
            </a:r>
            <a:r>
              <a:rPr lang="de-DE" sz="1600" err="1">
                <a:latin typeface="Segoe UI" panose="020B0502040204020203" pitchFamily="34" charset="0"/>
              </a:rPr>
              <a:t>iterations</a:t>
            </a:r>
            <a:r>
              <a:rPr lang="de-DE" sz="1600">
                <a:latin typeface="Segoe UI" panose="020B0502040204020203" pitchFamily="34" charset="0"/>
              </a:rPr>
              <a:t>, </a:t>
            </a:r>
            <a:r>
              <a:rPr lang="de-DE" sz="1600" err="1">
                <a:latin typeface="Segoe UI" panose="020B0502040204020203" pitchFamily="34" charset="0"/>
              </a:rPr>
              <a:t>refining</a:t>
            </a:r>
            <a:r>
              <a:rPr lang="de-DE" sz="1600">
                <a:latin typeface="Segoe UI" panose="020B0502040204020203" pitchFamily="34" charset="0"/>
              </a:rPr>
              <a:t> </a:t>
            </a:r>
            <a:r>
              <a:rPr lang="de-DE" sz="1600" err="1">
                <a:latin typeface="Segoe UI" panose="020B0502040204020203" pitchFamily="34" charset="0"/>
              </a:rPr>
              <a:t>the</a:t>
            </a:r>
            <a:r>
              <a:rPr lang="de-DE" sz="1600">
                <a:latin typeface="Segoe UI" panose="020B0502040204020203" pitchFamily="34" charset="0"/>
              </a:rPr>
              <a:t> </a:t>
            </a:r>
            <a:r>
              <a:rPr lang="de-DE" sz="1600" err="1">
                <a:latin typeface="Segoe UI" panose="020B0502040204020203" pitchFamily="34" charset="0"/>
              </a:rPr>
              <a:t>result</a:t>
            </a:r>
            <a:r>
              <a:rPr lang="de-DE" sz="1600">
                <a:latin typeface="Segoe UI" panose="020B0502040204020203" pitchFamily="34" charset="0"/>
              </a:rPr>
              <a:t> </a:t>
            </a:r>
            <a:r>
              <a:rPr lang="de-DE" sz="1600" err="1">
                <a:latin typeface="Segoe UI" panose="020B0502040204020203" pitchFamily="34" charset="0"/>
              </a:rPr>
              <a:t>step</a:t>
            </a:r>
            <a:r>
              <a:rPr lang="de-DE" sz="1600">
                <a:latin typeface="Segoe UI" panose="020B0502040204020203" pitchFamily="34" charset="0"/>
              </a:rPr>
              <a:t> </a:t>
            </a:r>
            <a:r>
              <a:rPr lang="de-DE" sz="1600" err="1">
                <a:latin typeface="Segoe UI" panose="020B0502040204020203" pitchFamily="34" charset="0"/>
              </a:rPr>
              <a:t>by</a:t>
            </a:r>
            <a:r>
              <a:rPr lang="de-DE" sz="1600">
                <a:latin typeface="Segoe UI" panose="020B0502040204020203" pitchFamily="34" charset="0"/>
              </a:rPr>
              <a:t> </a:t>
            </a:r>
            <a:r>
              <a:rPr lang="de-DE" sz="1600" err="1">
                <a:latin typeface="Segoe UI" panose="020B0502040204020203" pitchFamily="34" charset="0"/>
              </a:rPr>
              <a:t>step</a:t>
            </a:r>
            <a:endParaRPr lang="de-DE" sz="1600">
              <a:latin typeface="Segoe UI" panose="020B0502040204020203" pitchFamily="34" charset="0"/>
            </a:endParaRPr>
          </a:p>
          <a:p>
            <a:pPr marL="171450" indent="-171450">
              <a:buFont typeface="Arial" panose="020B0604020202020204" pitchFamily="34" charset="0"/>
              <a:buChar char="•"/>
            </a:pPr>
            <a:endParaRPr lang="de-DE" sz="1600">
              <a:latin typeface="Segoe UI" panose="020B0502040204020203" pitchFamily="34" charset="0"/>
            </a:endParaRPr>
          </a:p>
          <a:p>
            <a:pPr marL="171450" indent="-171450">
              <a:buFont typeface="Arial" panose="020B0604020202020204" pitchFamily="34" charset="0"/>
              <a:buChar char="•"/>
            </a:pPr>
            <a:r>
              <a:rPr lang="de-DE" sz="1600">
                <a:latin typeface="Segoe UI" panose="020B0502040204020203" pitchFamily="34" charset="0"/>
              </a:rPr>
              <a:t>At </a:t>
            </a:r>
            <a:r>
              <a:rPr lang="de-DE" sz="1600" err="1">
                <a:latin typeface="Segoe UI" panose="020B0502040204020203" pitchFamily="34" charset="0"/>
              </a:rPr>
              <a:t>the</a:t>
            </a:r>
            <a:r>
              <a:rPr lang="de-DE" sz="1600">
                <a:latin typeface="Segoe UI" panose="020B0502040204020203" pitchFamily="34" charset="0"/>
              </a:rPr>
              <a:t> end – </a:t>
            </a:r>
            <a:r>
              <a:rPr lang="de-DE" sz="1600" err="1">
                <a:latin typeface="Segoe UI" panose="020B0502040204020203" pitchFamily="34" charset="0"/>
              </a:rPr>
              <a:t>let</a:t>
            </a:r>
            <a:r>
              <a:rPr lang="de-DE" sz="1600">
                <a:latin typeface="Segoe UI" panose="020B0502040204020203" pitchFamily="34" charset="0"/>
              </a:rPr>
              <a:t> Copilot </a:t>
            </a:r>
            <a:r>
              <a:rPr lang="de-DE" sz="1600" err="1">
                <a:latin typeface="Segoe UI" panose="020B0502040204020203" pitchFamily="34" charset="0"/>
              </a:rPr>
              <a:t>put</a:t>
            </a:r>
            <a:r>
              <a:rPr lang="de-DE" sz="1600">
                <a:latin typeface="Segoe UI" panose="020B0502040204020203" pitchFamily="34" charset="0"/>
              </a:rPr>
              <a:t> </a:t>
            </a:r>
            <a:r>
              <a:rPr lang="de-DE" sz="1600" err="1">
                <a:latin typeface="Segoe UI" panose="020B0502040204020203" pitchFamily="34" charset="0"/>
              </a:rPr>
              <a:t>it</a:t>
            </a:r>
            <a:r>
              <a:rPr lang="de-DE" sz="1600">
                <a:latin typeface="Segoe UI" panose="020B0502040204020203" pitchFamily="34" charset="0"/>
              </a:rPr>
              <a:t> all </a:t>
            </a:r>
            <a:r>
              <a:rPr lang="de-DE" sz="1600" err="1">
                <a:latin typeface="Segoe UI" panose="020B0502040204020203" pitchFamily="34" charset="0"/>
              </a:rPr>
              <a:t>together</a:t>
            </a:r>
            <a:endParaRPr lang="de-DE" sz="1600">
              <a:latin typeface="Segoe UI" panose="020B0502040204020203" pitchFamily="34" charset="0"/>
            </a:endParaRPr>
          </a:p>
          <a:p>
            <a:pPr marL="171450" indent="-171450">
              <a:buFont typeface="Arial" panose="020B0604020202020204" pitchFamily="34" charset="0"/>
              <a:buChar char="•"/>
            </a:pPr>
            <a:endParaRPr lang="de-DE" sz="1600">
              <a:latin typeface="Segoe UI" panose="020B0502040204020203" pitchFamily="34" charset="0"/>
            </a:endParaRPr>
          </a:p>
          <a:p>
            <a:pPr marL="171450" indent="-171450">
              <a:buFont typeface="Arial" panose="020B0604020202020204" pitchFamily="34" charset="0"/>
              <a:buChar char="•"/>
            </a:pPr>
            <a:r>
              <a:rPr lang="de-DE" sz="1600">
                <a:latin typeface="Segoe UI" panose="020B0502040204020203" pitchFamily="34" charset="0"/>
              </a:rPr>
              <a:t>I </a:t>
            </a:r>
            <a:r>
              <a:rPr lang="de-DE" sz="1600" err="1">
                <a:latin typeface="Segoe UI" panose="020B0502040204020203" pitchFamily="34" charset="0"/>
              </a:rPr>
              <a:t>bet</a:t>
            </a:r>
            <a:r>
              <a:rPr lang="de-DE" sz="1600">
                <a:latin typeface="Segoe UI" panose="020B0502040204020203" pitchFamily="34" charset="0"/>
              </a:rPr>
              <a:t> </a:t>
            </a:r>
            <a:r>
              <a:rPr lang="de-DE" sz="1600" err="1">
                <a:latin typeface="Segoe UI" panose="020B0502040204020203" pitchFamily="34" charset="0"/>
              </a:rPr>
              <a:t>this</a:t>
            </a:r>
            <a:r>
              <a:rPr lang="de-DE" sz="1600">
                <a:latin typeface="Segoe UI" panose="020B0502040204020203" pitchFamily="34" charset="0"/>
              </a:rPr>
              <a:t> </a:t>
            </a:r>
            <a:r>
              <a:rPr lang="de-DE" sz="1600" err="1">
                <a:latin typeface="Segoe UI" panose="020B0502040204020203" pitchFamily="34" charset="0"/>
              </a:rPr>
              <a:t>is</a:t>
            </a:r>
            <a:r>
              <a:rPr lang="de-DE" sz="1600">
                <a:latin typeface="Segoe UI" panose="020B0502040204020203" pitchFamily="34" charset="0"/>
              </a:rPr>
              <a:t> </a:t>
            </a:r>
            <a:r>
              <a:rPr lang="de-DE" sz="1600" err="1">
                <a:latin typeface="Segoe UI" panose="020B0502040204020203" pitchFamily="34" charset="0"/>
              </a:rPr>
              <a:t>faster</a:t>
            </a:r>
            <a:r>
              <a:rPr lang="de-DE" sz="1600">
                <a:latin typeface="Segoe UI" panose="020B0502040204020203" pitchFamily="34" charset="0"/>
              </a:rPr>
              <a:t> </a:t>
            </a:r>
            <a:r>
              <a:rPr lang="de-DE" sz="1600" err="1">
                <a:latin typeface="Segoe UI" panose="020B0502040204020203" pitchFamily="34" charset="0"/>
              </a:rPr>
              <a:t>than</a:t>
            </a:r>
            <a:r>
              <a:rPr lang="de-DE" sz="1600">
                <a:latin typeface="Segoe UI" panose="020B0502040204020203" pitchFamily="34" charset="0"/>
              </a:rPr>
              <a:t> </a:t>
            </a:r>
            <a:r>
              <a:rPr lang="de-DE" sz="1600" err="1">
                <a:latin typeface="Segoe UI" panose="020B0502040204020203" pitchFamily="34" charset="0"/>
              </a:rPr>
              <a:t>doing</a:t>
            </a:r>
            <a:r>
              <a:rPr lang="de-DE" sz="1600">
                <a:latin typeface="Segoe UI" panose="020B0502040204020203" pitchFamily="34" charset="0"/>
              </a:rPr>
              <a:t> </a:t>
            </a:r>
            <a:r>
              <a:rPr lang="de-DE" sz="1600" err="1">
                <a:latin typeface="Segoe UI" panose="020B0502040204020203" pitchFamily="34" charset="0"/>
              </a:rPr>
              <a:t>it</a:t>
            </a:r>
            <a:r>
              <a:rPr lang="de-DE" sz="1600">
                <a:latin typeface="Segoe UI" panose="020B0502040204020203" pitchFamily="34" charset="0"/>
              </a:rPr>
              <a:t> all on </a:t>
            </a:r>
            <a:r>
              <a:rPr lang="de-DE" sz="1600" err="1">
                <a:latin typeface="Segoe UI" panose="020B0502040204020203" pitchFamily="34" charset="0"/>
              </a:rPr>
              <a:t>your</a:t>
            </a:r>
            <a:r>
              <a:rPr lang="de-DE" sz="1600">
                <a:latin typeface="Segoe UI" panose="020B0502040204020203" pitchFamily="34" charset="0"/>
              </a:rPr>
              <a:t> own, </a:t>
            </a:r>
            <a:r>
              <a:rPr lang="de-DE" sz="1600" err="1">
                <a:latin typeface="Segoe UI" panose="020B0502040204020203" pitchFamily="34" charset="0"/>
              </a:rPr>
              <a:t>isn‘t</a:t>
            </a:r>
            <a:r>
              <a:rPr lang="de-DE" sz="1600">
                <a:latin typeface="Segoe UI" panose="020B0502040204020203" pitchFamily="34" charset="0"/>
              </a:rPr>
              <a:t> </a:t>
            </a:r>
            <a:r>
              <a:rPr lang="de-DE" sz="1600" err="1">
                <a:latin typeface="Segoe UI" panose="020B0502040204020203" pitchFamily="34" charset="0"/>
              </a:rPr>
              <a:t>it</a:t>
            </a:r>
            <a:r>
              <a:rPr lang="de-DE" sz="1600">
                <a:latin typeface="Segoe UI" panose="020B0502040204020203" pitchFamily="34" charset="0"/>
              </a:rPr>
              <a:t>?</a:t>
            </a:r>
          </a:p>
          <a:p>
            <a:pPr marL="171450" indent="-171450">
              <a:buFont typeface="Arial" panose="020B0604020202020204" pitchFamily="34" charset="0"/>
              <a:buChar char="•"/>
            </a:pPr>
            <a:endParaRPr lang="de-DE" sz="1600">
              <a:latin typeface="Segoe UI" panose="020B0502040204020203" pitchFamily="34" charset="0"/>
            </a:endParaRPr>
          </a:p>
          <a:p>
            <a:r>
              <a:rPr lang="de-DE" sz="1600" err="1">
                <a:latin typeface="Segoe UI" panose="020B0502040204020203" pitchFamily="34" charset="0"/>
              </a:rPr>
              <a:t>Have</a:t>
            </a:r>
            <a:r>
              <a:rPr lang="de-DE" sz="1600">
                <a:latin typeface="Segoe UI" panose="020B0502040204020203" pitchFamily="34" charset="0"/>
              </a:rPr>
              <a:t> a </a:t>
            </a:r>
            <a:r>
              <a:rPr lang="de-DE" sz="1600" err="1">
                <a:latin typeface="Segoe UI" panose="020B0502040204020203" pitchFamily="34" charset="0"/>
              </a:rPr>
              <a:t>try</a:t>
            </a:r>
            <a:r>
              <a:rPr lang="de-DE" sz="1600">
                <a:latin typeface="Segoe UI" panose="020B0502040204020203" pitchFamily="34" charset="0"/>
              </a:rPr>
              <a:t> and </a:t>
            </a:r>
            <a:r>
              <a:rPr lang="de-DE" sz="1600" err="1">
                <a:latin typeface="Segoe UI" panose="020B0502040204020203" pitchFamily="34" charset="0"/>
              </a:rPr>
              <a:t>reflect</a:t>
            </a:r>
            <a:r>
              <a:rPr lang="de-DE" sz="1600">
                <a:latin typeface="Segoe UI" panose="020B0502040204020203" pitchFamily="34" charset="0"/>
              </a:rPr>
              <a:t> on </a:t>
            </a:r>
            <a:r>
              <a:rPr lang="de-DE" sz="1600" err="1">
                <a:latin typeface="Segoe UI" panose="020B0502040204020203" pitchFamily="34" charset="0"/>
              </a:rPr>
              <a:t>the</a:t>
            </a:r>
            <a:r>
              <a:rPr lang="de-DE" sz="1600">
                <a:latin typeface="Segoe UI" panose="020B0502040204020203" pitchFamily="34" charset="0"/>
              </a:rPr>
              <a:t> </a:t>
            </a:r>
            <a:r>
              <a:rPr lang="de-DE" sz="1600" err="1">
                <a:latin typeface="Segoe UI" panose="020B0502040204020203" pitchFamily="34" charset="0"/>
              </a:rPr>
              <a:t>outcomes</a:t>
            </a:r>
            <a:endParaRPr lang="de-DE" sz="1600"/>
          </a:p>
        </p:txBody>
      </p:sp>
      <p:sp>
        <p:nvSpPr>
          <p:cNvPr id="5" name="Ellipse 4">
            <a:extLst>
              <a:ext uri="{FF2B5EF4-FFF2-40B4-BE49-F238E27FC236}">
                <a16:creationId xmlns:a16="http://schemas.microsoft.com/office/drawing/2014/main" id="{D3042BF9-4171-6ADB-AEDF-75CB801D357F}"/>
              </a:ext>
            </a:extLst>
          </p:cNvPr>
          <p:cNvSpPr/>
          <p:nvPr/>
        </p:nvSpPr>
        <p:spPr>
          <a:xfrm>
            <a:off x="518383" y="559642"/>
            <a:ext cx="502163" cy="505666"/>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Pfeil: nach unten 7">
            <a:extLst>
              <a:ext uri="{FF2B5EF4-FFF2-40B4-BE49-F238E27FC236}">
                <a16:creationId xmlns:a16="http://schemas.microsoft.com/office/drawing/2014/main" id="{AFAFF47A-18D4-6044-D806-812CE7917524}"/>
              </a:ext>
            </a:extLst>
          </p:cNvPr>
          <p:cNvSpPr/>
          <p:nvPr/>
        </p:nvSpPr>
        <p:spPr>
          <a:xfrm rot="5400000">
            <a:off x="1514350" y="996176"/>
            <a:ext cx="185753" cy="459362"/>
          </a:xfrm>
          <a:prstGeom prst="downArrow">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1" name="Grafik 10" descr="Ein Bild, das Text, Screenshot, Multimedia, Software enthält.&#10;&#10;KI-generierte Inhalte können fehlerhaft sein.">
            <a:extLst>
              <a:ext uri="{FF2B5EF4-FFF2-40B4-BE49-F238E27FC236}">
                <a16:creationId xmlns:a16="http://schemas.microsoft.com/office/drawing/2014/main" id="{68942567-EA77-F1D2-AD02-B45E6D5961A8}"/>
              </a:ext>
            </a:extLst>
          </p:cNvPr>
          <p:cNvPicPr>
            <a:picLocks noChangeAspect="1"/>
          </p:cNvPicPr>
          <p:nvPr/>
        </p:nvPicPr>
        <p:blipFill>
          <a:blip r:embed="rId6"/>
          <a:stretch>
            <a:fillRect/>
          </a:stretch>
        </p:blipFill>
        <p:spPr>
          <a:xfrm>
            <a:off x="663546" y="1498019"/>
            <a:ext cx="2414959" cy="825426"/>
          </a:xfrm>
          <a:prstGeom prst="rect">
            <a:avLst/>
          </a:prstGeom>
          <a:ln>
            <a:noFill/>
          </a:ln>
          <a:effectLst>
            <a:outerShdw blurRad="292100" dist="139700" dir="2700000" algn="tl" rotWithShape="0">
              <a:srgbClr val="333333">
                <a:alpha val="65000"/>
              </a:srgbClr>
            </a:outerShdw>
          </a:effectLst>
        </p:spPr>
      </p:pic>
      <p:pic>
        <p:nvPicPr>
          <p:cNvPr id="14" name="Grafik 13" descr="Ein Bild, das Text, Screenshot, Schrift enthält.&#10;&#10;KI-generierte Inhalte können fehlerhaft sein.">
            <a:extLst>
              <a:ext uri="{FF2B5EF4-FFF2-40B4-BE49-F238E27FC236}">
                <a16:creationId xmlns:a16="http://schemas.microsoft.com/office/drawing/2014/main" id="{28BF1E34-DC4C-9A3C-02FB-6C882E43D808}"/>
              </a:ext>
            </a:extLst>
          </p:cNvPr>
          <p:cNvPicPr>
            <a:picLocks noChangeAspect="1"/>
          </p:cNvPicPr>
          <p:nvPr/>
        </p:nvPicPr>
        <p:blipFill>
          <a:blip r:embed="rId7"/>
          <a:stretch>
            <a:fillRect/>
          </a:stretch>
        </p:blipFill>
        <p:spPr>
          <a:xfrm>
            <a:off x="663545" y="2463019"/>
            <a:ext cx="2414959" cy="2483885"/>
          </a:xfrm>
          <a:prstGeom prst="rect">
            <a:avLst/>
          </a:prstGeom>
          <a:ln>
            <a:noFill/>
          </a:ln>
          <a:effectLst>
            <a:outerShdw blurRad="292100" dist="139700" dir="2700000" algn="tl" rotWithShape="0">
              <a:srgbClr val="333333">
                <a:alpha val="65000"/>
              </a:srgbClr>
            </a:outerShdw>
          </a:effectLst>
        </p:spPr>
      </p:pic>
      <p:pic>
        <p:nvPicPr>
          <p:cNvPr id="17" name="Grafik 16" descr="Ein Bild, das Text, Screenshot, Schrift enthält.&#10;&#10;KI-generierte Inhalte können fehlerhaft sein.">
            <a:extLst>
              <a:ext uri="{FF2B5EF4-FFF2-40B4-BE49-F238E27FC236}">
                <a16:creationId xmlns:a16="http://schemas.microsoft.com/office/drawing/2014/main" id="{126C345B-1817-888B-4E6A-C279B76F4C23}"/>
              </a:ext>
            </a:extLst>
          </p:cNvPr>
          <p:cNvPicPr>
            <a:picLocks noChangeAspect="1"/>
          </p:cNvPicPr>
          <p:nvPr/>
        </p:nvPicPr>
        <p:blipFill>
          <a:blip r:embed="rId8"/>
          <a:stretch>
            <a:fillRect/>
          </a:stretch>
        </p:blipFill>
        <p:spPr>
          <a:xfrm>
            <a:off x="1741953" y="3335701"/>
            <a:ext cx="2402534" cy="1198855"/>
          </a:xfrm>
          <a:prstGeom prst="rect">
            <a:avLst/>
          </a:prstGeom>
          <a:ln>
            <a:noFill/>
          </a:ln>
          <a:effectLst>
            <a:outerShdw blurRad="292100" dist="139700" dir="2700000" algn="tl" rotWithShape="0">
              <a:srgbClr val="333333">
                <a:alpha val="65000"/>
              </a:srgbClr>
            </a:outerShdw>
          </a:effectLst>
        </p:spPr>
      </p:pic>
      <p:pic>
        <p:nvPicPr>
          <p:cNvPr id="19" name="Grafik 18" descr="Ein Bild, das Text, Screenshot, Schrift, Zahl enthält.&#10;&#10;KI-generierte Inhalte können fehlerhaft sein.">
            <a:extLst>
              <a:ext uri="{FF2B5EF4-FFF2-40B4-BE49-F238E27FC236}">
                <a16:creationId xmlns:a16="http://schemas.microsoft.com/office/drawing/2014/main" id="{239B75C5-C76C-D36C-6BE5-09947F0C85C0}"/>
              </a:ext>
            </a:extLst>
          </p:cNvPr>
          <p:cNvPicPr>
            <a:picLocks noChangeAspect="1"/>
          </p:cNvPicPr>
          <p:nvPr/>
        </p:nvPicPr>
        <p:blipFill>
          <a:blip r:embed="rId9"/>
          <a:stretch>
            <a:fillRect/>
          </a:stretch>
        </p:blipFill>
        <p:spPr>
          <a:xfrm>
            <a:off x="1741953" y="4682637"/>
            <a:ext cx="2402534" cy="1829175"/>
          </a:xfrm>
          <a:prstGeom prst="rect">
            <a:avLst/>
          </a:prstGeom>
          <a:ln>
            <a:noFill/>
          </a:ln>
          <a:effectLst>
            <a:outerShdw blurRad="292100" dist="139700" dir="2700000" algn="tl" rotWithShape="0">
              <a:srgbClr val="333333">
                <a:alpha val="65000"/>
              </a:srgbClr>
            </a:outerShdw>
          </a:effectLst>
        </p:spPr>
      </p:pic>
    </p:spTree>
    <p:custDataLst>
      <p:tags r:id="rId1"/>
    </p:custDataLst>
    <p:extLst>
      <p:ext uri="{BB962C8B-B14F-4D97-AF65-F5344CB8AC3E}">
        <p14:creationId xmlns:p14="http://schemas.microsoft.com/office/powerpoint/2010/main" val="1848011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CE321-76AB-EBB8-D36D-D0B39C2B8F5B}"/>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DC33C998-21F8-983C-383B-A5FF89716566}"/>
              </a:ext>
            </a:extLst>
          </p:cNvPr>
          <p:cNvSpPr>
            <a:spLocks noGrp="1"/>
          </p:cNvSpPr>
          <p:nvPr>
            <p:ph type="title"/>
          </p:nvPr>
        </p:nvSpPr>
        <p:spPr>
          <a:xfrm>
            <a:off x="5382483" y="322912"/>
            <a:ext cx="5431971" cy="846301"/>
          </a:xfrm>
        </p:spPr>
        <p:txBody>
          <a:bodyPr>
            <a:normAutofit/>
          </a:bodyPr>
          <a:lstStyle/>
          <a:p>
            <a:r>
              <a:rPr lang="de-DE"/>
              <a:t>Create </a:t>
            </a:r>
            <a:r>
              <a:rPr lang="de-DE" err="1"/>
              <a:t>InfoGraphics</a:t>
            </a:r>
            <a:endParaRPr lang="de-DE"/>
          </a:p>
        </p:txBody>
      </p:sp>
      <p:sp>
        <p:nvSpPr>
          <p:cNvPr id="10" name="Textfeld 9">
            <a:extLst>
              <a:ext uri="{FF2B5EF4-FFF2-40B4-BE49-F238E27FC236}">
                <a16:creationId xmlns:a16="http://schemas.microsoft.com/office/drawing/2014/main" id="{7AE6AE1F-F330-0BCC-0325-C368F2D56EF9}"/>
              </a:ext>
            </a:extLst>
          </p:cNvPr>
          <p:cNvSpPr txBox="1"/>
          <p:nvPr/>
        </p:nvSpPr>
        <p:spPr>
          <a:xfrm>
            <a:off x="5241349" y="5691157"/>
            <a:ext cx="6099544" cy="261610"/>
          </a:xfrm>
          <a:prstGeom prst="rect">
            <a:avLst/>
          </a:prstGeom>
          <a:noFill/>
        </p:spPr>
        <p:txBody>
          <a:bodyPr wrap="square">
            <a:spAutoFit/>
          </a:bodyPr>
          <a:lstStyle/>
          <a:p>
            <a:r>
              <a:rPr lang="en-US" sz="1100" b="0" i="0">
                <a:effectLst/>
                <a:latin typeface="Segoe UI" panose="020B0502040204020203" pitchFamily="34" charset="0"/>
              </a:rPr>
              <a:t>If you are interested in diving deeper into the create features, follow this </a:t>
            </a:r>
            <a:r>
              <a:rPr lang="en-US" sz="1100" b="0" i="0">
                <a:effectLst/>
                <a:latin typeface="Segoe UI" panose="020B0502040204020203" pitchFamily="34" charset="0"/>
                <a:hlinkClick r:id="rId4"/>
              </a:rPr>
              <a:t>external link</a:t>
            </a:r>
            <a:r>
              <a:rPr lang="en-US" sz="1100" b="0" i="0">
                <a:effectLst/>
                <a:latin typeface="Segoe UI" panose="020B0502040204020203" pitchFamily="34" charset="0"/>
              </a:rPr>
              <a:t>.</a:t>
            </a:r>
            <a:endParaRPr lang="de-DE" sz="1100"/>
          </a:p>
        </p:txBody>
      </p:sp>
      <p:sp>
        <p:nvSpPr>
          <p:cNvPr id="12" name="Textfeld 11">
            <a:extLst>
              <a:ext uri="{FF2B5EF4-FFF2-40B4-BE49-F238E27FC236}">
                <a16:creationId xmlns:a16="http://schemas.microsoft.com/office/drawing/2014/main" id="{65161BA9-0BF0-0A21-1009-70E19DEF637F}"/>
              </a:ext>
            </a:extLst>
          </p:cNvPr>
          <p:cNvSpPr txBox="1"/>
          <p:nvPr/>
        </p:nvSpPr>
        <p:spPr>
          <a:xfrm>
            <a:off x="5241349" y="1413063"/>
            <a:ext cx="6441305" cy="3785652"/>
          </a:xfrm>
          <a:prstGeom prst="rect">
            <a:avLst/>
          </a:prstGeom>
          <a:noFill/>
        </p:spPr>
        <p:txBody>
          <a:bodyPr wrap="square">
            <a:spAutoFit/>
          </a:bodyPr>
          <a:lstStyle/>
          <a:p>
            <a:r>
              <a:rPr lang="en-US" sz="1600">
                <a:latin typeface="Segoe UI" panose="020B0502040204020203" pitchFamily="34" charset="0"/>
              </a:rPr>
              <a:t>Documents are nice – but people tend to read through them. Based on our previous example we want to create an infographic showing the overall plan and steps. Let’s try this out</a:t>
            </a:r>
          </a:p>
          <a:p>
            <a:endParaRPr lang="en-US" sz="1600">
              <a:latin typeface="Segoe UI" panose="020B0502040204020203" pitchFamily="34" charset="0"/>
            </a:endParaRPr>
          </a:p>
          <a:p>
            <a:pPr marL="171450" indent="-171450">
              <a:buFont typeface="Arial" panose="020B0604020202020204" pitchFamily="34" charset="0"/>
              <a:buChar char="•"/>
            </a:pPr>
            <a:r>
              <a:rPr lang="de-DE" sz="1600">
                <a:latin typeface="Segoe UI" panose="020B0502040204020203" pitchFamily="34" charset="0"/>
              </a:rPr>
              <a:t>Generate a </a:t>
            </a:r>
            <a:r>
              <a:rPr lang="de-DE" sz="1600" err="1">
                <a:latin typeface="Segoe UI" panose="020B0502040204020203" pitchFamily="34" charset="0"/>
              </a:rPr>
              <a:t>infrographic</a:t>
            </a:r>
            <a:r>
              <a:rPr lang="de-DE" sz="1600">
                <a:latin typeface="Segoe UI" panose="020B0502040204020203" pitchFamily="34" charset="0"/>
              </a:rPr>
              <a:t> </a:t>
            </a:r>
            <a:r>
              <a:rPr lang="de-DE" sz="1600" err="1">
                <a:latin typeface="Segoe UI" panose="020B0502040204020203" pitchFamily="34" charset="0"/>
              </a:rPr>
              <a:t>based</a:t>
            </a:r>
            <a:r>
              <a:rPr lang="de-DE" sz="1600">
                <a:latin typeface="Segoe UI" panose="020B0502040204020203" pitchFamily="34" charset="0"/>
              </a:rPr>
              <a:t> on </a:t>
            </a:r>
            <a:r>
              <a:rPr lang="de-DE" sz="1600" err="1">
                <a:latin typeface="Segoe UI" panose="020B0502040204020203" pitchFamily="34" charset="0"/>
              </a:rPr>
              <a:t>the</a:t>
            </a:r>
            <a:r>
              <a:rPr lang="de-DE" sz="1600">
                <a:latin typeface="Segoe UI" panose="020B0502040204020203" pitchFamily="34" charset="0"/>
              </a:rPr>
              <a:t> </a:t>
            </a:r>
            <a:r>
              <a:rPr lang="de-DE" sz="1600" err="1">
                <a:latin typeface="Segoe UI" panose="020B0502040204020203" pitchFamily="34" charset="0"/>
              </a:rPr>
              <a:t>exec</a:t>
            </a:r>
            <a:r>
              <a:rPr lang="de-DE" sz="1600">
                <a:latin typeface="Segoe UI" panose="020B0502040204020203" pitchFamily="34" charset="0"/>
              </a:rPr>
              <a:t> </a:t>
            </a:r>
            <a:r>
              <a:rPr lang="de-DE" sz="1600" err="1">
                <a:latin typeface="Segoe UI" panose="020B0502040204020203" pitchFamily="34" charset="0"/>
              </a:rPr>
              <a:t>summary</a:t>
            </a:r>
            <a:endParaRPr lang="de-DE" sz="1600">
              <a:latin typeface="Segoe UI" panose="020B0502040204020203" pitchFamily="34" charset="0"/>
            </a:endParaRPr>
          </a:p>
          <a:p>
            <a:pPr marL="171450" indent="-171450">
              <a:buFont typeface="Arial" panose="020B0604020202020204" pitchFamily="34" charset="0"/>
              <a:buChar char="•"/>
            </a:pPr>
            <a:endParaRPr lang="de-DE" sz="1600">
              <a:latin typeface="Segoe UI" panose="020B0502040204020203" pitchFamily="34" charset="0"/>
            </a:endParaRPr>
          </a:p>
          <a:p>
            <a:pPr marL="171450" indent="-171450">
              <a:buFont typeface="Arial" panose="020B0604020202020204" pitchFamily="34" charset="0"/>
              <a:buChar char="•"/>
            </a:pPr>
            <a:r>
              <a:rPr lang="de-DE" sz="1600" err="1">
                <a:latin typeface="Segoe UI" panose="020B0502040204020203" pitchFamily="34" charset="0"/>
              </a:rPr>
              <a:t>It</a:t>
            </a:r>
            <a:r>
              <a:rPr lang="de-DE" sz="1600">
                <a:latin typeface="Segoe UI" panose="020B0502040204020203" pitchFamily="34" charset="0"/>
              </a:rPr>
              <a:t> </a:t>
            </a:r>
            <a:r>
              <a:rPr lang="de-DE" sz="1600" err="1">
                <a:latin typeface="Segoe UI" panose="020B0502040204020203" pitchFamily="34" charset="0"/>
              </a:rPr>
              <a:t>should</a:t>
            </a:r>
            <a:r>
              <a:rPr lang="de-DE" sz="1600">
                <a:latin typeface="Segoe UI" panose="020B0502040204020203" pitchFamily="34" charset="0"/>
              </a:rPr>
              <a:t> </a:t>
            </a:r>
            <a:r>
              <a:rPr lang="de-DE" sz="1600" err="1">
                <a:latin typeface="Segoe UI" panose="020B0502040204020203" pitchFamily="34" charset="0"/>
              </a:rPr>
              <a:t>contain</a:t>
            </a:r>
            <a:r>
              <a:rPr lang="de-DE" sz="1600">
                <a:latin typeface="Segoe UI" panose="020B0502040204020203" pitchFamily="34" charset="0"/>
              </a:rPr>
              <a:t> </a:t>
            </a:r>
            <a:r>
              <a:rPr lang="de-DE" sz="1600" err="1">
                <a:latin typeface="Segoe UI" panose="020B0502040204020203" pitchFamily="34" charset="0"/>
              </a:rPr>
              <a:t>the</a:t>
            </a:r>
            <a:r>
              <a:rPr lang="de-DE" sz="1600">
                <a:latin typeface="Segoe UI" panose="020B0502040204020203" pitchFamily="34" charset="0"/>
              </a:rPr>
              <a:t> </a:t>
            </a:r>
            <a:r>
              <a:rPr lang="de-DE" sz="1600" err="1">
                <a:latin typeface="Segoe UI" panose="020B0502040204020203" pitchFamily="34" charset="0"/>
              </a:rPr>
              <a:t>most</a:t>
            </a:r>
            <a:r>
              <a:rPr lang="de-DE" sz="1600">
                <a:latin typeface="Segoe UI" panose="020B0502040204020203" pitchFamily="34" charset="0"/>
              </a:rPr>
              <a:t> </a:t>
            </a:r>
            <a:r>
              <a:rPr lang="de-DE" sz="1600" err="1">
                <a:latin typeface="Segoe UI" panose="020B0502040204020203" pitchFamily="34" charset="0"/>
              </a:rPr>
              <a:t>important</a:t>
            </a:r>
            <a:r>
              <a:rPr lang="de-DE" sz="1600">
                <a:latin typeface="Segoe UI" panose="020B0502040204020203" pitchFamily="34" charset="0"/>
              </a:rPr>
              <a:t> </a:t>
            </a:r>
            <a:r>
              <a:rPr lang="de-DE" sz="1600" err="1">
                <a:latin typeface="Segoe UI" panose="020B0502040204020203" pitchFamily="34" charset="0"/>
              </a:rPr>
              <a:t>milestones</a:t>
            </a:r>
            <a:endParaRPr lang="de-DE" sz="1600">
              <a:latin typeface="Segoe UI" panose="020B0502040204020203" pitchFamily="34" charset="0"/>
            </a:endParaRPr>
          </a:p>
          <a:p>
            <a:pPr marL="171450" indent="-171450">
              <a:buFont typeface="Arial" panose="020B0604020202020204" pitchFamily="34" charset="0"/>
              <a:buChar char="•"/>
            </a:pPr>
            <a:endParaRPr lang="de-DE" sz="1600">
              <a:latin typeface="Segoe UI" panose="020B0502040204020203" pitchFamily="34" charset="0"/>
            </a:endParaRPr>
          </a:p>
          <a:p>
            <a:pPr marL="171450" indent="-171450">
              <a:buFont typeface="Arial" panose="020B0604020202020204" pitchFamily="34" charset="0"/>
              <a:buChar char="•"/>
            </a:pPr>
            <a:r>
              <a:rPr lang="de-DE" sz="1600">
                <a:latin typeface="Segoe UI" panose="020B0502040204020203" pitchFamily="34" charset="0"/>
              </a:rPr>
              <a:t>Also </a:t>
            </a:r>
            <a:r>
              <a:rPr lang="de-DE" sz="1600" err="1">
                <a:latin typeface="Segoe UI" panose="020B0502040204020203" pitchFamily="34" charset="0"/>
              </a:rPr>
              <a:t>the</a:t>
            </a:r>
            <a:r>
              <a:rPr lang="de-DE" sz="1600">
                <a:latin typeface="Segoe UI" panose="020B0502040204020203" pitchFamily="34" charset="0"/>
              </a:rPr>
              <a:t> </a:t>
            </a:r>
            <a:r>
              <a:rPr lang="de-DE" sz="1600" err="1">
                <a:latin typeface="Segoe UI" panose="020B0502040204020203" pitchFamily="34" charset="0"/>
              </a:rPr>
              <a:t>timeline</a:t>
            </a:r>
            <a:r>
              <a:rPr lang="de-DE" sz="1600">
                <a:latin typeface="Segoe UI" panose="020B0502040204020203" pitchFamily="34" charset="0"/>
              </a:rPr>
              <a:t> </a:t>
            </a:r>
            <a:r>
              <a:rPr lang="de-DE" sz="1600" err="1">
                <a:latin typeface="Segoe UI" panose="020B0502040204020203" pitchFamily="34" charset="0"/>
              </a:rPr>
              <a:t>should</a:t>
            </a:r>
            <a:r>
              <a:rPr lang="de-DE" sz="1600">
                <a:latin typeface="Segoe UI" panose="020B0502040204020203" pitchFamily="34" charset="0"/>
              </a:rPr>
              <a:t> </a:t>
            </a:r>
            <a:r>
              <a:rPr lang="de-DE" sz="1600" err="1">
                <a:latin typeface="Segoe UI" panose="020B0502040204020203" pitchFamily="34" charset="0"/>
              </a:rPr>
              <a:t>be</a:t>
            </a:r>
            <a:r>
              <a:rPr lang="de-DE" sz="1600">
                <a:latin typeface="Segoe UI" panose="020B0502040204020203" pitchFamily="34" charset="0"/>
              </a:rPr>
              <a:t> </a:t>
            </a:r>
            <a:r>
              <a:rPr lang="de-DE" sz="1600" err="1">
                <a:latin typeface="Segoe UI" panose="020B0502040204020203" pitchFamily="34" charset="0"/>
              </a:rPr>
              <a:t>included</a:t>
            </a:r>
            <a:endParaRPr lang="de-DE" sz="1600">
              <a:latin typeface="Segoe UI" panose="020B0502040204020203" pitchFamily="34" charset="0"/>
            </a:endParaRPr>
          </a:p>
          <a:p>
            <a:pPr marL="171450" indent="-171450">
              <a:buFont typeface="Arial" panose="020B0604020202020204" pitchFamily="34" charset="0"/>
              <a:buChar char="•"/>
            </a:pPr>
            <a:endParaRPr lang="de-DE" sz="1600">
              <a:latin typeface="Segoe UI" panose="020B0502040204020203" pitchFamily="34" charset="0"/>
            </a:endParaRPr>
          </a:p>
          <a:p>
            <a:pPr marL="171450" indent="-171450">
              <a:buFont typeface="Arial" panose="020B0604020202020204" pitchFamily="34" charset="0"/>
              <a:buChar char="•"/>
            </a:pPr>
            <a:r>
              <a:rPr lang="de-DE" sz="1600">
                <a:latin typeface="Segoe UI" panose="020B0502040204020203" pitchFamily="34" charset="0"/>
              </a:rPr>
              <a:t>Find a </a:t>
            </a:r>
            <a:r>
              <a:rPr lang="de-DE" sz="1600" err="1">
                <a:latin typeface="Segoe UI" panose="020B0502040204020203" pitchFamily="34" charset="0"/>
              </a:rPr>
              <a:t>background</a:t>
            </a:r>
            <a:r>
              <a:rPr lang="de-DE" sz="1600">
                <a:latin typeface="Segoe UI" panose="020B0502040204020203" pitchFamily="34" charset="0"/>
              </a:rPr>
              <a:t> </a:t>
            </a:r>
            <a:r>
              <a:rPr lang="de-DE" sz="1600" err="1">
                <a:latin typeface="Segoe UI" panose="020B0502040204020203" pitchFamily="34" charset="0"/>
              </a:rPr>
              <a:t>that</a:t>
            </a:r>
            <a:r>
              <a:rPr lang="de-DE" sz="1600">
                <a:latin typeface="Segoe UI" panose="020B0502040204020203" pitchFamily="34" charset="0"/>
              </a:rPr>
              <a:t> </a:t>
            </a:r>
            <a:r>
              <a:rPr lang="de-DE" sz="1600" err="1">
                <a:latin typeface="Segoe UI" panose="020B0502040204020203" pitchFamily="34" charset="0"/>
              </a:rPr>
              <a:t>fit‘s</a:t>
            </a:r>
            <a:r>
              <a:rPr lang="de-DE" sz="1600">
                <a:latin typeface="Segoe UI" panose="020B0502040204020203" pitchFamily="34" charset="0"/>
              </a:rPr>
              <a:t> </a:t>
            </a:r>
            <a:r>
              <a:rPr lang="de-DE" sz="1600" err="1">
                <a:latin typeface="Segoe UI" panose="020B0502040204020203" pitchFamily="34" charset="0"/>
              </a:rPr>
              <a:t>the</a:t>
            </a:r>
            <a:r>
              <a:rPr lang="de-DE" sz="1600">
                <a:latin typeface="Segoe UI" panose="020B0502040204020203" pitchFamily="34" charset="0"/>
              </a:rPr>
              <a:t> </a:t>
            </a:r>
            <a:r>
              <a:rPr lang="de-DE" sz="1600" err="1">
                <a:latin typeface="Segoe UI" panose="020B0502040204020203" pitchFamily="34" charset="0"/>
              </a:rPr>
              <a:t>overall</a:t>
            </a:r>
            <a:r>
              <a:rPr lang="de-DE" sz="1600">
                <a:latin typeface="Segoe UI" panose="020B0502040204020203" pitchFamily="34" charset="0"/>
              </a:rPr>
              <a:t> </a:t>
            </a:r>
            <a:r>
              <a:rPr lang="de-DE" sz="1600" err="1">
                <a:latin typeface="Segoe UI" panose="020B0502040204020203" pitchFamily="34" charset="0"/>
              </a:rPr>
              <a:t>topic</a:t>
            </a:r>
            <a:r>
              <a:rPr lang="de-DE" sz="1600">
                <a:latin typeface="Segoe UI" panose="020B0502040204020203" pitchFamily="34" charset="0"/>
              </a:rPr>
              <a:t> to </a:t>
            </a:r>
            <a:r>
              <a:rPr lang="de-DE" sz="1600" err="1">
                <a:latin typeface="Segoe UI" panose="020B0502040204020203" pitchFamily="34" charset="0"/>
              </a:rPr>
              <a:t>illustrate</a:t>
            </a:r>
            <a:r>
              <a:rPr lang="de-DE" sz="1600">
                <a:latin typeface="Segoe UI" panose="020B0502040204020203" pitchFamily="34" charset="0"/>
              </a:rPr>
              <a:t> </a:t>
            </a:r>
            <a:r>
              <a:rPr lang="de-DE" sz="1600" err="1">
                <a:latin typeface="Segoe UI" panose="020B0502040204020203" pitchFamily="34" charset="0"/>
              </a:rPr>
              <a:t>the</a:t>
            </a:r>
            <a:r>
              <a:rPr lang="de-DE" sz="1600">
                <a:latin typeface="Segoe UI" panose="020B0502040204020203" pitchFamily="34" charset="0"/>
              </a:rPr>
              <a:t> </a:t>
            </a:r>
            <a:r>
              <a:rPr lang="de-DE" sz="1600" err="1">
                <a:latin typeface="Segoe UI" panose="020B0502040204020203" pitchFamily="34" charset="0"/>
              </a:rPr>
              <a:t>approach</a:t>
            </a:r>
            <a:endParaRPr lang="de-DE" sz="1600">
              <a:latin typeface="Segoe UI" panose="020B0502040204020203" pitchFamily="34" charset="0"/>
            </a:endParaRPr>
          </a:p>
          <a:p>
            <a:pPr marL="171450" indent="-171450">
              <a:buFont typeface="Arial" panose="020B0604020202020204" pitchFamily="34" charset="0"/>
              <a:buChar char="•"/>
            </a:pPr>
            <a:endParaRPr lang="de-DE" sz="1600">
              <a:latin typeface="Segoe UI" panose="020B0502040204020203" pitchFamily="34" charset="0"/>
            </a:endParaRPr>
          </a:p>
          <a:p>
            <a:pPr marL="171450" indent="-171450">
              <a:buFont typeface="Arial" panose="020B0604020202020204" pitchFamily="34" charset="0"/>
              <a:buChar char="•"/>
            </a:pPr>
            <a:r>
              <a:rPr lang="de-DE" sz="1600" err="1">
                <a:latin typeface="Segoe UI" panose="020B0502040204020203" pitchFamily="34" charset="0"/>
              </a:rPr>
              <a:t>Does</a:t>
            </a:r>
            <a:r>
              <a:rPr lang="de-DE" sz="1600">
                <a:latin typeface="Segoe UI" panose="020B0502040204020203" pitchFamily="34" charset="0"/>
              </a:rPr>
              <a:t> </a:t>
            </a:r>
            <a:r>
              <a:rPr lang="de-DE" sz="1600" err="1">
                <a:latin typeface="Segoe UI" panose="020B0502040204020203" pitchFamily="34" charset="0"/>
              </a:rPr>
              <a:t>the</a:t>
            </a:r>
            <a:r>
              <a:rPr lang="de-DE" sz="1600">
                <a:latin typeface="Segoe UI" panose="020B0502040204020203" pitchFamily="34" charset="0"/>
              </a:rPr>
              <a:t> </a:t>
            </a:r>
            <a:r>
              <a:rPr lang="de-DE" sz="1600" err="1">
                <a:latin typeface="Segoe UI" panose="020B0502040204020203" pitchFamily="34" charset="0"/>
              </a:rPr>
              <a:t>result</a:t>
            </a:r>
            <a:r>
              <a:rPr lang="de-DE" sz="1600">
                <a:latin typeface="Segoe UI" panose="020B0502040204020203" pitchFamily="34" charset="0"/>
              </a:rPr>
              <a:t> fit </a:t>
            </a:r>
            <a:r>
              <a:rPr lang="de-DE" sz="1600" err="1">
                <a:latin typeface="Segoe UI" panose="020B0502040204020203" pitchFamily="34" charset="0"/>
              </a:rPr>
              <a:t>your</a:t>
            </a:r>
            <a:r>
              <a:rPr lang="de-DE" sz="1600">
                <a:latin typeface="Segoe UI" panose="020B0502040204020203" pitchFamily="34" charset="0"/>
              </a:rPr>
              <a:t> </a:t>
            </a:r>
            <a:r>
              <a:rPr lang="de-DE" sz="1600" err="1">
                <a:latin typeface="Segoe UI" panose="020B0502040204020203" pitchFamily="34" charset="0"/>
              </a:rPr>
              <a:t>expectations</a:t>
            </a:r>
            <a:r>
              <a:rPr lang="de-DE" sz="1600">
                <a:latin typeface="Segoe UI" panose="020B0502040204020203" pitchFamily="34" charset="0"/>
              </a:rPr>
              <a:t>? </a:t>
            </a:r>
            <a:r>
              <a:rPr lang="de-DE" sz="1600" err="1">
                <a:latin typeface="Segoe UI" panose="020B0502040204020203" pitchFamily="34" charset="0"/>
              </a:rPr>
              <a:t>If</a:t>
            </a:r>
            <a:r>
              <a:rPr lang="de-DE" sz="1600">
                <a:latin typeface="Segoe UI" panose="020B0502040204020203" pitchFamily="34" charset="0"/>
              </a:rPr>
              <a:t> not, </a:t>
            </a:r>
            <a:r>
              <a:rPr lang="de-DE" sz="1600" err="1">
                <a:latin typeface="Segoe UI" panose="020B0502040204020203" pitchFamily="34" charset="0"/>
              </a:rPr>
              <a:t>give</a:t>
            </a:r>
            <a:r>
              <a:rPr lang="de-DE" sz="1600">
                <a:latin typeface="Segoe UI" panose="020B0502040204020203" pitchFamily="34" charset="0"/>
              </a:rPr>
              <a:t> </a:t>
            </a:r>
            <a:r>
              <a:rPr lang="de-DE" sz="1600" err="1">
                <a:latin typeface="Segoe UI" panose="020B0502040204020203" pitchFamily="34" charset="0"/>
              </a:rPr>
              <a:t>it</a:t>
            </a:r>
            <a:r>
              <a:rPr lang="de-DE" sz="1600">
                <a:latin typeface="Segoe UI" panose="020B0502040204020203" pitchFamily="34" charset="0"/>
              </a:rPr>
              <a:t> </a:t>
            </a:r>
            <a:r>
              <a:rPr lang="de-DE" sz="1600" err="1">
                <a:latin typeface="Segoe UI" panose="020B0502040204020203" pitchFamily="34" charset="0"/>
              </a:rPr>
              <a:t>another</a:t>
            </a:r>
            <a:r>
              <a:rPr lang="de-DE" sz="1600">
                <a:latin typeface="Segoe UI" panose="020B0502040204020203" pitchFamily="34" charset="0"/>
              </a:rPr>
              <a:t> turn and Copilot Chat will </a:t>
            </a:r>
            <a:r>
              <a:rPr lang="de-DE" sz="1600" err="1">
                <a:latin typeface="Segoe UI" panose="020B0502040204020203" pitchFamily="34" charset="0"/>
              </a:rPr>
              <a:t>adapt</a:t>
            </a:r>
            <a:r>
              <a:rPr lang="de-DE" sz="1600">
                <a:latin typeface="Segoe UI" panose="020B0502040204020203" pitchFamily="34" charset="0"/>
              </a:rPr>
              <a:t> </a:t>
            </a:r>
            <a:r>
              <a:rPr lang="de-DE" sz="1600" err="1">
                <a:latin typeface="Segoe UI" panose="020B0502040204020203" pitchFamily="34" charset="0"/>
              </a:rPr>
              <a:t>accordingly</a:t>
            </a:r>
            <a:endParaRPr lang="de-DE" sz="1600"/>
          </a:p>
        </p:txBody>
      </p:sp>
      <p:pic>
        <p:nvPicPr>
          <p:cNvPr id="4" name="Grafik 3" descr="Ein Bild, das Text, Screenshot, Software, Betriebssystem enthält.&#10;&#10;KI-generierte Inhalte können fehlerhaft sein.">
            <a:extLst>
              <a:ext uri="{FF2B5EF4-FFF2-40B4-BE49-F238E27FC236}">
                <a16:creationId xmlns:a16="http://schemas.microsoft.com/office/drawing/2014/main" id="{13185ED3-450B-3435-F57C-AD3EB77BADB8}"/>
              </a:ext>
            </a:extLst>
          </p:cNvPr>
          <p:cNvPicPr>
            <a:picLocks noChangeAspect="1"/>
          </p:cNvPicPr>
          <p:nvPr/>
        </p:nvPicPr>
        <p:blipFill>
          <a:blip r:embed="rId5"/>
          <a:stretch>
            <a:fillRect/>
          </a:stretch>
        </p:blipFill>
        <p:spPr>
          <a:xfrm>
            <a:off x="590718" y="335996"/>
            <a:ext cx="2939573" cy="2309266"/>
          </a:xfrm>
          <a:prstGeom prst="rect">
            <a:avLst/>
          </a:prstGeom>
          <a:ln>
            <a:noFill/>
          </a:ln>
          <a:effectLst>
            <a:outerShdw blurRad="292100" dist="139700" dir="2700000" algn="tl" rotWithShape="0">
              <a:srgbClr val="333333">
                <a:alpha val="65000"/>
              </a:srgbClr>
            </a:outerShdw>
          </a:effectLst>
        </p:spPr>
      </p:pic>
      <p:pic>
        <p:nvPicPr>
          <p:cNvPr id="6" name="Grafik 5" descr="Ein Bild, das Text, Screenshot, Schrift enthält.&#10;&#10;KI-generierte Inhalte können fehlerhaft sein.">
            <a:extLst>
              <a:ext uri="{FF2B5EF4-FFF2-40B4-BE49-F238E27FC236}">
                <a16:creationId xmlns:a16="http://schemas.microsoft.com/office/drawing/2014/main" id="{A70E5EF5-8A52-88FC-1C04-3EF49121075A}"/>
              </a:ext>
            </a:extLst>
          </p:cNvPr>
          <p:cNvPicPr>
            <a:picLocks noChangeAspect="1"/>
          </p:cNvPicPr>
          <p:nvPr/>
        </p:nvPicPr>
        <p:blipFill>
          <a:blip r:embed="rId6"/>
          <a:stretch>
            <a:fillRect/>
          </a:stretch>
        </p:blipFill>
        <p:spPr>
          <a:xfrm>
            <a:off x="590718" y="2739022"/>
            <a:ext cx="2939573" cy="2605327"/>
          </a:xfrm>
          <a:prstGeom prst="rect">
            <a:avLst/>
          </a:prstGeom>
          <a:ln>
            <a:noFill/>
          </a:ln>
          <a:effectLst>
            <a:outerShdw blurRad="292100" dist="139700" dir="2700000" algn="tl" rotWithShape="0">
              <a:srgbClr val="333333">
                <a:alpha val="65000"/>
              </a:srgbClr>
            </a:outerShdw>
          </a:effectLst>
        </p:spPr>
      </p:pic>
      <p:pic>
        <p:nvPicPr>
          <p:cNvPr id="8" name="Grafik 7" descr="Ein Bild, das Text, Screenshot, Fahrrad, Schrift enthält.&#10;&#10;KI-generierte Inhalte können fehlerhaft sein.">
            <a:extLst>
              <a:ext uri="{FF2B5EF4-FFF2-40B4-BE49-F238E27FC236}">
                <a16:creationId xmlns:a16="http://schemas.microsoft.com/office/drawing/2014/main" id="{95F2F93B-8751-8395-39B2-4389278A7D6D}"/>
              </a:ext>
            </a:extLst>
          </p:cNvPr>
          <p:cNvPicPr>
            <a:picLocks noChangeAspect="1"/>
          </p:cNvPicPr>
          <p:nvPr/>
        </p:nvPicPr>
        <p:blipFill>
          <a:blip r:embed="rId7"/>
          <a:stretch>
            <a:fillRect/>
          </a:stretch>
        </p:blipFill>
        <p:spPr>
          <a:xfrm>
            <a:off x="2504526" y="3066881"/>
            <a:ext cx="2051529" cy="3580726"/>
          </a:xfrm>
          <a:prstGeom prst="rect">
            <a:avLst/>
          </a:prstGeom>
          <a:ln>
            <a:noFill/>
          </a:ln>
          <a:effectLst>
            <a:outerShdw blurRad="292100" dist="139700" dir="2700000" algn="tl" rotWithShape="0">
              <a:srgbClr val="333333">
                <a:alpha val="65000"/>
              </a:srgbClr>
            </a:outerShdw>
          </a:effectLst>
        </p:spPr>
      </p:pic>
    </p:spTree>
    <p:custDataLst>
      <p:tags r:id="rId1"/>
    </p:custDataLst>
    <p:extLst>
      <p:ext uri="{BB962C8B-B14F-4D97-AF65-F5344CB8AC3E}">
        <p14:creationId xmlns:p14="http://schemas.microsoft.com/office/powerpoint/2010/main" val="8693591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212B2-4499-5F6B-AB06-F2DD31FFEA8A}"/>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904291C2-718C-47C7-4671-3839A5683E72}"/>
              </a:ext>
            </a:extLst>
          </p:cNvPr>
          <p:cNvSpPr>
            <a:spLocks noGrp="1"/>
          </p:cNvSpPr>
          <p:nvPr>
            <p:ph type="title"/>
          </p:nvPr>
        </p:nvSpPr>
        <p:spPr>
          <a:xfrm>
            <a:off x="5382483" y="322912"/>
            <a:ext cx="5431971" cy="846301"/>
          </a:xfrm>
        </p:spPr>
        <p:txBody>
          <a:bodyPr>
            <a:normAutofit/>
          </a:bodyPr>
          <a:lstStyle/>
          <a:p>
            <a:r>
              <a:rPr lang="de-DE" err="1"/>
              <a:t>Visualize</a:t>
            </a:r>
            <a:r>
              <a:rPr lang="de-DE"/>
              <a:t> Data</a:t>
            </a:r>
          </a:p>
        </p:txBody>
      </p:sp>
      <p:sp>
        <p:nvSpPr>
          <p:cNvPr id="12" name="Textfeld 11">
            <a:extLst>
              <a:ext uri="{FF2B5EF4-FFF2-40B4-BE49-F238E27FC236}">
                <a16:creationId xmlns:a16="http://schemas.microsoft.com/office/drawing/2014/main" id="{75299B0C-AD14-E97F-A363-19C94B442B24}"/>
              </a:ext>
            </a:extLst>
          </p:cNvPr>
          <p:cNvSpPr txBox="1"/>
          <p:nvPr/>
        </p:nvSpPr>
        <p:spPr>
          <a:xfrm>
            <a:off x="5241349" y="1413063"/>
            <a:ext cx="6441305" cy="3785652"/>
          </a:xfrm>
          <a:prstGeom prst="rect">
            <a:avLst/>
          </a:prstGeom>
          <a:noFill/>
        </p:spPr>
        <p:txBody>
          <a:bodyPr wrap="square">
            <a:spAutoFit/>
          </a:bodyPr>
          <a:lstStyle/>
          <a:p>
            <a:r>
              <a:rPr lang="en-US" sz="1600">
                <a:latin typeface="Segoe UI" panose="020B0502040204020203" pitchFamily="34" charset="0"/>
              </a:rPr>
              <a:t>Now, only one more thing to do. The Marketing plan has been set up and we see gaining traction on it. But our tables are a mess!</a:t>
            </a:r>
          </a:p>
          <a:p>
            <a:endParaRPr lang="en-US" sz="1600">
              <a:latin typeface="Segoe UI" panose="020B0502040204020203" pitchFamily="34" charset="0"/>
            </a:endParaRPr>
          </a:p>
          <a:p>
            <a:pPr marL="171450" indent="-171450">
              <a:buFont typeface="Arial" panose="020B0604020202020204" pitchFamily="34" charset="0"/>
              <a:buChar char="•"/>
            </a:pPr>
            <a:r>
              <a:rPr lang="de-DE" sz="1600">
                <a:latin typeface="Segoe UI" panose="020B0502040204020203" pitchFamily="34" charset="0"/>
              </a:rPr>
              <a:t>Upload </a:t>
            </a:r>
            <a:r>
              <a:rPr lang="de-DE" sz="1600" err="1">
                <a:latin typeface="Segoe UI" panose="020B0502040204020203" pitchFamily="34" charset="0"/>
              </a:rPr>
              <a:t>another</a:t>
            </a:r>
            <a:r>
              <a:rPr lang="de-DE" sz="1600">
                <a:latin typeface="Segoe UI" panose="020B0502040204020203" pitchFamily="34" charset="0"/>
              </a:rPr>
              <a:t> </a:t>
            </a:r>
            <a:r>
              <a:rPr lang="de-DE" sz="1600" err="1">
                <a:latin typeface="Segoe UI" panose="020B0502040204020203" pitchFamily="34" charset="0"/>
              </a:rPr>
              <a:t>document</a:t>
            </a:r>
            <a:r>
              <a:rPr lang="de-DE" sz="1600">
                <a:latin typeface="Segoe UI" panose="020B0502040204020203" pitchFamily="34" charset="0"/>
              </a:rPr>
              <a:t>, </a:t>
            </a:r>
            <a:r>
              <a:rPr lang="de-DE" sz="1600" err="1">
                <a:latin typeface="Segoe UI" panose="020B0502040204020203" pitchFamily="34" charset="0"/>
              </a:rPr>
              <a:t>maybe</a:t>
            </a:r>
            <a:r>
              <a:rPr lang="de-DE" sz="1600">
                <a:latin typeface="Segoe UI" panose="020B0502040204020203" pitchFamily="34" charset="0"/>
              </a:rPr>
              <a:t> an </a:t>
            </a:r>
            <a:r>
              <a:rPr lang="de-DE" sz="1600" err="1">
                <a:latin typeface="Segoe UI" panose="020B0502040204020203" pitchFamily="34" charset="0"/>
              </a:rPr>
              <a:t>excel</a:t>
            </a:r>
            <a:endParaRPr lang="de-DE" sz="1600">
              <a:latin typeface="Segoe UI" panose="020B0502040204020203" pitchFamily="34" charset="0"/>
            </a:endParaRPr>
          </a:p>
          <a:p>
            <a:pPr marL="171450" indent="-171450">
              <a:buFont typeface="Arial" panose="020B0604020202020204" pitchFamily="34" charset="0"/>
              <a:buChar char="•"/>
            </a:pPr>
            <a:endParaRPr lang="de-DE" sz="1600">
              <a:latin typeface="Segoe UI" panose="020B0502040204020203" pitchFamily="34" charset="0"/>
            </a:endParaRPr>
          </a:p>
          <a:p>
            <a:pPr marL="171450" indent="-171450">
              <a:buFont typeface="Arial" panose="020B0604020202020204" pitchFamily="34" charset="0"/>
              <a:buChar char="•"/>
            </a:pPr>
            <a:r>
              <a:rPr lang="de-DE" sz="1600" err="1">
                <a:latin typeface="Segoe UI" panose="020B0502040204020203" pitchFamily="34" charset="0"/>
              </a:rPr>
              <a:t>It</a:t>
            </a:r>
            <a:r>
              <a:rPr lang="de-DE" sz="1600">
                <a:latin typeface="Segoe UI" panose="020B0502040204020203" pitchFamily="34" charset="0"/>
              </a:rPr>
              <a:t> </a:t>
            </a:r>
            <a:r>
              <a:rPr lang="de-DE" sz="1600" err="1">
                <a:latin typeface="Segoe UI" panose="020B0502040204020203" pitchFamily="34" charset="0"/>
              </a:rPr>
              <a:t>should</a:t>
            </a:r>
            <a:r>
              <a:rPr lang="de-DE" sz="1600">
                <a:latin typeface="Segoe UI" panose="020B0502040204020203" pitchFamily="34" charset="0"/>
              </a:rPr>
              <a:t> </a:t>
            </a:r>
            <a:r>
              <a:rPr lang="de-DE" sz="1600" err="1">
                <a:latin typeface="Segoe UI" panose="020B0502040204020203" pitchFamily="34" charset="0"/>
              </a:rPr>
              <a:t>contain</a:t>
            </a:r>
            <a:r>
              <a:rPr lang="de-DE" sz="1600">
                <a:latin typeface="Segoe UI" panose="020B0502040204020203" pitchFamily="34" charset="0"/>
              </a:rPr>
              <a:t> </a:t>
            </a:r>
            <a:r>
              <a:rPr lang="de-DE" sz="1600" err="1">
                <a:latin typeface="Segoe UI" panose="020B0502040204020203" pitchFamily="34" charset="0"/>
              </a:rPr>
              <a:t>some</a:t>
            </a:r>
            <a:r>
              <a:rPr lang="de-DE" sz="1600">
                <a:latin typeface="Segoe UI" panose="020B0502040204020203" pitchFamily="34" charset="0"/>
              </a:rPr>
              <a:t> simple sample </a:t>
            </a:r>
            <a:r>
              <a:rPr lang="de-DE" sz="1600" err="1">
                <a:latin typeface="Segoe UI" panose="020B0502040204020203" pitchFamily="34" charset="0"/>
              </a:rPr>
              <a:t>data</a:t>
            </a:r>
            <a:endParaRPr lang="de-DE" sz="1600">
              <a:latin typeface="Segoe UI" panose="020B0502040204020203" pitchFamily="34" charset="0"/>
            </a:endParaRPr>
          </a:p>
          <a:p>
            <a:pPr marL="171450" indent="-171450">
              <a:buFont typeface="Arial" panose="020B0604020202020204" pitchFamily="34" charset="0"/>
              <a:buChar char="•"/>
            </a:pPr>
            <a:endParaRPr lang="de-DE" sz="1600">
              <a:latin typeface="Segoe UI" panose="020B0502040204020203" pitchFamily="34" charset="0"/>
            </a:endParaRPr>
          </a:p>
          <a:p>
            <a:pPr marL="171450" indent="-171450">
              <a:buFont typeface="Arial" panose="020B0604020202020204" pitchFamily="34" charset="0"/>
              <a:buChar char="•"/>
            </a:pPr>
            <a:r>
              <a:rPr lang="de-DE" sz="1600" err="1">
                <a:latin typeface="Segoe UI" panose="020B0502040204020203" pitchFamily="34" charset="0"/>
              </a:rPr>
              <a:t>Let</a:t>
            </a:r>
            <a:r>
              <a:rPr lang="de-DE" sz="1600">
                <a:latin typeface="Segoe UI" panose="020B0502040204020203" pitchFamily="34" charset="0"/>
              </a:rPr>
              <a:t> Copilot Chat </a:t>
            </a:r>
            <a:r>
              <a:rPr lang="de-DE" sz="1600" err="1">
                <a:latin typeface="Segoe UI" panose="020B0502040204020203" pitchFamily="34" charset="0"/>
              </a:rPr>
              <a:t>create</a:t>
            </a:r>
            <a:r>
              <a:rPr lang="de-DE" sz="1600">
                <a:latin typeface="Segoe UI" panose="020B0502040204020203" pitchFamily="34" charset="0"/>
              </a:rPr>
              <a:t> a </a:t>
            </a:r>
            <a:r>
              <a:rPr lang="de-DE" sz="1600" err="1">
                <a:latin typeface="Segoe UI" panose="020B0502040204020203" pitchFamily="34" charset="0"/>
              </a:rPr>
              <a:t>stunning</a:t>
            </a:r>
            <a:r>
              <a:rPr lang="de-DE" sz="1600">
                <a:latin typeface="Segoe UI" panose="020B0502040204020203" pitchFamily="34" charset="0"/>
              </a:rPr>
              <a:t> </a:t>
            </a:r>
            <a:r>
              <a:rPr lang="de-DE" sz="1600" err="1">
                <a:latin typeface="Segoe UI" panose="020B0502040204020203" pitchFamily="34" charset="0"/>
              </a:rPr>
              <a:t>chart</a:t>
            </a:r>
            <a:r>
              <a:rPr lang="de-DE" sz="1600">
                <a:latin typeface="Segoe UI" panose="020B0502040204020203" pitchFamily="34" charset="0"/>
              </a:rPr>
              <a:t> out </a:t>
            </a:r>
            <a:r>
              <a:rPr lang="de-DE" sz="1600" err="1">
                <a:latin typeface="Segoe UI" panose="020B0502040204020203" pitchFamily="34" charset="0"/>
              </a:rPr>
              <a:t>of</a:t>
            </a:r>
            <a:r>
              <a:rPr lang="de-DE" sz="1600">
                <a:latin typeface="Segoe UI" panose="020B0502040204020203" pitchFamily="34" charset="0"/>
              </a:rPr>
              <a:t> </a:t>
            </a:r>
            <a:r>
              <a:rPr lang="de-DE" sz="1600" err="1">
                <a:latin typeface="Segoe UI" panose="020B0502040204020203" pitchFamily="34" charset="0"/>
              </a:rPr>
              <a:t>it</a:t>
            </a:r>
            <a:endParaRPr lang="de-DE" sz="1600">
              <a:latin typeface="Segoe UI" panose="020B0502040204020203" pitchFamily="34" charset="0"/>
            </a:endParaRPr>
          </a:p>
          <a:p>
            <a:pPr marL="171450" indent="-171450">
              <a:buFont typeface="Arial" panose="020B0604020202020204" pitchFamily="34" charset="0"/>
              <a:buChar char="•"/>
            </a:pPr>
            <a:endParaRPr lang="de-DE" sz="1600">
              <a:latin typeface="Segoe UI" panose="020B0502040204020203" pitchFamily="34" charset="0"/>
            </a:endParaRPr>
          </a:p>
          <a:p>
            <a:pPr marL="171450" indent="-171450">
              <a:buFont typeface="Arial" panose="020B0604020202020204" pitchFamily="34" charset="0"/>
              <a:buChar char="•"/>
            </a:pPr>
            <a:r>
              <a:rPr lang="de-DE" sz="1600">
                <a:latin typeface="Segoe UI" panose="020B0502040204020203" pitchFamily="34" charset="0"/>
              </a:rPr>
              <a:t>As </a:t>
            </a:r>
            <a:r>
              <a:rPr lang="de-DE" sz="1600" err="1">
                <a:latin typeface="Segoe UI" panose="020B0502040204020203" pitchFamily="34" charset="0"/>
              </a:rPr>
              <a:t>always</a:t>
            </a:r>
            <a:r>
              <a:rPr lang="de-DE" sz="1600">
                <a:latin typeface="Segoe UI" panose="020B0502040204020203" pitchFamily="34" charset="0"/>
              </a:rPr>
              <a:t>: </a:t>
            </a:r>
            <a:r>
              <a:rPr lang="de-DE" sz="1600" err="1">
                <a:latin typeface="Segoe UI" panose="020B0502040204020203" pitchFamily="34" charset="0"/>
              </a:rPr>
              <a:t>specify</a:t>
            </a:r>
            <a:r>
              <a:rPr lang="de-DE" sz="1600">
                <a:latin typeface="Segoe UI" panose="020B0502040204020203" pitchFamily="34" charset="0"/>
              </a:rPr>
              <a:t> </a:t>
            </a:r>
            <a:r>
              <a:rPr lang="de-DE" sz="1600" err="1">
                <a:latin typeface="Segoe UI" panose="020B0502040204020203" pitchFamily="34" charset="0"/>
              </a:rPr>
              <a:t>what</a:t>
            </a:r>
            <a:r>
              <a:rPr lang="de-DE" sz="1600">
                <a:latin typeface="Segoe UI" panose="020B0502040204020203" pitchFamily="34" charset="0"/>
              </a:rPr>
              <a:t> </a:t>
            </a:r>
            <a:r>
              <a:rPr lang="de-DE" sz="1600" err="1">
                <a:latin typeface="Segoe UI" panose="020B0502040204020203" pitchFamily="34" charset="0"/>
              </a:rPr>
              <a:t>you</a:t>
            </a:r>
            <a:r>
              <a:rPr lang="de-DE" sz="1600">
                <a:latin typeface="Segoe UI" panose="020B0502040204020203" pitchFamily="34" charset="0"/>
              </a:rPr>
              <a:t> </a:t>
            </a:r>
            <a:r>
              <a:rPr lang="de-DE" sz="1600" err="1">
                <a:latin typeface="Segoe UI" panose="020B0502040204020203" pitchFamily="34" charset="0"/>
              </a:rPr>
              <a:t>need</a:t>
            </a:r>
            <a:r>
              <a:rPr lang="de-DE" sz="1600">
                <a:latin typeface="Segoe UI" panose="020B0502040204020203" pitchFamily="34" charset="0"/>
              </a:rPr>
              <a:t> and </a:t>
            </a:r>
            <a:r>
              <a:rPr lang="de-DE" sz="1600" err="1">
                <a:latin typeface="Segoe UI" panose="020B0502040204020203" pitchFamily="34" charset="0"/>
              </a:rPr>
              <a:t>iterate</a:t>
            </a:r>
            <a:r>
              <a:rPr lang="de-DE" sz="1600">
                <a:latin typeface="Segoe UI" panose="020B0502040204020203" pitchFamily="34" charset="0"/>
              </a:rPr>
              <a:t> </a:t>
            </a:r>
            <a:r>
              <a:rPr lang="de-DE" sz="1600" err="1">
                <a:latin typeface="Segoe UI" panose="020B0502040204020203" pitchFamily="34" charset="0"/>
              </a:rPr>
              <a:t>if</a:t>
            </a:r>
            <a:r>
              <a:rPr lang="de-DE" sz="1600">
                <a:latin typeface="Segoe UI" panose="020B0502040204020203" pitchFamily="34" charset="0"/>
              </a:rPr>
              <a:t> </a:t>
            </a:r>
            <a:r>
              <a:rPr lang="de-DE" sz="1600" err="1">
                <a:latin typeface="Segoe UI" panose="020B0502040204020203" pitchFamily="34" charset="0"/>
              </a:rPr>
              <a:t>the</a:t>
            </a:r>
            <a:r>
              <a:rPr lang="de-DE" sz="1600">
                <a:latin typeface="Segoe UI" panose="020B0502040204020203" pitchFamily="34" charset="0"/>
              </a:rPr>
              <a:t> </a:t>
            </a:r>
            <a:r>
              <a:rPr lang="de-DE" sz="1600" err="1">
                <a:latin typeface="Segoe UI" panose="020B0502040204020203" pitchFamily="34" charset="0"/>
              </a:rPr>
              <a:t>result</a:t>
            </a:r>
            <a:r>
              <a:rPr lang="de-DE" sz="1600">
                <a:latin typeface="Segoe UI" panose="020B0502040204020203" pitchFamily="34" charset="0"/>
              </a:rPr>
              <a:t> </a:t>
            </a:r>
            <a:r>
              <a:rPr lang="de-DE" sz="1600" err="1">
                <a:latin typeface="Segoe UI" panose="020B0502040204020203" pitchFamily="34" charset="0"/>
              </a:rPr>
              <a:t>doesn‘t</a:t>
            </a:r>
            <a:r>
              <a:rPr lang="de-DE" sz="1600">
                <a:latin typeface="Segoe UI" panose="020B0502040204020203" pitchFamily="34" charset="0"/>
              </a:rPr>
              <a:t> </a:t>
            </a:r>
            <a:r>
              <a:rPr lang="de-DE" sz="1600" err="1">
                <a:latin typeface="Segoe UI" panose="020B0502040204020203" pitchFamily="34" charset="0"/>
              </a:rPr>
              <a:t>meet</a:t>
            </a:r>
            <a:r>
              <a:rPr lang="de-DE" sz="1600">
                <a:latin typeface="Segoe UI" panose="020B0502040204020203" pitchFamily="34" charset="0"/>
              </a:rPr>
              <a:t> </a:t>
            </a:r>
            <a:r>
              <a:rPr lang="de-DE" sz="1600" err="1">
                <a:latin typeface="Segoe UI" panose="020B0502040204020203" pitchFamily="34" charset="0"/>
              </a:rPr>
              <a:t>your</a:t>
            </a:r>
            <a:r>
              <a:rPr lang="de-DE" sz="1600">
                <a:latin typeface="Segoe UI" panose="020B0502040204020203" pitchFamily="34" charset="0"/>
              </a:rPr>
              <a:t> </a:t>
            </a:r>
            <a:r>
              <a:rPr lang="de-DE" sz="1600" err="1">
                <a:latin typeface="Segoe UI" panose="020B0502040204020203" pitchFamily="34" charset="0"/>
              </a:rPr>
              <a:t>expectations</a:t>
            </a:r>
            <a:endParaRPr lang="de-DE" sz="1600">
              <a:latin typeface="Segoe UI" panose="020B0502040204020203" pitchFamily="34" charset="0"/>
            </a:endParaRPr>
          </a:p>
          <a:p>
            <a:pPr marL="171450" indent="-171450">
              <a:buFont typeface="Arial" panose="020B0604020202020204" pitchFamily="34" charset="0"/>
              <a:buChar char="•"/>
            </a:pPr>
            <a:endParaRPr lang="de-DE" sz="1600">
              <a:latin typeface="Segoe UI" panose="020B0502040204020203" pitchFamily="34" charset="0"/>
            </a:endParaRPr>
          </a:p>
          <a:p>
            <a:endParaRPr lang="de-DE" sz="1600">
              <a:latin typeface="Segoe UI" panose="020B0502040204020203" pitchFamily="34" charset="0"/>
            </a:endParaRPr>
          </a:p>
          <a:p>
            <a:r>
              <a:rPr lang="de-DE" sz="1600">
                <a:latin typeface="Segoe UI" panose="020B0502040204020203" pitchFamily="34" charset="0"/>
              </a:rPr>
              <a:t>How </a:t>
            </a:r>
            <a:r>
              <a:rPr lang="de-DE" sz="1600" err="1">
                <a:latin typeface="Segoe UI" panose="020B0502040204020203" pitchFamily="34" charset="0"/>
              </a:rPr>
              <a:t>did</a:t>
            </a:r>
            <a:r>
              <a:rPr lang="de-DE" sz="1600">
                <a:latin typeface="Segoe UI" panose="020B0502040204020203" pitchFamily="34" charset="0"/>
              </a:rPr>
              <a:t> </a:t>
            </a:r>
            <a:r>
              <a:rPr lang="de-DE" sz="1600" err="1">
                <a:latin typeface="Segoe UI" panose="020B0502040204020203" pitchFamily="34" charset="0"/>
              </a:rPr>
              <a:t>it</a:t>
            </a:r>
            <a:r>
              <a:rPr lang="de-DE" sz="1600">
                <a:latin typeface="Segoe UI" panose="020B0502040204020203" pitchFamily="34" charset="0"/>
              </a:rPr>
              <a:t> </a:t>
            </a:r>
            <a:r>
              <a:rPr lang="de-DE" sz="1600" err="1">
                <a:latin typeface="Segoe UI" panose="020B0502040204020203" pitchFamily="34" charset="0"/>
              </a:rPr>
              <a:t>work</a:t>
            </a:r>
            <a:r>
              <a:rPr lang="de-DE" sz="1600">
                <a:latin typeface="Segoe UI" panose="020B0502040204020203" pitchFamily="34" charset="0"/>
              </a:rPr>
              <a:t> out </a:t>
            </a:r>
            <a:r>
              <a:rPr lang="de-DE" sz="1600" err="1">
                <a:latin typeface="Segoe UI" panose="020B0502040204020203" pitchFamily="34" charset="0"/>
              </a:rPr>
              <a:t>for</a:t>
            </a:r>
            <a:r>
              <a:rPr lang="de-DE" sz="1600">
                <a:latin typeface="Segoe UI" panose="020B0502040204020203" pitchFamily="34" charset="0"/>
              </a:rPr>
              <a:t> </a:t>
            </a:r>
            <a:r>
              <a:rPr lang="de-DE" sz="1600" err="1">
                <a:latin typeface="Segoe UI" panose="020B0502040204020203" pitchFamily="34" charset="0"/>
              </a:rPr>
              <a:t>you</a:t>
            </a:r>
            <a:r>
              <a:rPr lang="de-DE" sz="1600">
                <a:latin typeface="Segoe UI" panose="020B0502040204020203" pitchFamily="34" charset="0"/>
              </a:rPr>
              <a:t>?</a:t>
            </a:r>
            <a:endParaRPr lang="de-DE" sz="1600"/>
          </a:p>
          <a:p>
            <a:pPr marL="171450" indent="-171450">
              <a:buFont typeface="Arial" panose="020B0604020202020204" pitchFamily="34" charset="0"/>
              <a:buChar char="•"/>
            </a:pPr>
            <a:endParaRPr lang="de-DE" sz="1600"/>
          </a:p>
        </p:txBody>
      </p:sp>
      <p:pic>
        <p:nvPicPr>
          <p:cNvPr id="4" name="Grafik 3" descr="Ein Bild, das Text, Screenshot, Schrift enthält.&#10;&#10;KI-generierte Inhalte können fehlerhaft sein.">
            <a:extLst>
              <a:ext uri="{FF2B5EF4-FFF2-40B4-BE49-F238E27FC236}">
                <a16:creationId xmlns:a16="http://schemas.microsoft.com/office/drawing/2014/main" id="{368CA814-F35A-2279-7139-EE1C669B5DF6}"/>
              </a:ext>
            </a:extLst>
          </p:cNvPr>
          <p:cNvPicPr>
            <a:picLocks noChangeAspect="1"/>
          </p:cNvPicPr>
          <p:nvPr/>
        </p:nvPicPr>
        <p:blipFill>
          <a:blip r:embed="rId4"/>
          <a:stretch>
            <a:fillRect/>
          </a:stretch>
        </p:blipFill>
        <p:spPr>
          <a:xfrm>
            <a:off x="509346" y="436200"/>
            <a:ext cx="2840304" cy="1224675"/>
          </a:xfrm>
          <a:prstGeom prst="rect">
            <a:avLst/>
          </a:prstGeom>
          <a:ln>
            <a:noFill/>
          </a:ln>
          <a:effectLst>
            <a:outerShdw blurRad="292100" dist="139700" dir="2700000" algn="tl" rotWithShape="0">
              <a:srgbClr val="333333">
                <a:alpha val="65000"/>
              </a:srgbClr>
            </a:outerShdw>
          </a:effectLst>
        </p:spPr>
      </p:pic>
      <p:sp>
        <p:nvSpPr>
          <p:cNvPr id="5" name="Textfeld 4">
            <a:extLst>
              <a:ext uri="{FF2B5EF4-FFF2-40B4-BE49-F238E27FC236}">
                <a16:creationId xmlns:a16="http://schemas.microsoft.com/office/drawing/2014/main" id="{2059AAC9-2DC4-BDE9-92C5-A1191CD9BEF8}"/>
              </a:ext>
            </a:extLst>
          </p:cNvPr>
          <p:cNvSpPr txBox="1"/>
          <p:nvPr/>
        </p:nvSpPr>
        <p:spPr>
          <a:xfrm>
            <a:off x="5241349" y="5691157"/>
            <a:ext cx="6099544" cy="261610"/>
          </a:xfrm>
          <a:prstGeom prst="rect">
            <a:avLst/>
          </a:prstGeom>
          <a:noFill/>
        </p:spPr>
        <p:txBody>
          <a:bodyPr wrap="square">
            <a:spAutoFit/>
          </a:bodyPr>
          <a:lstStyle/>
          <a:p>
            <a:r>
              <a:rPr lang="en-US" sz="1100" b="0" i="0">
                <a:effectLst/>
                <a:latin typeface="Segoe UI" panose="020B0502040204020203" pitchFamily="34" charset="0"/>
              </a:rPr>
              <a:t>If you are interested in diving deeper into the create features, follow this </a:t>
            </a:r>
            <a:r>
              <a:rPr lang="en-US" sz="1100" b="0" i="0">
                <a:effectLst/>
                <a:latin typeface="Segoe UI" panose="020B0502040204020203" pitchFamily="34" charset="0"/>
                <a:hlinkClick r:id="rId5"/>
              </a:rPr>
              <a:t>external link</a:t>
            </a:r>
            <a:r>
              <a:rPr lang="en-US" sz="1100" b="0" i="0">
                <a:effectLst/>
                <a:latin typeface="Segoe UI" panose="020B0502040204020203" pitchFamily="34" charset="0"/>
              </a:rPr>
              <a:t>.</a:t>
            </a:r>
            <a:endParaRPr lang="de-DE" sz="1100"/>
          </a:p>
        </p:txBody>
      </p:sp>
      <p:pic>
        <p:nvPicPr>
          <p:cNvPr id="7" name="Grafik 6" descr="Ein Bild, das Text, Screenshot, Schrift enthält.&#10;&#10;KI-generierte Inhalte können fehlerhaft sein.">
            <a:extLst>
              <a:ext uri="{FF2B5EF4-FFF2-40B4-BE49-F238E27FC236}">
                <a16:creationId xmlns:a16="http://schemas.microsoft.com/office/drawing/2014/main" id="{D09AC4AA-38AE-6CB1-28E7-311FB63BF8BC}"/>
              </a:ext>
            </a:extLst>
          </p:cNvPr>
          <p:cNvPicPr>
            <a:picLocks noChangeAspect="1"/>
          </p:cNvPicPr>
          <p:nvPr/>
        </p:nvPicPr>
        <p:blipFill>
          <a:blip r:embed="rId6"/>
          <a:stretch>
            <a:fillRect/>
          </a:stretch>
        </p:blipFill>
        <p:spPr>
          <a:xfrm>
            <a:off x="509347" y="1878122"/>
            <a:ext cx="2840304" cy="3537756"/>
          </a:xfrm>
          <a:prstGeom prst="rect">
            <a:avLst/>
          </a:prstGeom>
          <a:ln>
            <a:noFill/>
          </a:ln>
          <a:effectLst>
            <a:outerShdw blurRad="292100" dist="139700" dir="2700000" algn="tl" rotWithShape="0">
              <a:srgbClr val="333333">
                <a:alpha val="65000"/>
              </a:srgbClr>
            </a:outerShdw>
          </a:effectLst>
        </p:spPr>
      </p:pic>
      <p:pic>
        <p:nvPicPr>
          <p:cNvPr id="9" name="Grafik 8" descr="Ein Bild, das Text, Screenshot, Multimedia-Software, Software enthält.&#10;&#10;KI-generierte Inhalte können fehlerhaft sein.">
            <a:extLst>
              <a:ext uri="{FF2B5EF4-FFF2-40B4-BE49-F238E27FC236}">
                <a16:creationId xmlns:a16="http://schemas.microsoft.com/office/drawing/2014/main" id="{F73B8480-A20B-F00B-3951-C1960D7DD9F2}"/>
              </a:ext>
            </a:extLst>
          </p:cNvPr>
          <p:cNvPicPr>
            <a:picLocks noChangeAspect="1"/>
          </p:cNvPicPr>
          <p:nvPr/>
        </p:nvPicPr>
        <p:blipFill>
          <a:blip r:embed="rId7"/>
          <a:stretch>
            <a:fillRect/>
          </a:stretch>
        </p:blipFill>
        <p:spPr>
          <a:xfrm>
            <a:off x="1462905" y="3429000"/>
            <a:ext cx="3321966" cy="2686556"/>
          </a:xfrm>
          <a:prstGeom prst="rect">
            <a:avLst/>
          </a:prstGeom>
          <a:ln>
            <a:noFill/>
          </a:ln>
          <a:effectLst>
            <a:outerShdw blurRad="292100" dist="139700" dir="2700000" algn="tl" rotWithShape="0">
              <a:srgbClr val="333333">
                <a:alpha val="65000"/>
              </a:srgbClr>
            </a:outerShdw>
          </a:effectLst>
        </p:spPr>
      </p:pic>
    </p:spTree>
    <p:custDataLst>
      <p:tags r:id="rId1"/>
    </p:custDataLst>
    <p:extLst>
      <p:ext uri="{BB962C8B-B14F-4D97-AF65-F5344CB8AC3E}">
        <p14:creationId xmlns:p14="http://schemas.microsoft.com/office/powerpoint/2010/main" val="42040981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04021-D7C3-0477-59EA-1933AD73C353}"/>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A30B7438-5389-3D96-133A-1BD707C958A2}"/>
              </a:ext>
            </a:extLst>
          </p:cNvPr>
          <p:cNvSpPr>
            <a:spLocks noGrp="1"/>
          </p:cNvSpPr>
          <p:nvPr>
            <p:ph type="title"/>
          </p:nvPr>
        </p:nvSpPr>
        <p:spPr>
          <a:xfrm>
            <a:off x="5382483" y="322912"/>
            <a:ext cx="5431971" cy="846301"/>
          </a:xfrm>
        </p:spPr>
        <p:txBody>
          <a:bodyPr/>
          <a:lstStyle/>
          <a:p>
            <a:r>
              <a:rPr lang="de-DE"/>
              <a:t>Share </a:t>
            </a:r>
            <a:r>
              <a:rPr lang="de-DE" err="1"/>
              <a:t>your</a:t>
            </a:r>
            <a:r>
              <a:rPr lang="de-DE"/>
              <a:t> </a:t>
            </a:r>
            <a:r>
              <a:rPr lang="de-DE" err="1"/>
              <a:t>results</a:t>
            </a:r>
            <a:endParaRPr lang="de-DE"/>
          </a:p>
        </p:txBody>
      </p:sp>
      <p:sp>
        <p:nvSpPr>
          <p:cNvPr id="12" name="Textfeld 11">
            <a:extLst>
              <a:ext uri="{FF2B5EF4-FFF2-40B4-BE49-F238E27FC236}">
                <a16:creationId xmlns:a16="http://schemas.microsoft.com/office/drawing/2014/main" id="{24FC8D87-A5D8-DFAF-4D12-9674FD5E43B4}"/>
              </a:ext>
            </a:extLst>
          </p:cNvPr>
          <p:cNvSpPr txBox="1"/>
          <p:nvPr/>
        </p:nvSpPr>
        <p:spPr>
          <a:xfrm>
            <a:off x="5241349" y="1413063"/>
            <a:ext cx="6441305" cy="4031873"/>
          </a:xfrm>
          <a:prstGeom prst="rect">
            <a:avLst/>
          </a:prstGeom>
          <a:noFill/>
        </p:spPr>
        <p:txBody>
          <a:bodyPr wrap="square">
            <a:spAutoFit/>
          </a:bodyPr>
          <a:lstStyle/>
          <a:p>
            <a:r>
              <a:rPr lang="en-US" sz="1600" b="0" i="0">
                <a:effectLst/>
                <a:latin typeface="Segoe UI" panose="020B0502040204020203" pitchFamily="34" charset="0"/>
                <a:cs typeface="Segoe UI" panose="020B0502040204020203" pitchFamily="34" charset="0"/>
              </a:rPr>
              <a:t>Let’s be honest, in most cases we won’t be working on this on our own, wouldn’t we? So let’s share the results with our Coworkers! </a:t>
            </a:r>
          </a:p>
          <a:p>
            <a:endParaRPr lang="en-US" sz="160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600">
                <a:latin typeface="Segoe UI" panose="020B0502040204020203" pitchFamily="34" charset="0"/>
                <a:cs typeface="Segoe UI" panose="020B0502040204020203" pitchFamily="34" charset="0"/>
              </a:rPr>
              <a:t>There are different ways to share results</a:t>
            </a:r>
          </a:p>
          <a:p>
            <a:pPr marL="285750" indent="-285750">
              <a:buFont typeface="Arial" panose="020B0604020202020204" pitchFamily="34" charset="0"/>
              <a:buChar char="•"/>
            </a:pPr>
            <a:endParaRPr lang="en-US" sz="1600" b="0" i="0">
              <a:effectLst/>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600">
                <a:latin typeface="Segoe UI" panose="020B0502040204020203" pitchFamily="34" charset="0"/>
                <a:cs typeface="Segoe UI" panose="020B0502040204020203" pitchFamily="34" charset="0"/>
              </a:rPr>
              <a:t>Simple and fast is to download the generated documents and pictures</a:t>
            </a:r>
          </a:p>
          <a:p>
            <a:pPr marL="285750" indent="-285750">
              <a:buFont typeface="Arial" panose="020B0604020202020204" pitchFamily="34" charset="0"/>
              <a:buChar char="•"/>
            </a:pPr>
            <a:endParaRPr lang="en-US" sz="160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600">
                <a:latin typeface="Segoe UI" panose="020B0502040204020203" pitchFamily="34" charset="0"/>
                <a:cs typeface="Segoe UI" panose="020B0502040204020203" pitchFamily="34" charset="0"/>
              </a:rPr>
              <a:t>More elaborated would be to just share the result</a:t>
            </a:r>
          </a:p>
          <a:p>
            <a:pPr marL="285750" indent="-285750">
              <a:buFont typeface="Arial" panose="020B0604020202020204" pitchFamily="34" charset="0"/>
              <a:buChar char="•"/>
            </a:pPr>
            <a:endParaRPr lang="en-US" sz="160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600">
                <a:latin typeface="Segoe UI" panose="020B0502040204020203" pitchFamily="34" charset="0"/>
                <a:cs typeface="Segoe UI" panose="020B0502040204020203" pitchFamily="34" charset="0"/>
              </a:rPr>
              <a:t>You’ll find the options to do so at the end of Copilots answer</a:t>
            </a:r>
          </a:p>
          <a:p>
            <a:pPr marL="285750" indent="-285750">
              <a:buFont typeface="Arial" panose="020B0604020202020204" pitchFamily="34" charset="0"/>
              <a:buChar char="•"/>
            </a:pPr>
            <a:endParaRPr lang="en-US" sz="1600">
              <a:latin typeface="Segoe UI" panose="020B0502040204020203" pitchFamily="34" charset="0"/>
              <a:cs typeface="Segoe UI" panose="020B0502040204020203" pitchFamily="34" charset="0"/>
            </a:endParaRPr>
          </a:p>
          <a:p>
            <a:endParaRPr lang="en-US" sz="1600">
              <a:latin typeface="Segoe UI" panose="020B0502040204020203" pitchFamily="34" charset="0"/>
              <a:cs typeface="Segoe UI" panose="020B0502040204020203" pitchFamily="34" charset="0"/>
            </a:endParaRPr>
          </a:p>
          <a:p>
            <a:r>
              <a:rPr lang="en-US" sz="1600">
                <a:latin typeface="Segoe UI" panose="020B0502040204020203" pitchFamily="34" charset="0"/>
                <a:cs typeface="Segoe UI" panose="020B0502040204020203" pitchFamily="34" charset="0"/>
              </a:rPr>
              <a:t>Curious on additional sharing options? Then let’s continue!</a:t>
            </a:r>
          </a:p>
          <a:p>
            <a:endParaRPr lang="en-US" sz="1600" b="0" i="0">
              <a:effectLst/>
              <a:latin typeface="Segoe UI" panose="020B0502040204020203" pitchFamily="34" charset="0"/>
              <a:cs typeface="Segoe UI" panose="020B0502040204020203" pitchFamily="34" charset="0"/>
            </a:endParaRPr>
          </a:p>
          <a:p>
            <a:endParaRPr lang="en-US" sz="1600" b="0" i="0">
              <a:effectLst/>
              <a:latin typeface="Segoe UI" panose="020B0502040204020203" pitchFamily="34" charset="0"/>
              <a:cs typeface="Segoe UI" panose="020B0502040204020203" pitchFamily="34" charset="0"/>
            </a:endParaRPr>
          </a:p>
        </p:txBody>
      </p:sp>
      <p:pic>
        <p:nvPicPr>
          <p:cNvPr id="17" name="Grafik 16" descr="Ein Bild, das Text, Multimedia-Software, Schrift, Software enthält.&#10;&#10;KI-generierte Inhalte können fehlerhaft sein.">
            <a:extLst>
              <a:ext uri="{FF2B5EF4-FFF2-40B4-BE49-F238E27FC236}">
                <a16:creationId xmlns:a16="http://schemas.microsoft.com/office/drawing/2014/main" id="{A03EFB86-2742-EDE5-1A6E-3DDB9E780CBD}"/>
              </a:ext>
            </a:extLst>
          </p:cNvPr>
          <p:cNvPicPr>
            <a:picLocks noChangeAspect="1"/>
          </p:cNvPicPr>
          <p:nvPr/>
        </p:nvPicPr>
        <p:blipFill>
          <a:blip r:embed="rId4"/>
          <a:stretch>
            <a:fillRect/>
          </a:stretch>
        </p:blipFill>
        <p:spPr>
          <a:xfrm>
            <a:off x="823260" y="2804132"/>
            <a:ext cx="3429479" cy="1009577"/>
          </a:xfrm>
          <a:prstGeom prst="rect">
            <a:avLst/>
          </a:prstGeom>
        </p:spPr>
      </p:pic>
      <p:sp>
        <p:nvSpPr>
          <p:cNvPr id="18" name="Ellipse 17">
            <a:extLst>
              <a:ext uri="{FF2B5EF4-FFF2-40B4-BE49-F238E27FC236}">
                <a16:creationId xmlns:a16="http://schemas.microsoft.com/office/drawing/2014/main" id="{5ABAC396-F893-4E30-54C7-95C43802D407}"/>
              </a:ext>
            </a:extLst>
          </p:cNvPr>
          <p:cNvSpPr/>
          <p:nvPr/>
        </p:nvSpPr>
        <p:spPr>
          <a:xfrm>
            <a:off x="1596102" y="3435366"/>
            <a:ext cx="929894" cy="505666"/>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20" name="Grafik 19" descr="Ein Bild, das Text, Schrift, Software, Multimedia-Software enthält.&#10;&#10;KI-generierte Inhalte können fehlerhaft sein.">
            <a:extLst>
              <a:ext uri="{FF2B5EF4-FFF2-40B4-BE49-F238E27FC236}">
                <a16:creationId xmlns:a16="http://schemas.microsoft.com/office/drawing/2014/main" id="{5657CC47-EEE3-33F8-5D12-B8107C5E30B3}"/>
              </a:ext>
            </a:extLst>
          </p:cNvPr>
          <p:cNvPicPr>
            <a:picLocks noChangeAspect="1"/>
          </p:cNvPicPr>
          <p:nvPr/>
        </p:nvPicPr>
        <p:blipFill>
          <a:blip r:embed="rId5"/>
          <a:stretch>
            <a:fillRect/>
          </a:stretch>
        </p:blipFill>
        <p:spPr>
          <a:xfrm>
            <a:off x="823260" y="1413063"/>
            <a:ext cx="3429479" cy="1007552"/>
          </a:xfrm>
          <a:prstGeom prst="rect">
            <a:avLst/>
          </a:prstGeom>
        </p:spPr>
      </p:pic>
      <p:sp>
        <p:nvSpPr>
          <p:cNvPr id="21" name="Ellipse 20">
            <a:extLst>
              <a:ext uri="{FF2B5EF4-FFF2-40B4-BE49-F238E27FC236}">
                <a16:creationId xmlns:a16="http://schemas.microsoft.com/office/drawing/2014/main" id="{3EF7E027-C972-C996-15ED-6335075219B2}"/>
              </a:ext>
            </a:extLst>
          </p:cNvPr>
          <p:cNvSpPr/>
          <p:nvPr/>
        </p:nvSpPr>
        <p:spPr>
          <a:xfrm>
            <a:off x="625173" y="2004303"/>
            <a:ext cx="929894" cy="505666"/>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23" name="Grafik 22" descr="Ein Bild, das Text, Schrift, Software, Multimedia-Software enthält.&#10;&#10;KI-generierte Inhalte können fehlerhaft sein.">
            <a:extLst>
              <a:ext uri="{FF2B5EF4-FFF2-40B4-BE49-F238E27FC236}">
                <a16:creationId xmlns:a16="http://schemas.microsoft.com/office/drawing/2014/main" id="{3E579874-B363-6923-317C-316B0C9BA0B5}"/>
              </a:ext>
            </a:extLst>
          </p:cNvPr>
          <p:cNvPicPr>
            <a:picLocks noChangeAspect="1"/>
          </p:cNvPicPr>
          <p:nvPr/>
        </p:nvPicPr>
        <p:blipFill>
          <a:blip r:embed="rId6"/>
          <a:stretch>
            <a:fillRect/>
          </a:stretch>
        </p:blipFill>
        <p:spPr>
          <a:xfrm>
            <a:off x="823260" y="4077134"/>
            <a:ext cx="3429479" cy="1170753"/>
          </a:xfrm>
          <a:prstGeom prst="rect">
            <a:avLst/>
          </a:prstGeom>
        </p:spPr>
      </p:pic>
      <p:sp>
        <p:nvSpPr>
          <p:cNvPr id="24" name="Ellipse 23">
            <a:extLst>
              <a:ext uri="{FF2B5EF4-FFF2-40B4-BE49-F238E27FC236}">
                <a16:creationId xmlns:a16="http://schemas.microsoft.com/office/drawing/2014/main" id="{A561C38A-2102-30C9-839A-5792146D3F5F}"/>
              </a:ext>
            </a:extLst>
          </p:cNvPr>
          <p:cNvSpPr/>
          <p:nvPr/>
        </p:nvSpPr>
        <p:spPr>
          <a:xfrm>
            <a:off x="1529056" y="4922244"/>
            <a:ext cx="929894" cy="505666"/>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custDataLst>
      <p:tags r:id="rId1"/>
    </p:custDataLst>
    <p:extLst>
      <p:ext uri="{BB962C8B-B14F-4D97-AF65-F5344CB8AC3E}">
        <p14:creationId xmlns:p14="http://schemas.microsoft.com/office/powerpoint/2010/main" val="23109786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3E645-D0EB-9D1D-92CA-9B096E0DB98D}"/>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862FE41A-5AC0-A702-9E8F-08D58A15491D}"/>
              </a:ext>
            </a:extLst>
          </p:cNvPr>
          <p:cNvSpPr>
            <a:spLocks noGrp="1"/>
          </p:cNvSpPr>
          <p:nvPr>
            <p:ph type="title"/>
          </p:nvPr>
        </p:nvSpPr>
        <p:spPr>
          <a:xfrm>
            <a:off x="5382483" y="322912"/>
            <a:ext cx="5431971" cy="846301"/>
          </a:xfrm>
        </p:spPr>
        <p:txBody>
          <a:bodyPr/>
          <a:lstStyle/>
          <a:p>
            <a:r>
              <a:rPr lang="de-DE"/>
              <a:t>Copilot Pages</a:t>
            </a:r>
          </a:p>
        </p:txBody>
      </p:sp>
      <p:sp>
        <p:nvSpPr>
          <p:cNvPr id="10" name="Textfeld 9">
            <a:extLst>
              <a:ext uri="{FF2B5EF4-FFF2-40B4-BE49-F238E27FC236}">
                <a16:creationId xmlns:a16="http://schemas.microsoft.com/office/drawing/2014/main" id="{28EABD2A-7E52-A551-DCAD-A7A60C8762E3}"/>
              </a:ext>
            </a:extLst>
          </p:cNvPr>
          <p:cNvSpPr txBox="1"/>
          <p:nvPr/>
        </p:nvSpPr>
        <p:spPr>
          <a:xfrm>
            <a:off x="5241349" y="6098993"/>
            <a:ext cx="6099544" cy="261610"/>
          </a:xfrm>
          <a:prstGeom prst="rect">
            <a:avLst/>
          </a:prstGeom>
          <a:noFill/>
        </p:spPr>
        <p:txBody>
          <a:bodyPr wrap="square">
            <a:spAutoFit/>
          </a:bodyPr>
          <a:lstStyle/>
          <a:p>
            <a:r>
              <a:rPr lang="en-US" sz="1100" b="0" i="0">
                <a:effectLst/>
                <a:latin typeface="Segoe UI" panose="020B0502040204020203" pitchFamily="34" charset="0"/>
              </a:rPr>
              <a:t>If you are interested in diving deeper into pages, follow this </a:t>
            </a:r>
            <a:r>
              <a:rPr lang="en-US" sz="1100" b="0" i="0">
                <a:effectLst/>
                <a:latin typeface="Segoe UI" panose="020B0502040204020203" pitchFamily="34" charset="0"/>
                <a:hlinkClick r:id="rId4"/>
              </a:rPr>
              <a:t>external link</a:t>
            </a:r>
            <a:r>
              <a:rPr lang="en-US" sz="1100" b="0" i="0">
                <a:effectLst/>
                <a:latin typeface="Segoe UI" panose="020B0502040204020203" pitchFamily="34" charset="0"/>
              </a:rPr>
              <a:t>.</a:t>
            </a:r>
            <a:endParaRPr lang="de-DE" sz="1100"/>
          </a:p>
        </p:txBody>
      </p:sp>
      <p:sp>
        <p:nvSpPr>
          <p:cNvPr id="12" name="Textfeld 11">
            <a:extLst>
              <a:ext uri="{FF2B5EF4-FFF2-40B4-BE49-F238E27FC236}">
                <a16:creationId xmlns:a16="http://schemas.microsoft.com/office/drawing/2014/main" id="{4792B91F-4839-C6FE-2880-A0BB625E3935}"/>
              </a:ext>
            </a:extLst>
          </p:cNvPr>
          <p:cNvSpPr txBox="1"/>
          <p:nvPr/>
        </p:nvSpPr>
        <p:spPr>
          <a:xfrm>
            <a:off x="5241349" y="1413063"/>
            <a:ext cx="6441305" cy="3785652"/>
          </a:xfrm>
          <a:prstGeom prst="rect">
            <a:avLst/>
          </a:prstGeom>
          <a:noFill/>
        </p:spPr>
        <p:txBody>
          <a:bodyPr wrap="square">
            <a:spAutoFit/>
          </a:bodyPr>
          <a:lstStyle/>
          <a:p>
            <a:r>
              <a:rPr lang="en-US" sz="1600" b="0" i="0">
                <a:effectLst/>
                <a:latin typeface="Segoe UI" panose="020B0502040204020203" pitchFamily="34" charset="0"/>
                <a:cs typeface="Segoe UI" panose="020B0502040204020203" pitchFamily="34" charset="0"/>
              </a:rPr>
              <a:t>With Copilot Pages you are stepping on a collaborative level of sharing with your teammates – to achieve more together</a:t>
            </a:r>
          </a:p>
          <a:p>
            <a:endParaRPr lang="en-US" sz="160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600">
                <a:latin typeface="Segoe UI" panose="020B0502040204020203" pitchFamily="34" charset="0"/>
                <a:cs typeface="Segoe UI" panose="020B0502040204020203" pitchFamily="34" charset="0"/>
              </a:rPr>
              <a:t>It's your digital place for generating, organizing, and refining content in real-time</a:t>
            </a:r>
          </a:p>
          <a:p>
            <a:pPr marL="285750" indent="-285750">
              <a:buFont typeface="Arial" panose="020B0604020202020204" pitchFamily="34" charset="0"/>
              <a:buChar char="•"/>
            </a:pPr>
            <a:endParaRPr lang="en-US" sz="1600" b="0" i="0">
              <a:effectLst/>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600">
                <a:latin typeface="Segoe UI" panose="020B0502040204020203" pitchFamily="34" charset="0"/>
                <a:cs typeface="Segoe UI" panose="020B0502040204020203" pitchFamily="34" charset="0"/>
              </a:rPr>
              <a:t>You chat with Copilot</a:t>
            </a:r>
          </a:p>
          <a:p>
            <a:pPr marL="285750" indent="-285750">
              <a:buFont typeface="Arial" panose="020B0604020202020204" pitchFamily="34" charset="0"/>
              <a:buChar char="•"/>
            </a:pPr>
            <a:endParaRPr lang="en-US" sz="160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600">
                <a:latin typeface="Segoe UI" panose="020B0502040204020203" pitchFamily="34" charset="0"/>
                <a:cs typeface="Segoe UI" panose="020B0502040204020203" pitchFamily="34" charset="0"/>
              </a:rPr>
              <a:t>Transfer Copilot’s response to a new page that opens side-by-side with Chat</a:t>
            </a:r>
          </a:p>
          <a:p>
            <a:pPr marL="285750" indent="-285750">
              <a:buFont typeface="Arial" panose="020B0604020202020204" pitchFamily="34" charset="0"/>
              <a:buChar char="•"/>
            </a:pPr>
            <a:endParaRPr lang="en-US" sz="160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600">
                <a:latin typeface="Segoe UI" panose="020B0502040204020203" pitchFamily="34" charset="0"/>
                <a:cs typeface="Segoe UI" panose="020B0502040204020203" pitchFamily="34" charset="0"/>
              </a:rPr>
              <a:t>And can continue your conversation with Copilot and add more responses to your page</a:t>
            </a:r>
          </a:p>
          <a:p>
            <a:pPr marL="285750" indent="-285750">
              <a:buFont typeface="Arial" panose="020B0604020202020204" pitchFamily="34" charset="0"/>
              <a:buChar char="•"/>
            </a:pPr>
            <a:endParaRPr lang="en-US" sz="160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600">
                <a:latin typeface="Segoe UI" panose="020B0502040204020203" pitchFamily="34" charset="0"/>
                <a:cs typeface="Segoe UI" panose="020B0502040204020203" pitchFamily="34" charset="0"/>
              </a:rPr>
              <a:t>Edit your page at any time – or share the page with colleagues</a:t>
            </a:r>
            <a:endParaRPr lang="en-US" sz="1600" b="0" i="0">
              <a:effectLst/>
              <a:latin typeface="Segoe UI" panose="020B0502040204020203" pitchFamily="34" charset="0"/>
              <a:cs typeface="Segoe UI" panose="020B0502040204020203" pitchFamily="34" charset="0"/>
            </a:endParaRPr>
          </a:p>
        </p:txBody>
      </p:sp>
      <p:pic>
        <p:nvPicPr>
          <p:cNvPr id="9" name="Grafik 8" descr="Ein Bild, das Text, Schrift, Screenshot, Zahl enthält.&#10;&#10;KI-generierte Inhalte können fehlerhaft sein.">
            <a:extLst>
              <a:ext uri="{FF2B5EF4-FFF2-40B4-BE49-F238E27FC236}">
                <a16:creationId xmlns:a16="http://schemas.microsoft.com/office/drawing/2014/main" id="{640EC4C7-0A0B-C6A1-0CCA-8BA0A7787209}"/>
              </a:ext>
            </a:extLst>
          </p:cNvPr>
          <p:cNvPicPr>
            <a:picLocks noChangeAspect="1"/>
          </p:cNvPicPr>
          <p:nvPr/>
        </p:nvPicPr>
        <p:blipFill>
          <a:blip r:embed="rId5"/>
          <a:stretch>
            <a:fillRect/>
          </a:stretch>
        </p:blipFill>
        <p:spPr>
          <a:xfrm>
            <a:off x="-3368236" y="5138630"/>
            <a:ext cx="2896004" cy="1133633"/>
          </a:xfrm>
          <a:prstGeom prst="rect">
            <a:avLst/>
          </a:prstGeom>
        </p:spPr>
      </p:pic>
      <p:pic>
        <p:nvPicPr>
          <p:cNvPr id="4" name="Grafik 3" descr="Ein Bild, das Text, Screenshot, Schrift, Software enthält.&#10;&#10;KI-generierte Inhalte können fehlerhaft sein.">
            <a:extLst>
              <a:ext uri="{FF2B5EF4-FFF2-40B4-BE49-F238E27FC236}">
                <a16:creationId xmlns:a16="http://schemas.microsoft.com/office/drawing/2014/main" id="{B7508EBE-155A-4477-82D7-08A7EE1585A1}"/>
              </a:ext>
            </a:extLst>
          </p:cNvPr>
          <p:cNvPicPr>
            <a:picLocks noChangeAspect="1"/>
          </p:cNvPicPr>
          <p:nvPr/>
        </p:nvPicPr>
        <p:blipFill>
          <a:blip r:embed="rId6"/>
          <a:stretch>
            <a:fillRect/>
          </a:stretch>
        </p:blipFill>
        <p:spPr>
          <a:xfrm>
            <a:off x="706582" y="1487245"/>
            <a:ext cx="4136634" cy="1206320"/>
          </a:xfrm>
          <a:prstGeom prst="rect">
            <a:avLst/>
          </a:prstGeom>
        </p:spPr>
      </p:pic>
      <p:sp>
        <p:nvSpPr>
          <p:cNvPr id="6" name="Ellipse 5">
            <a:extLst>
              <a:ext uri="{FF2B5EF4-FFF2-40B4-BE49-F238E27FC236}">
                <a16:creationId xmlns:a16="http://schemas.microsoft.com/office/drawing/2014/main" id="{374670DB-BE7D-A78C-64C8-1F27DAA056B4}"/>
              </a:ext>
            </a:extLst>
          </p:cNvPr>
          <p:cNvSpPr/>
          <p:nvPr/>
        </p:nvSpPr>
        <p:spPr>
          <a:xfrm>
            <a:off x="1090120" y="2187899"/>
            <a:ext cx="929894" cy="505666"/>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1" name="Grafik 10" descr="Ein Bild, das Text, Screenshot, Software, Multimedia-Software enthält.&#10;&#10;KI-generierte Inhalte können fehlerhaft sein.">
            <a:extLst>
              <a:ext uri="{FF2B5EF4-FFF2-40B4-BE49-F238E27FC236}">
                <a16:creationId xmlns:a16="http://schemas.microsoft.com/office/drawing/2014/main" id="{40255968-DC6E-205F-6C86-C26ACCB6FE7C}"/>
              </a:ext>
            </a:extLst>
          </p:cNvPr>
          <p:cNvPicPr>
            <a:picLocks noChangeAspect="1"/>
          </p:cNvPicPr>
          <p:nvPr/>
        </p:nvPicPr>
        <p:blipFill>
          <a:blip r:embed="rId7"/>
          <a:stretch>
            <a:fillRect/>
          </a:stretch>
        </p:blipFill>
        <p:spPr>
          <a:xfrm>
            <a:off x="722924" y="2948823"/>
            <a:ext cx="4152976" cy="2431225"/>
          </a:xfrm>
          <a:prstGeom prst="rect">
            <a:avLst/>
          </a:prstGeom>
        </p:spPr>
      </p:pic>
    </p:spTree>
    <p:custDataLst>
      <p:tags r:id="rId1"/>
    </p:custDataLst>
    <p:extLst>
      <p:ext uri="{BB962C8B-B14F-4D97-AF65-F5344CB8AC3E}">
        <p14:creationId xmlns:p14="http://schemas.microsoft.com/office/powerpoint/2010/main" val="25678876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0BC039-3EE9-DAEB-6531-211F6DE18BFD}"/>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BFD1844F-EED8-E086-846E-45D8024690ED}"/>
              </a:ext>
            </a:extLst>
          </p:cNvPr>
          <p:cNvSpPr>
            <a:spLocks noGrp="1"/>
          </p:cNvSpPr>
          <p:nvPr>
            <p:ph type="title"/>
          </p:nvPr>
        </p:nvSpPr>
        <p:spPr>
          <a:xfrm>
            <a:off x="5382483" y="322912"/>
            <a:ext cx="5431971" cy="846301"/>
          </a:xfrm>
        </p:spPr>
        <p:txBody>
          <a:bodyPr/>
          <a:lstStyle/>
          <a:p>
            <a:r>
              <a:rPr lang="de-DE"/>
              <a:t>Module 3 </a:t>
            </a:r>
            <a:r>
              <a:rPr lang="de-DE" err="1"/>
              <a:t>recap</a:t>
            </a:r>
            <a:endParaRPr lang="de-DE"/>
          </a:p>
        </p:txBody>
      </p:sp>
      <p:sp>
        <p:nvSpPr>
          <p:cNvPr id="12" name="Textfeld 11">
            <a:extLst>
              <a:ext uri="{FF2B5EF4-FFF2-40B4-BE49-F238E27FC236}">
                <a16:creationId xmlns:a16="http://schemas.microsoft.com/office/drawing/2014/main" id="{2708C9E0-278B-80D9-4D6F-1B2E0A8968D2}"/>
              </a:ext>
            </a:extLst>
          </p:cNvPr>
          <p:cNvSpPr txBox="1"/>
          <p:nvPr/>
        </p:nvSpPr>
        <p:spPr>
          <a:xfrm>
            <a:off x="5241349" y="1413063"/>
            <a:ext cx="6441305" cy="4770537"/>
          </a:xfrm>
          <a:prstGeom prst="rect">
            <a:avLst/>
          </a:prstGeom>
          <a:noFill/>
        </p:spPr>
        <p:txBody>
          <a:bodyPr wrap="square">
            <a:spAutoFit/>
          </a:bodyPr>
          <a:lstStyle/>
          <a:p>
            <a:r>
              <a:rPr lang="en-US" sz="1600" b="0" i="0">
                <a:effectLst/>
                <a:latin typeface="Segoe UI" panose="020B0502040204020203" pitchFamily="34" charset="0"/>
              </a:rPr>
              <a:t>You made it through Module 3 - Enrich! We hope you enjoyed the time and are more than curious to continue. </a:t>
            </a:r>
          </a:p>
          <a:p>
            <a:endParaRPr lang="en-US" sz="1600">
              <a:latin typeface="Segoe UI" panose="020B0502040204020203" pitchFamily="34" charset="0"/>
            </a:endParaRPr>
          </a:p>
          <a:p>
            <a:r>
              <a:rPr lang="en-US" sz="1600" b="0" i="0">
                <a:effectLst/>
                <a:latin typeface="Segoe UI" panose="020B0502040204020203" pitchFamily="34" charset="0"/>
              </a:rPr>
              <a:t>If you just can’t stop and want to deepen the topics, use the additional links provided on the respective sites.</a:t>
            </a:r>
          </a:p>
          <a:p>
            <a:endParaRPr lang="en-US" sz="1600" b="0" i="0">
              <a:effectLst/>
              <a:latin typeface="Segoe UI" panose="020B0502040204020203" pitchFamily="34" charset="0"/>
            </a:endParaRPr>
          </a:p>
          <a:p>
            <a:r>
              <a:rPr lang="en-US" sz="1600">
                <a:latin typeface="Segoe UI" panose="020B0502040204020203" pitchFamily="34" charset="0"/>
              </a:rPr>
              <a:t>As a bonus, we also want you to know these valuable resources to further fuel your journey with Microsoft 365 Copilot Chat (external links):</a:t>
            </a:r>
          </a:p>
          <a:p>
            <a:endParaRPr lang="en-US" sz="1600" b="0" i="0">
              <a:effectLst/>
              <a:latin typeface="Segoe UI" panose="020B0502040204020203" pitchFamily="34" charset="0"/>
            </a:endParaRPr>
          </a:p>
          <a:p>
            <a:pPr marL="285750" indent="-285750">
              <a:buFont typeface="Arial" panose="020B0604020202020204" pitchFamily="34" charset="0"/>
              <a:buChar char="•"/>
            </a:pPr>
            <a:r>
              <a:rPr lang="en-US" sz="1600">
                <a:latin typeface="Segoe UI" panose="020B0502040204020203" pitchFamily="34" charset="0"/>
                <a:hlinkClick r:id="rId4"/>
              </a:rPr>
              <a:t>Copilot Scenario Gallery – Best practices based on functional roles</a:t>
            </a:r>
            <a:endParaRPr lang="en-US" sz="1600">
              <a:latin typeface="Segoe UI" panose="020B0502040204020203" pitchFamily="34" charset="0"/>
              <a:hlinkClick r:id="rId5"/>
            </a:endParaRPr>
          </a:p>
          <a:p>
            <a:pPr marL="285750" indent="-285750">
              <a:buFont typeface="Arial" panose="020B0604020202020204" pitchFamily="34" charset="0"/>
              <a:buChar char="•"/>
            </a:pPr>
            <a:r>
              <a:rPr lang="en-US" sz="1600">
                <a:latin typeface="Segoe UI" panose="020B0502040204020203" pitchFamily="34" charset="0"/>
                <a:hlinkClick r:id="rId5"/>
              </a:rPr>
              <a:t>Copilot Chat Prompt examples in weekly challenges</a:t>
            </a:r>
            <a:endParaRPr lang="en-US" sz="1600">
              <a:latin typeface="Segoe UI" panose="020B0502040204020203" pitchFamily="34" charset="0"/>
              <a:hlinkClick r:id="rId6"/>
            </a:endParaRPr>
          </a:p>
          <a:p>
            <a:pPr marL="285750" indent="-285750">
              <a:buFont typeface="Arial" panose="020B0604020202020204" pitchFamily="34" charset="0"/>
              <a:buChar char="•"/>
            </a:pPr>
            <a:r>
              <a:rPr lang="en-US" sz="1600">
                <a:latin typeface="Segoe UI" panose="020B0502040204020203" pitchFamily="34" charset="0"/>
                <a:hlinkClick r:id="rId7"/>
              </a:rPr>
              <a:t>Additional Prompting Guidance</a:t>
            </a:r>
            <a:endParaRPr lang="en-US" sz="1600">
              <a:latin typeface="Segoe UI" panose="020B0502040204020203" pitchFamily="34" charset="0"/>
            </a:endParaRPr>
          </a:p>
          <a:p>
            <a:pPr marL="285750" indent="-285750">
              <a:buFont typeface="Arial" panose="020B0604020202020204" pitchFamily="34" charset="0"/>
              <a:buChar char="•"/>
            </a:pPr>
            <a:r>
              <a:rPr lang="en-US" sz="1600">
                <a:latin typeface="Segoe UI" panose="020B0502040204020203" pitchFamily="34" charset="0"/>
                <a:hlinkClick r:id="rId8"/>
              </a:rPr>
              <a:t>Copilot Prompt Gallery for inspiration</a:t>
            </a:r>
            <a:endParaRPr lang="en-US" sz="1600">
              <a:latin typeface="Segoe UI" panose="020B0502040204020203" pitchFamily="34" charset="0"/>
              <a:hlinkClick r:id="rId6"/>
            </a:endParaRPr>
          </a:p>
          <a:p>
            <a:pPr marL="285750" indent="-285750">
              <a:buFont typeface="Arial" panose="020B0604020202020204" pitchFamily="34" charset="0"/>
              <a:buChar char="•"/>
            </a:pPr>
            <a:r>
              <a:rPr lang="en-US" sz="1600">
                <a:latin typeface="Segoe UI" panose="020B0502040204020203" pitchFamily="34" charset="0"/>
                <a:hlinkClick r:id="rId6"/>
              </a:rPr>
              <a:t>Microsoft help and learning center</a:t>
            </a:r>
            <a:endParaRPr lang="en-US" sz="1600">
              <a:latin typeface="Segoe UI" panose="020B0502040204020203" pitchFamily="34" charset="0"/>
            </a:endParaRPr>
          </a:p>
          <a:p>
            <a:pPr marL="285750" indent="-285750">
              <a:buFont typeface="Arial" panose="020B0604020202020204" pitchFamily="34" charset="0"/>
              <a:buChar char="•"/>
            </a:pPr>
            <a:r>
              <a:rPr lang="en-US" sz="1600" b="0" i="0">
                <a:effectLst/>
                <a:latin typeface="Segoe UI" panose="020B0502040204020203" pitchFamily="34" charset="0"/>
                <a:hlinkClick r:id="rId9"/>
              </a:rPr>
              <a:t>Frequently asked questions about Copilot Chat</a:t>
            </a:r>
            <a:endParaRPr lang="en-US" sz="1600" b="0" i="0">
              <a:effectLst/>
              <a:latin typeface="Segoe UI" panose="020B0502040204020203" pitchFamily="34" charset="0"/>
            </a:endParaRPr>
          </a:p>
          <a:p>
            <a:endParaRPr lang="en-US" sz="1600">
              <a:latin typeface="Segoe UI" panose="020B0502040204020203" pitchFamily="34" charset="0"/>
            </a:endParaRPr>
          </a:p>
          <a:p>
            <a:r>
              <a:rPr lang="en-US" sz="1600" b="0" i="0">
                <a:effectLst/>
                <a:latin typeface="Segoe UI" panose="020B0502040204020203" pitchFamily="34" charset="0"/>
              </a:rPr>
              <a:t>See you in the next module “Expand” to continue the journey.</a:t>
            </a:r>
          </a:p>
          <a:p>
            <a:pPr marL="285750" indent="-285750">
              <a:buFont typeface="Arial" panose="020B0604020202020204" pitchFamily="34" charset="0"/>
              <a:buChar char="•"/>
            </a:pPr>
            <a:endParaRPr lang="en-US" sz="1600" b="0" i="0">
              <a:effectLst/>
              <a:latin typeface="Segoe UI" panose="020B0502040204020203" pitchFamily="34" charset="0"/>
            </a:endParaRPr>
          </a:p>
        </p:txBody>
      </p:sp>
      <p:sp>
        <p:nvSpPr>
          <p:cNvPr id="3" name="Textfeld 2">
            <a:extLst>
              <a:ext uri="{FF2B5EF4-FFF2-40B4-BE49-F238E27FC236}">
                <a16:creationId xmlns:a16="http://schemas.microsoft.com/office/drawing/2014/main" id="{0700730C-40CF-D410-9684-0191965FFC55}"/>
              </a:ext>
            </a:extLst>
          </p:cNvPr>
          <p:cNvSpPr txBox="1"/>
          <p:nvPr/>
        </p:nvSpPr>
        <p:spPr>
          <a:xfrm>
            <a:off x="926511" y="1968079"/>
            <a:ext cx="3688830" cy="3154710"/>
          </a:xfrm>
          <a:prstGeom prst="rect">
            <a:avLst/>
          </a:prstGeom>
          <a:noFill/>
        </p:spPr>
        <p:txBody>
          <a:bodyPr wrap="none" rtlCol="0">
            <a:spAutoFit/>
          </a:bodyPr>
          <a:lstStyle/>
          <a:p>
            <a:r>
              <a:rPr lang="de-DE" sz="19900"/>
              <a:t>🎉</a:t>
            </a:r>
          </a:p>
        </p:txBody>
      </p:sp>
    </p:spTree>
    <p:custDataLst>
      <p:tags r:id="rId1"/>
    </p:custDataLst>
    <p:extLst>
      <p:ext uri="{BB962C8B-B14F-4D97-AF65-F5344CB8AC3E}">
        <p14:creationId xmlns:p14="http://schemas.microsoft.com/office/powerpoint/2010/main" val="34945453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53C83E-E331-B267-A303-BE95A8C5125C}"/>
            </a:ext>
          </a:extLst>
        </p:cNvPr>
        <p:cNvGrpSpPr/>
        <p:nvPr/>
      </p:nvGrpSpPr>
      <p:grpSpPr>
        <a:xfrm>
          <a:off x="0" y="0"/>
          <a:ext cx="0" cy="0"/>
          <a:chOff x="0" y="0"/>
          <a:chExt cx="0" cy="0"/>
        </a:xfrm>
      </p:grpSpPr>
      <p:sp>
        <p:nvSpPr>
          <p:cNvPr id="16" name="Titel 15">
            <a:extLst>
              <a:ext uri="{FF2B5EF4-FFF2-40B4-BE49-F238E27FC236}">
                <a16:creationId xmlns:a16="http://schemas.microsoft.com/office/drawing/2014/main" id="{20297A60-39FE-7480-CCB9-1E1D5D4A8E11}"/>
              </a:ext>
            </a:extLst>
          </p:cNvPr>
          <p:cNvSpPr>
            <a:spLocks noGrp="1"/>
          </p:cNvSpPr>
          <p:nvPr>
            <p:ph type="title"/>
          </p:nvPr>
        </p:nvSpPr>
        <p:spPr/>
        <p:txBody>
          <a:bodyPr/>
          <a:lstStyle/>
          <a:p>
            <a:r>
              <a:rPr lang="de-DE" b="1"/>
              <a:t>Module 4 - </a:t>
            </a:r>
            <a:r>
              <a:rPr lang="de-DE" b="1" err="1"/>
              <a:t>Expand</a:t>
            </a:r>
            <a:endParaRPr lang="de-DE" b="1"/>
          </a:p>
        </p:txBody>
      </p:sp>
      <p:sp>
        <p:nvSpPr>
          <p:cNvPr id="13" name="Foliennummernplatzhalter 12">
            <a:extLst>
              <a:ext uri="{FF2B5EF4-FFF2-40B4-BE49-F238E27FC236}">
                <a16:creationId xmlns:a16="http://schemas.microsoft.com/office/drawing/2014/main" id="{0BB2155F-AEC3-FC9C-3DE6-90AE5970A085}"/>
              </a:ext>
            </a:extLst>
          </p:cNvPr>
          <p:cNvSpPr>
            <a:spLocks noGrp="1"/>
          </p:cNvSpPr>
          <p:nvPr>
            <p:ph type="sldNum" sz="quarter" idx="12"/>
          </p:nvPr>
        </p:nvSpPr>
        <p:spPr/>
        <p:txBody>
          <a:bodyPr/>
          <a:lstStyle/>
          <a:p>
            <a:pPr rtl="0"/>
            <a:fld id="{B5CEABB6-07DC-46E8-9B57-56EC44A396E5}" type="slidenum">
              <a:rPr lang="de-DE" noProof="0" smtClean="0"/>
              <a:t>38</a:t>
            </a:fld>
            <a:endParaRPr lang="de-DE" noProof="0"/>
          </a:p>
        </p:txBody>
      </p:sp>
      <p:sp>
        <p:nvSpPr>
          <p:cNvPr id="18" name="Textplatzhalter 6">
            <a:extLst>
              <a:ext uri="{FF2B5EF4-FFF2-40B4-BE49-F238E27FC236}">
                <a16:creationId xmlns:a16="http://schemas.microsoft.com/office/drawing/2014/main" id="{4BBA9F90-258A-AC03-373F-47189698C773}"/>
              </a:ext>
            </a:extLst>
          </p:cNvPr>
          <p:cNvSpPr txBox="1">
            <a:spLocks/>
          </p:cNvSpPr>
          <p:nvPr/>
        </p:nvSpPr>
        <p:spPr>
          <a:xfrm>
            <a:off x="1370239" y="2925260"/>
            <a:ext cx="5539095" cy="2316215"/>
          </a:xfrm>
          <a:prstGeom prst="rect">
            <a:avLst/>
          </a:prstGeom>
        </p:spPr>
        <p:txBody>
          <a:bodyPr rtlCol="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de-DE" sz="1600"/>
          </a:p>
          <a:p>
            <a:pPr>
              <a:buFontTx/>
              <a:buChar char="-"/>
            </a:pPr>
            <a:r>
              <a:rPr lang="de-DE" sz="1600" err="1"/>
              <a:t>Overview</a:t>
            </a:r>
            <a:r>
              <a:rPr lang="de-DE" sz="1600"/>
              <a:t> on Copilot </a:t>
            </a:r>
            <a:r>
              <a:rPr lang="de-DE" sz="1600" err="1"/>
              <a:t>Extensions</a:t>
            </a:r>
            <a:endParaRPr lang="de-DE" sz="1600"/>
          </a:p>
          <a:p>
            <a:pPr>
              <a:buFontTx/>
              <a:buChar char="-"/>
            </a:pPr>
            <a:r>
              <a:rPr lang="de-DE" sz="1600" err="1"/>
              <a:t>Finding</a:t>
            </a:r>
            <a:r>
              <a:rPr lang="de-DE" sz="1600"/>
              <a:t> </a:t>
            </a:r>
            <a:r>
              <a:rPr lang="de-DE" sz="1600" err="1"/>
              <a:t>Agents</a:t>
            </a:r>
            <a:endParaRPr lang="de-DE" sz="1600"/>
          </a:p>
          <a:p>
            <a:pPr>
              <a:buFontTx/>
              <a:buChar char="-"/>
            </a:pPr>
            <a:r>
              <a:rPr lang="de-DE" sz="1600"/>
              <a:t>Agent </a:t>
            </a:r>
            <a:r>
              <a:rPr lang="de-DE" sz="1600" err="1"/>
              <a:t>Types</a:t>
            </a:r>
            <a:endParaRPr lang="de-DE" sz="1600"/>
          </a:p>
          <a:p>
            <a:pPr>
              <a:buFontTx/>
              <a:buChar char="-"/>
            </a:pPr>
            <a:r>
              <a:rPr lang="de-DE" sz="1600" err="1"/>
              <a:t>Limitations</a:t>
            </a:r>
            <a:r>
              <a:rPr lang="de-DE" sz="1600"/>
              <a:t> and </a:t>
            </a:r>
            <a:r>
              <a:rPr lang="de-DE" sz="1600" err="1"/>
              <a:t>Mitigations</a:t>
            </a:r>
            <a:endParaRPr lang="de-DE" sz="1600"/>
          </a:p>
          <a:p>
            <a:pPr>
              <a:buFontTx/>
              <a:buChar char="-"/>
            </a:pPr>
            <a:r>
              <a:rPr lang="de-DE" sz="1600"/>
              <a:t>Building own </a:t>
            </a:r>
            <a:r>
              <a:rPr lang="de-DE" sz="1600" err="1"/>
              <a:t>agents</a:t>
            </a:r>
            <a:endParaRPr lang="de-DE" sz="1600"/>
          </a:p>
          <a:p>
            <a:pPr>
              <a:buFontTx/>
              <a:buChar char="-"/>
            </a:pPr>
            <a:r>
              <a:rPr lang="de-DE" sz="1600"/>
              <a:t>Sharing </a:t>
            </a:r>
            <a:r>
              <a:rPr lang="de-DE" sz="1600" err="1"/>
              <a:t>agents</a:t>
            </a:r>
            <a:endParaRPr lang="de-DE" sz="1600"/>
          </a:p>
          <a:p>
            <a:pPr>
              <a:buFontTx/>
              <a:buChar char="-"/>
            </a:pPr>
            <a:endParaRPr lang="de-DE" sz="1600"/>
          </a:p>
        </p:txBody>
      </p:sp>
    </p:spTree>
    <p:custDataLst>
      <p:tags r:id="rId1"/>
    </p:custDataLst>
    <p:extLst>
      <p:ext uri="{BB962C8B-B14F-4D97-AF65-F5344CB8AC3E}">
        <p14:creationId xmlns:p14="http://schemas.microsoft.com/office/powerpoint/2010/main" val="38846987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213863-BE84-5012-FA37-148C14EADC94}"/>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08FB1C09-393B-D965-49B6-681CD2D13A50}"/>
              </a:ext>
            </a:extLst>
          </p:cNvPr>
          <p:cNvSpPr>
            <a:spLocks noGrp="1"/>
          </p:cNvSpPr>
          <p:nvPr>
            <p:ph type="title"/>
          </p:nvPr>
        </p:nvSpPr>
        <p:spPr>
          <a:xfrm>
            <a:off x="5382483" y="322912"/>
            <a:ext cx="5431971" cy="846301"/>
          </a:xfrm>
        </p:spPr>
        <p:txBody>
          <a:bodyPr>
            <a:normAutofit/>
          </a:bodyPr>
          <a:lstStyle/>
          <a:p>
            <a:r>
              <a:rPr lang="de-DE" err="1"/>
              <a:t>Extending</a:t>
            </a:r>
            <a:r>
              <a:rPr lang="de-DE"/>
              <a:t> Copilot Chat</a:t>
            </a:r>
          </a:p>
        </p:txBody>
      </p:sp>
      <p:sp>
        <p:nvSpPr>
          <p:cNvPr id="12" name="Textfeld 11">
            <a:extLst>
              <a:ext uri="{FF2B5EF4-FFF2-40B4-BE49-F238E27FC236}">
                <a16:creationId xmlns:a16="http://schemas.microsoft.com/office/drawing/2014/main" id="{B714D226-0604-560C-85C8-6E070E9942DD}"/>
              </a:ext>
            </a:extLst>
          </p:cNvPr>
          <p:cNvSpPr txBox="1"/>
          <p:nvPr/>
        </p:nvSpPr>
        <p:spPr>
          <a:xfrm>
            <a:off x="5241349" y="1413063"/>
            <a:ext cx="6441305" cy="3785652"/>
          </a:xfrm>
          <a:prstGeom prst="rect">
            <a:avLst/>
          </a:prstGeom>
          <a:noFill/>
        </p:spPr>
        <p:txBody>
          <a:bodyPr wrap="square">
            <a:spAutoFit/>
          </a:bodyPr>
          <a:lstStyle/>
          <a:p>
            <a:r>
              <a:rPr lang="en-US" sz="1600">
                <a:latin typeface="Segoe UI" panose="020B0502040204020203" pitchFamily="34" charset="0"/>
              </a:rPr>
              <a:t>Just when you thought you’ve seen it all…..there is one more thing to know about Microsoft 365 Copilot Chat. </a:t>
            </a:r>
          </a:p>
          <a:p>
            <a:endParaRPr lang="en-US" sz="1600">
              <a:latin typeface="Segoe UI" panose="020B0502040204020203" pitchFamily="34" charset="0"/>
            </a:endParaRPr>
          </a:p>
          <a:p>
            <a:pPr marL="171450" indent="-171450">
              <a:buFont typeface="Arial" panose="020B0604020202020204" pitchFamily="34" charset="0"/>
              <a:buChar char="•"/>
            </a:pPr>
            <a:r>
              <a:rPr lang="de-DE" sz="1600">
                <a:latin typeface="Segoe UI" panose="020B0502040204020203" pitchFamily="34" charset="0"/>
              </a:rPr>
              <a:t>All </a:t>
            </a:r>
            <a:r>
              <a:rPr lang="de-DE" sz="1600" err="1">
                <a:latin typeface="Segoe UI" panose="020B0502040204020203" pitchFamily="34" charset="0"/>
              </a:rPr>
              <a:t>we‘ve</a:t>
            </a:r>
            <a:r>
              <a:rPr lang="de-DE" sz="1600">
                <a:latin typeface="Segoe UI" panose="020B0502040204020203" pitchFamily="34" charset="0"/>
              </a:rPr>
              <a:t> </a:t>
            </a:r>
            <a:r>
              <a:rPr lang="de-DE" sz="1600" err="1">
                <a:latin typeface="Segoe UI" panose="020B0502040204020203" pitchFamily="34" charset="0"/>
              </a:rPr>
              <a:t>seen</a:t>
            </a:r>
            <a:r>
              <a:rPr lang="de-DE" sz="1600">
                <a:latin typeface="Segoe UI" panose="020B0502040204020203" pitchFamily="34" charset="0"/>
              </a:rPr>
              <a:t> </a:t>
            </a:r>
            <a:r>
              <a:rPr lang="de-DE" sz="1600" err="1">
                <a:latin typeface="Segoe UI" panose="020B0502040204020203" pitchFamily="34" charset="0"/>
              </a:rPr>
              <a:t>until</a:t>
            </a:r>
            <a:r>
              <a:rPr lang="de-DE" sz="1600">
                <a:latin typeface="Segoe UI" panose="020B0502040204020203" pitchFamily="34" charset="0"/>
              </a:rPr>
              <a:t> </a:t>
            </a:r>
            <a:r>
              <a:rPr lang="de-DE" sz="1600" err="1">
                <a:latin typeface="Segoe UI" panose="020B0502040204020203" pitchFamily="34" charset="0"/>
              </a:rPr>
              <a:t>now</a:t>
            </a:r>
            <a:r>
              <a:rPr lang="de-DE" sz="1600">
                <a:latin typeface="Segoe UI" panose="020B0502040204020203" pitchFamily="34" charset="0"/>
              </a:rPr>
              <a:t> </a:t>
            </a:r>
            <a:r>
              <a:rPr lang="de-DE" sz="1600" err="1">
                <a:latin typeface="Segoe UI" panose="020B0502040204020203" pitchFamily="34" charset="0"/>
              </a:rPr>
              <a:t>has</a:t>
            </a:r>
            <a:r>
              <a:rPr lang="de-DE" sz="1600">
                <a:latin typeface="Segoe UI" panose="020B0502040204020203" pitchFamily="34" charset="0"/>
              </a:rPr>
              <a:t> </a:t>
            </a:r>
            <a:r>
              <a:rPr lang="de-DE" sz="1600" err="1">
                <a:latin typeface="Segoe UI" panose="020B0502040204020203" pitchFamily="34" charset="0"/>
              </a:rPr>
              <a:t>been</a:t>
            </a:r>
            <a:r>
              <a:rPr lang="de-DE" sz="1600">
                <a:latin typeface="Segoe UI" panose="020B0502040204020203" pitchFamily="34" charset="0"/>
              </a:rPr>
              <a:t> </a:t>
            </a:r>
            <a:r>
              <a:rPr lang="de-DE" sz="1600" err="1">
                <a:latin typeface="Segoe UI" panose="020B0502040204020203" pitchFamily="34" charset="0"/>
              </a:rPr>
              <a:t>what</a:t>
            </a:r>
            <a:r>
              <a:rPr lang="de-DE" sz="1600">
                <a:latin typeface="Segoe UI" panose="020B0502040204020203" pitchFamily="34" charset="0"/>
              </a:rPr>
              <a:t> </a:t>
            </a:r>
            <a:r>
              <a:rPr lang="de-DE" sz="1600" err="1">
                <a:latin typeface="Segoe UI" panose="020B0502040204020203" pitchFamily="34" charset="0"/>
              </a:rPr>
              <a:t>comes</a:t>
            </a:r>
            <a:r>
              <a:rPr lang="de-DE" sz="1600">
                <a:latin typeface="Segoe UI" panose="020B0502040204020203" pitchFamily="34" charset="0"/>
              </a:rPr>
              <a:t> out </a:t>
            </a:r>
            <a:r>
              <a:rPr lang="de-DE" sz="1600" err="1">
                <a:latin typeface="Segoe UI" panose="020B0502040204020203" pitchFamily="34" charset="0"/>
              </a:rPr>
              <a:t>of</a:t>
            </a:r>
            <a:r>
              <a:rPr lang="de-DE" sz="1600">
                <a:latin typeface="Segoe UI" panose="020B0502040204020203" pitchFamily="34" charset="0"/>
              </a:rPr>
              <a:t> </a:t>
            </a:r>
            <a:r>
              <a:rPr lang="de-DE" sz="1600" err="1">
                <a:latin typeface="Segoe UI" panose="020B0502040204020203" pitchFamily="34" charset="0"/>
              </a:rPr>
              <a:t>the</a:t>
            </a:r>
            <a:r>
              <a:rPr lang="de-DE" sz="1600">
                <a:latin typeface="Segoe UI" panose="020B0502040204020203" pitchFamily="34" charset="0"/>
              </a:rPr>
              <a:t> box</a:t>
            </a:r>
          </a:p>
          <a:p>
            <a:pPr marL="171450" indent="-171450">
              <a:buFont typeface="Arial" panose="020B0604020202020204" pitchFamily="34" charset="0"/>
              <a:buChar char="•"/>
            </a:pPr>
            <a:endParaRPr lang="de-DE" sz="1600">
              <a:latin typeface="Segoe UI" panose="020B0502040204020203" pitchFamily="34" charset="0"/>
            </a:endParaRPr>
          </a:p>
          <a:p>
            <a:pPr marL="171450" indent="-171450">
              <a:buFont typeface="Arial" panose="020B0604020202020204" pitchFamily="34" charset="0"/>
              <a:buChar char="•"/>
            </a:pPr>
            <a:r>
              <a:rPr lang="de-DE" sz="1600">
                <a:latin typeface="Segoe UI" panose="020B0502040204020203" pitchFamily="34" charset="0"/>
              </a:rPr>
              <a:t>But </a:t>
            </a:r>
            <a:r>
              <a:rPr lang="de-DE" sz="1600" err="1">
                <a:latin typeface="Segoe UI" panose="020B0502040204020203" pitchFamily="34" charset="0"/>
              </a:rPr>
              <a:t>what</a:t>
            </a:r>
            <a:r>
              <a:rPr lang="de-DE" sz="1600">
                <a:latin typeface="Segoe UI" panose="020B0502040204020203" pitchFamily="34" charset="0"/>
              </a:rPr>
              <a:t> </a:t>
            </a:r>
            <a:r>
              <a:rPr lang="de-DE" sz="1600" err="1">
                <a:latin typeface="Segoe UI" panose="020B0502040204020203" pitchFamily="34" charset="0"/>
              </a:rPr>
              <a:t>if</a:t>
            </a:r>
            <a:r>
              <a:rPr lang="de-DE" sz="1600">
                <a:latin typeface="Segoe UI" panose="020B0502040204020203" pitchFamily="34" charset="0"/>
              </a:rPr>
              <a:t> </a:t>
            </a:r>
            <a:r>
              <a:rPr lang="de-DE" sz="1600" err="1">
                <a:latin typeface="Segoe UI" panose="020B0502040204020203" pitchFamily="34" charset="0"/>
              </a:rPr>
              <a:t>you</a:t>
            </a:r>
            <a:r>
              <a:rPr lang="de-DE" sz="1600">
                <a:latin typeface="Segoe UI" panose="020B0502040204020203" pitchFamily="34" charset="0"/>
              </a:rPr>
              <a:t> </a:t>
            </a:r>
            <a:r>
              <a:rPr lang="de-DE" sz="1600" err="1">
                <a:latin typeface="Segoe UI" panose="020B0502040204020203" pitchFamily="34" charset="0"/>
              </a:rPr>
              <a:t>could</a:t>
            </a:r>
            <a:r>
              <a:rPr lang="de-DE" sz="1600">
                <a:latin typeface="Segoe UI" panose="020B0502040204020203" pitchFamily="34" charset="0"/>
              </a:rPr>
              <a:t> </a:t>
            </a:r>
            <a:r>
              <a:rPr lang="de-DE" sz="1600" err="1">
                <a:latin typeface="Segoe UI" panose="020B0502040204020203" pitchFamily="34" charset="0"/>
              </a:rPr>
              <a:t>add</a:t>
            </a:r>
            <a:r>
              <a:rPr lang="de-DE" sz="1600">
                <a:latin typeface="Segoe UI" panose="020B0502040204020203" pitchFamily="34" charset="0"/>
              </a:rPr>
              <a:t> </a:t>
            </a:r>
            <a:r>
              <a:rPr lang="de-DE" sz="1600" err="1">
                <a:latin typeface="Segoe UI" panose="020B0502040204020203" pitchFamily="34" charset="0"/>
              </a:rPr>
              <a:t>even</a:t>
            </a:r>
            <a:r>
              <a:rPr lang="de-DE" sz="1600">
                <a:latin typeface="Segoe UI" panose="020B0502040204020203" pitchFamily="34" charset="0"/>
              </a:rPr>
              <a:t> </a:t>
            </a:r>
            <a:r>
              <a:rPr lang="de-DE" sz="1600" err="1">
                <a:latin typeface="Segoe UI" panose="020B0502040204020203" pitchFamily="34" charset="0"/>
              </a:rPr>
              <a:t>more</a:t>
            </a:r>
            <a:r>
              <a:rPr lang="de-DE" sz="1600">
                <a:latin typeface="Segoe UI" panose="020B0502040204020203" pitchFamily="34" charset="0"/>
              </a:rPr>
              <a:t> </a:t>
            </a:r>
            <a:r>
              <a:rPr lang="de-DE" sz="1600" err="1">
                <a:latin typeface="Segoe UI" panose="020B0502040204020203" pitchFamily="34" charset="0"/>
              </a:rPr>
              <a:t>functionality</a:t>
            </a:r>
            <a:r>
              <a:rPr lang="de-DE" sz="1600">
                <a:latin typeface="Segoe UI" panose="020B0502040204020203" pitchFamily="34" charset="0"/>
              </a:rPr>
              <a:t>?</a:t>
            </a:r>
          </a:p>
          <a:p>
            <a:pPr marL="171450" indent="-171450">
              <a:buFont typeface="Arial" panose="020B0604020202020204" pitchFamily="34" charset="0"/>
              <a:buChar char="•"/>
            </a:pPr>
            <a:endParaRPr lang="de-DE" sz="1600">
              <a:latin typeface="Segoe UI" panose="020B0502040204020203" pitchFamily="34" charset="0"/>
            </a:endParaRPr>
          </a:p>
          <a:p>
            <a:pPr marL="171450" indent="-171450">
              <a:buFont typeface="Arial" panose="020B0604020202020204" pitchFamily="34" charset="0"/>
              <a:buChar char="•"/>
            </a:pPr>
            <a:r>
              <a:rPr lang="de-DE" sz="1600">
                <a:latin typeface="Segoe UI" panose="020B0502040204020203" pitchFamily="34" charset="0"/>
              </a:rPr>
              <a:t>so-</a:t>
            </a:r>
            <a:r>
              <a:rPr lang="de-DE" sz="1600" err="1">
                <a:latin typeface="Segoe UI" panose="020B0502040204020203" pitchFamily="34" charset="0"/>
              </a:rPr>
              <a:t>called</a:t>
            </a:r>
            <a:r>
              <a:rPr lang="de-DE" sz="1600">
                <a:latin typeface="Segoe UI" panose="020B0502040204020203" pitchFamily="34" charset="0"/>
              </a:rPr>
              <a:t> </a:t>
            </a:r>
            <a:r>
              <a:rPr lang="de-DE" sz="1600" err="1">
                <a:latin typeface="Segoe UI" panose="020B0502040204020203" pitchFamily="34" charset="0"/>
              </a:rPr>
              <a:t>agents</a:t>
            </a:r>
            <a:r>
              <a:rPr lang="de-DE" sz="1600">
                <a:latin typeface="Segoe UI" panose="020B0502040204020203" pitchFamily="34" charset="0"/>
              </a:rPr>
              <a:t> </a:t>
            </a:r>
            <a:r>
              <a:rPr lang="de-DE" sz="1600" err="1">
                <a:latin typeface="Segoe UI" panose="020B0502040204020203" pitchFamily="34" charset="0"/>
              </a:rPr>
              <a:t>extend</a:t>
            </a:r>
            <a:r>
              <a:rPr lang="de-DE" sz="1600">
                <a:latin typeface="Segoe UI" panose="020B0502040204020203" pitchFamily="34" charset="0"/>
              </a:rPr>
              <a:t> </a:t>
            </a:r>
            <a:r>
              <a:rPr lang="de-DE" sz="1600" err="1">
                <a:latin typeface="Segoe UI" panose="020B0502040204020203" pitchFamily="34" charset="0"/>
              </a:rPr>
              <a:t>the</a:t>
            </a:r>
            <a:r>
              <a:rPr lang="de-DE" sz="1600">
                <a:latin typeface="Segoe UI" panose="020B0502040204020203" pitchFamily="34" charset="0"/>
              </a:rPr>
              <a:t> </a:t>
            </a:r>
            <a:r>
              <a:rPr lang="de-DE" sz="1600" err="1">
                <a:latin typeface="Segoe UI" panose="020B0502040204020203" pitchFamily="34" charset="0"/>
              </a:rPr>
              <a:t>basis</a:t>
            </a:r>
            <a:r>
              <a:rPr lang="de-DE" sz="1600">
                <a:latin typeface="Segoe UI" panose="020B0502040204020203" pitchFamily="34" charset="0"/>
              </a:rPr>
              <a:t> </a:t>
            </a:r>
            <a:r>
              <a:rPr lang="de-DE" sz="1600" err="1">
                <a:latin typeface="Segoe UI" panose="020B0502040204020203" pitchFamily="34" charset="0"/>
              </a:rPr>
              <a:t>functionality</a:t>
            </a:r>
            <a:r>
              <a:rPr lang="de-DE" sz="1600">
                <a:latin typeface="Segoe UI" panose="020B0502040204020203" pitchFamily="34" charset="0"/>
              </a:rPr>
              <a:t>, </a:t>
            </a:r>
            <a:r>
              <a:rPr lang="de-DE" sz="1600" err="1">
                <a:latin typeface="Segoe UI" panose="020B0502040204020203" pitchFamily="34" charset="0"/>
              </a:rPr>
              <a:t>add</a:t>
            </a:r>
            <a:r>
              <a:rPr lang="de-DE" sz="1600">
                <a:latin typeface="Segoe UI" panose="020B0502040204020203" pitchFamily="34" charset="0"/>
              </a:rPr>
              <a:t> </a:t>
            </a:r>
            <a:r>
              <a:rPr lang="de-DE" sz="1600" err="1">
                <a:latin typeface="Segoe UI" panose="020B0502040204020203" pitchFamily="34" charset="0"/>
              </a:rPr>
              <a:t>specialized</a:t>
            </a:r>
            <a:r>
              <a:rPr lang="de-DE" sz="1600">
                <a:latin typeface="Segoe UI" panose="020B0502040204020203" pitchFamily="34" charset="0"/>
              </a:rPr>
              <a:t> </a:t>
            </a:r>
            <a:r>
              <a:rPr lang="de-DE" sz="1600" err="1">
                <a:latin typeface="Segoe UI" panose="020B0502040204020203" pitchFamily="34" charset="0"/>
              </a:rPr>
              <a:t>features</a:t>
            </a:r>
            <a:r>
              <a:rPr lang="de-DE" sz="1600">
                <a:latin typeface="Segoe UI" panose="020B0502040204020203" pitchFamily="34" charset="0"/>
              </a:rPr>
              <a:t> </a:t>
            </a:r>
            <a:r>
              <a:rPr lang="de-DE" sz="1600" err="1">
                <a:latin typeface="Segoe UI" panose="020B0502040204020203" pitchFamily="34" charset="0"/>
              </a:rPr>
              <a:t>or</a:t>
            </a:r>
            <a:r>
              <a:rPr lang="de-DE" sz="1600">
                <a:latin typeface="Segoe UI" panose="020B0502040204020203" pitchFamily="34" charset="0"/>
              </a:rPr>
              <a:t> </a:t>
            </a:r>
            <a:r>
              <a:rPr lang="de-DE" sz="1600" err="1">
                <a:latin typeface="Segoe UI" panose="020B0502040204020203" pitchFamily="34" charset="0"/>
              </a:rPr>
              <a:t>could</a:t>
            </a:r>
            <a:r>
              <a:rPr lang="de-DE" sz="1600">
                <a:latin typeface="Segoe UI" panose="020B0502040204020203" pitchFamily="34" charset="0"/>
              </a:rPr>
              <a:t> </a:t>
            </a:r>
            <a:r>
              <a:rPr lang="de-DE" sz="1600" err="1">
                <a:latin typeface="Segoe UI" panose="020B0502040204020203" pitchFamily="34" charset="0"/>
              </a:rPr>
              <a:t>even</a:t>
            </a:r>
            <a:r>
              <a:rPr lang="de-DE" sz="1600">
                <a:latin typeface="Segoe UI" panose="020B0502040204020203" pitchFamily="34" charset="0"/>
              </a:rPr>
              <a:t> </a:t>
            </a:r>
            <a:r>
              <a:rPr lang="de-DE" sz="1600" err="1">
                <a:latin typeface="Segoe UI" panose="020B0502040204020203" pitchFamily="34" charset="0"/>
              </a:rPr>
              <a:t>let</a:t>
            </a:r>
            <a:r>
              <a:rPr lang="de-DE" sz="1600">
                <a:latin typeface="Segoe UI" panose="020B0502040204020203" pitchFamily="34" charset="0"/>
              </a:rPr>
              <a:t> </a:t>
            </a:r>
            <a:r>
              <a:rPr lang="de-DE" sz="1600" err="1">
                <a:latin typeface="Segoe UI" panose="020B0502040204020203" pitchFamily="34" charset="0"/>
              </a:rPr>
              <a:t>you</a:t>
            </a:r>
            <a:r>
              <a:rPr lang="de-DE" sz="1600">
                <a:latin typeface="Segoe UI" panose="020B0502040204020203" pitchFamily="34" charset="0"/>
              </a:rPr>
              <a:t> </a:t>
            </a:r>
            <a:r>
              <a:rPr lang="de-DE" sz="1600" err="1">
                <a:latin typeface="Segoe UI" panose="020B0502040204020203" pitchFamily="34" charset="0"/>
              </a:rPr>
              <a:t>access</a:t>
            </a:r>
            <a:r>
              <a:rPr lang="de-DE" sz="1600">
                <a:latin typeface="Segoe UI" panose="020B0502040204020203" pitchFamily="34" charset="0"/>
              </a:rPr>
              <a:t> additional </a:t>
            </a:r>
            <a:r>
              <a:rPr lang="de-DE" sz="1600" err="1">
                <a:latin typeface="Segoe UI" panose="020B0502040204020203" pitchFamily="34" charset="0"/>
              </a:rPr>
              <a:t>applications</a:t>
            </a:r>
            <a:endParaRPr lang="de-DE" sz="1600">
              <a:latin typeface="Segoe UI" panose="020B0502040204020203" pitchFamily="34" charset="0"/>
            </a:endParaRPr>
          </a:p>
          <a:p>
            <a:pPr marL="171450" indent="-171450">
              <a:buFont typeface="Arial" panose="020B0604020202020204" pitchFamily="34" charset="0"/>
              <a:buChar char="•"/>
            </a:pPr>
            <a:endParaRPr lang="de-DE" sz="1600">
              <a:latin typeface="Segoe UI" panose="020B0502040204020203" pitchFamily="34" charset="0"/>
            </a:endParaRPr>
          </a:p>
          <a:p>
            <a:pPr marL="171450" indent="-171450">
              <a:buFont typeface="Arial" panose="020B0604020202020204" pitchFamily="34" charset="0"/>
              <a:buChar char="•"/>
            </a:pPr>
            <a:r>
              <a:rPr lang="de-DE" sz="1600" err="1">
                <a:latin typeface="Segoe UI" panose="020B0502040204020203" pitchFamily="34" charset="0"/>
              </a:rPr>
              <a:t>Remember</a:t>
            </a:r>
            <a:r>
              <a:rPr lang="de-DE" sz="1600">
                <a:latin typeface="Segoe UI" panose="020B0502040204020203" pitchFamily="34" charset="0"/>
              </a:rPr>
              <a:t> </a:t>
            </a:r>
            <a:r>
              <a:rPr lang="de-DE" sz="1600" err="1">
                <a:latin typeface="Segoe UI" panose="020B0502040204020203" pitchFamily="34" charset="0"/>
              </a:rPr>
              <a:t>already</a:t>
            </a:r>
            <a:r>
              <a:rPr lang="de-DE" sz="1600">
                <a:latin typeface="Segoe UI" panose="020B0502040204020203" pitchFamily="34" charset="0"/>
              </a:rPr>
              <a:t> </a:t>
            </a:r>
            <a:r>
              <a:rPr lang="de-DE" sz="1600" err="1">
                <a:latin typeface="Segoe UI" panose="020B0502040204020203" pitchFamily="34" charset="0"/>
              </a:rPr>
              <a:t>having</a:t>
            </a:r>
            <a:r>
              <a:rPr lang="de-DE" sz="1600">
                <a:latin typeface="Segoe UI" panose="020B0502040204020203" pitchFamily="34" charset="0"/>
              </a:rPr>
              <a:t> </a:t>
            </a:r>
            <a:r>
              <a:rPr lang="de-DE" sz="1600" err="1">
                <a:latin typeface="Segoe UI" panose="020B0502040204020203" pitchFamily="34" charset="0"/>
              </a:rPr>
              <a:t>used</a:t>
            </a:r>
            <a:r>
              <a:rPr lang="de-DE" sz="1600">
                <a:latin typeface="Segoe UI" panose="020B0502040204020203" pitchFamily="34" charset="0"/>
              </a:rPr>
              <a:t> </a:t>
            </a:r>
            <a:r>
              <a:rPr lang="de-DE" sz="1600" err="1">
                <a:latin typeface="Segoe UI" panose="020B0502040204020203" pitchFamily="34" charset="0"/>
              </a:rPr>
              <a:t>one</a:t>
            </a:r>
            <a:r>
              <a:rPr lang="de-DE" sz="1600">
                <a:latin typeface="Segoe UI" panose="020B0502040204020203" pitchFamily="34" charset="0"/>
              </a:rPr>
              <a:t>? Yes, </a:t>
            </a:r>
            <a:r>
              <a:rPr lang="de-DE" sz="1600" err="1">
                <a:latin typeface="Segoe UI" panose="020B0502040204020203" pitchFamily="34" charset="0"/>
              </a:rPr>
              <a:t>right</a:t>
            </a:r>
            <a:r>
              <a:rPr lang="de-DE" sz="1600">
                <a:latin typeface="Segoe UI" panose="020B0502040204020203" pitchFamily="34" charset="0"/>
              </a:rPr>
              <a:t>! The Prompt Coach and </a:t>
            </a:r>
            <a:r>
              <a:rPr lang="de-DE" sz="1600" err="1">
                <a:latin typeface="Segoe UI" panose="020B0502040204020203" pitchFamily="34" charset="0"/>
              </a:rPr>
              <a:t>the</a:t>
            </a:r>
            <a:r>
              <a:rPr lang="de-DE" sz="1600">
                <a:latin typeface="Segoe UI" panose="020B0502040204020203" pitchFamily="34" charset="0"/>
              </a:rPr>
              <a:t> Idea Coach.</a:t>
            </a:r>
          </a:p>
          <a:p>
            <a:pPr marL="171450" indent="-171450">
              <a:buFont typeface="Arial" panose="020B0604020202020204" pitchFamily="34" charset="0"/>
              <a:buChar char="•"/>
            </a:pPr>
            <a:endParaRPr lang="de-DE" sz="1600">
              <a:latin typeface="Segoe UI" panose="020B0502040204020203" pitchFamily="34" charset="0"/>
            </a:endParaRPr>
          </a:p>
          <a:p>
            <a:pPr marL="171450" indent="-171450">
              <a:buFont typeface="Arial" panose="020B0604020202020204" pitchFamily="34" charset="0"/>
              <a:buChar char="•"/>
            </a:pPr>
            <a:r>
              <a:rPr lang="de-DE" sz="1600" err="1">
                <a:latin typeface="Segoe UI" panose="020B0502040204020203" pitchFamily="34" charset="0"/>
              </a:rPr>
              <a:t>Let‘s</a:t>
            </a:r>
            <a:r>
              <a:rPr lang="de-DE" sz="1600">
                <a:latin typeface="Segoe UI" panose="020B0502040204020203" pitchFamily="34" charset="0"/>
              </a:rPr>
              <a:t> </a:t>
            </a:r>
            <a:r>
              <a:rPr lang="de-DE" sz="1600" err="1">
                <a:latin typeface="Segoe UI" panose="020B0502040204020203" pitchFamily="34" charset="0"/>
              </a:rPr>
              <a:t>see</a:t>
            </a:r>
            <a:r>
              <a:rPr lang="de-DE" sz="1600">
                <a:latin typeface="Segoe UI" panose="020B0502040204020203" pitchFamily="34" charset="0"/>
              </a:rPr>
              <a:t> </a:t>
            </a:r>
            <a:r>
              <a:rPr lang="de-DE" sz="1600" err="1">
                <a:latin typeface="Segoe UI" panose="020B0502040204020203" pitchFamily="34" charset="0"/>
              </a:rPr>
              <a:t>where</a:t>
            </a:r>
            <a:r>
              <a:rPr lang="de-DE" sz="1600">
                <a:latin typeface="Segoe UI" panose="020B0502040204020203" pitchFamily="34" charset="0"/>
              </a:rPr>
              <a:t> to find </a:t>
            </a:r>
            <a:r>
              <a:rPr lang="de-DE" sz="1600" err="1">
                <a:latin typeface="Segoe UI" panose="020B0502040204020203" pitchFamily="34" charset="0"/>
              </a:rPr>
              <a:t>more</a:t>
            </a:r>
            <a:r>
              <a:rPr lang="de-DE" sz="1600">
                <a:latin typeface="Segoe UI" panose="020B0502040204020203" pitchFamily="34" charset="0"/>
              </a:rPr>
              <a:t> </a:t>
            </a:r>
            <a:r>
              <a:rPr lang="de-DE" sz="1600" err="1">
                <a:latin typeface="Segoe UI" panose="020B0502040204020203" pitchFamily="34" charset="0"/>
              </a:rPr>
              <a:t>agents</a:t>
            </a:r>
            <a:r>
              <a:rPr lang="de-DE" sz="1600">
                <a:latin typeface="Segoe UI" panose="020B0502040204020203" pitchFamily="34" charset="0"/>
              </a:rPr>
              <a:t> and </a:t>
            </a:r>
            <a:r>
              <a:rPr lang="de-DE" sz="1600" err="1">
                <a:latin typeface="Segoe UI" panose="020B0502040204020203" pitchFamily="34" charset="0"/>
              </a:rPr>
              <a:t>integrations</a:t>
            </a:r>
            <a:endParaRPr lang="de-DE" sz="1600"/>
          </a:p>
          <a:p>
            <a:pPr marL="171450" indent="-171450">
              <a:buFont typeface="Arial" panose="020B0604020202020204" pitchFamily="34" charset="0"/>
              <a:buChar char="•"/>
            </a:pPr>
            <a:endParaRPr lang="de-DE" sz="1600"/>
          </a:p>
        </p:txBody>
      </p:sp>
      <p:pic>
        <p:nvPicPr>
          <p:cNvPr id="6" name="Grafik 5" descr="Ein Bild, das Text, Screenshot, Multimedia, Software enthält.&#10;&#10;KI-generierte Inhalte können fehlerhaft sein.">
            <a:extLst>
              <a:ext uri="{FF2B5EF4-FFF2-40B4-BE49-F238E27FC236}">
                <a16:creationId xmlns:a16="http://schemas.microsoft.com/office/drawing/2014/main" id="{08F37F5E-0BE8-3CCB-40F6-D8F10E1223C8}"/>
              </a:ext>
            </a:extLst>
          </p:cNvPr>
          <p:cNvPicPr>
            <a:picLocks noChangeAspect="1"/>
          </p:cNvPicPr>
          <p:nvPr/>
        </p:nvPicPr>
        <p:blipFill>
          <a:blip r:embed="rId4"/>
          <a:srcRect r="12187"/>
          <a:stretch>
            <a:fillRect/>
          </a:stretch>
        </p:blipFill>
        <p:spPr>
          <a:xfrm>
            <a:off x="956350" y="1767623"/>
            <a:ext cx="1765918" cy="1856318"/>
          </a:xfrm>
          <a:prstGeom prst="rect">
            <a:avLst/>
          </a:prstGeom>
        </p:spPr>
      </p:pic>
      <p:sp>
        <p:nvSpPr>
          <p:cNvPr id="3" name="Textfeld 2">
            <a:extLst>
              <a:ext uri="{FF2B5EF4-FFF2-40B4-BE49-F238E27FC236}">
                <a16:creationId xmlns:a16="http://schemas.microsoft.com/office/drawing/2014/main" id="{B508E5F7-6C5A-98E2-74A4-49A190A7A319}"/>
              </a:ext>
            </a:extLst>
          </p:cNvPr>
          <p:cNvSpPr txBox="1"/>
          <p:nvPr/>
        </p:nvSpPr>
        <p:spPr>
          <a:xfrm>
            <a:off x="956350" y="4013288"/>
            <a:ext cx="2612238" cy="1815882"/>
          </a:xfrm>
          <a:prstGeom prst="rect">
            <a:avLst/>
          </a:prstGeom>
          <a:solidFill>
            <a:schemeClr val="bg1"/>
          </a:solidFill>
        </p:spPr>
        <p:txBody>
          <a:bodyPr wrap="square">
            <a:spAutoFit/>
          </a:bodyPr>
          <a:lstStyle/>
          <a:p>
            <a:r>
              <a:rPr lang="de-DE" sz="1600" err="1">
                <a:latin typeface="Segoe UI" panose="020B0502040204020203" pitchFamily="34" charset="0"/>
                <a:cs typeface="Segoe UI" panose="020B0502040204020203" pitchFamily="34" charset="0"/>
              </a:rPr>
              <a:t>Recently</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used</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agents</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are</a:t>
            </a:r>
            <a:r>
              <a:rPr lang="de-DE" sz="1600">
                <a:latin typeface="Segoe UI" panose="020B0502040204020203" pitchFamily="34" charset="0"/>
                <a:cs typeface="Segoe UI" panose="020B0502040204020203" pitchFamily="34" charset="0"/>
              </a:rPr>
              <a:t> to </a:t>
            </a:r>
            <a:r>
              <a:rPr lang="de-DE" sz="1600" err="1">
                <a:latin typeface="Segoe UI" panose="020B0502040204020203" pitchFamily="34" charset="0"/>
                <a:cs typeface="Segoe UI" panose="020B0502040204020203" pitchFamily="34" charset="0"/>
              </a:rPr>
              <a:t>be</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found</a:t>
            </a:r>
            <a:r>
              <a:rPr lang="de-DE" sz="1600">
                <a:latin typeface="Segoe UI" panose="020B0502040204020203" pitchFamily="34" charset="0"/>
                <a:cs typeface="Segoe UI" panose="020B0502040204020203" pitchFamily="34" charset="0"/>
              </a:rPr>
              <a:t> in </a:t>
            </a:r>
            <a:r>
              <a:rPr lang="de-DE" sz="1600" err="1">
                <a:latin typeface="Segoe UI" panose="020B0502040204020203" pitchFamily="34" charset="0"/>
                <a:cs typeface="Segoe UI" panose="020B0502040204020203" pitchFamily="34" charset="0"/>
              </a:rPr>
              <a:t>the</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left</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menu</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pane</a:t>
            </a:r>
            <a:r>
              <a:rPr lang="de-DE" sz="1600">
                <a:latin typeface="Segoe UI" panose="020B0502040204020203" pitchFamily="34" charset="0"/>
                <a:cs typeface="Segoe UI" panose="020B0502040204020203" pitchFamily="34" charset="0"/>
              </a:rPr>
              <a:t>. </a:t>
            </a:r>
          </a:p>
          <a:p>
            <a:endParaRPr lang="de-DE" sz="1600">
              <a:latin typeface="Segoe UI" panose="020B0502040204020203" pitchFamily="34" charset="0"/>
              <a:cs typeface="Segoe UI" panose="020B0502040204020203" pitchFamily="34" charset="0"/>
            </a:endParaRPr>
          </a:p>
          <a:p>
            <a:r>
              <a:rPr lang="de-DE" sz="1600" err="1">
                <a:latin typeface="Segoe UI" panose="020B0502040204020203" pitchFamily="34" charset="0"/>
                <a:cs typeface="Segoe UI" panose="020B0502040204020203" pitchFamily="34" charset="0"/>
              </a:rPr>
              <a:t>You</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can</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pin</a:t>
            </a:r>
            <a:r>
              <a:rPr lang="de-DE" sz="1600">
                <a:latin typeface="Segoe UI" panose="020B0502040204020203" pitchFamily="34" charset="0"/>
                <a:cs typeface="Segoe UI" panose="020B0502040204020203" pitchFamily="34" charset="0"/>
              </a:rPr>
              <a:t> an </a:t>
            </a:r>
            <a:r>
              <a:rPr lang="de-DE" sz="1600" err="1">
                <a:latin typeface="Segoe UI" panose="020B0502040204020203" pitchFamily="34" charset="0"/>
                <a:cs typeface="Segoe UI" panose="020B0502040204020203" pitchFamily="34" charset="0"/>
              </a:rPr>
              <a:t>agent</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by</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clicking</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the</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three</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dots</a:t>
            </a:r>
            <a:r>
              <a:rPr lang="de-DE" sz="1600">
                <a:latin typeface="Segoe UI" panose="020B0502040204020203" pitchFamily="34" charset="0"/>
                <a:cs typeface="Segoe UI" panose="020B0502040204020203" pitchFamily="34" charset="0"/>
              </a:rPr>
              <a:t> and </a:t>
            </a:r>
            <a:r>
              <a:rPr lang="de-DE" sz="1600" err="1">
                <a:latin typeface="Segoe UI" panose="020B0502040204020203" pitchFamily="34" charset="0"/>
                <a:cs typeface="Segoe UI" panose="020B0502040204020203" pitchFamily="34" charset="0"/>
              </a:rPr>
              <a:t>choosing</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pin</a:t>
            </a:r>
            <a:r>
              <a:rPr lang="de-DE" sz="1600">
                <a:latin typeface="Segoe UI" panose="020B0502040204020203" pitchFamily="34" charset="0"/>
                <a:cs typeface="Segoe UI" panose="020B0502040204020203" pitchFamily="34" charset="0"/>
              </a:rPr>
              <a:t>“.</a:t>
            </a:r>
          </a:p>
        </p:txBody>
      </p:sp>
    </p:spTree>
    <p:custDataLst>
      <p:tags r:id="rId1"/>
    </p:custDataLst>
    <p:extLst>
      <p:ext uri="{BB962C8B-B14F-4D97-AF65-F5344CB8AC3E}">
        <p14:creationId xmlns:p14="http://schemas.microsoft.com/office/powerpoint/2010/main" val="6201023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847E6-ABED-DEA4-0F98-8A6F3DDC2872}"/>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678B1353-89E7-4CBD-E2E4-4AE3FE926030}"/>
              </a:ext>
            </a:extLst>
          </p:cNvPr>
          <p:cNvSpPr>
            <a:spLocks noGrp="1"/>
          </p:cNvSpPr>
          <p:nvPr>
            <p:ph type="title"/>
          </p:nvPr>
        </p:nvSpPr>
        <p:spPr>
          <a:xfrm>
            <a:off x="5382483" y="322912"/>
            <a:ext cx="5431971" cy="846301"/>
          </a:xfrm>
        </p:spPr>
        <p:txBody>
          <a:bodyPr/>
          <a:lstStyle/>
          <a:p>
            <a:r>
              <a:rPr lang="de-DE"/>
              <a:t>Find additional </a:t>
            </a:r>
            <a:r>
              <a:rPr lang="de-DE" err="1"/>
              <a:t>agents</a:t>
            </a:r>
            <a:endParaRPr lang="de-DE"/>
          </a:p>
        </p:txBody>
      </p:sp>
      <p:sp>
        <p:nvSpPr>
          <p:cNvPr id="12" name="Textfeld 11">
            <a:extLst>
              <a:ext uri="{FF2B5EF4-FFF2-40B4-BE49-F238E27FC236}">
                <a16:creationId xmlns:a16="http://schemas.microsoft.com/office/drawing/2014/main" id="{97348482-3B03-D5F0-6C22-4CA477FA50E8}"/>
              </a:ext>
            </a:extLst>
          </p:cNvPr>
          <p:cNvSpPr txBox="1"/>
          <p:nvPr/>
        </p:nvSpPr>
        <p:spPr>
          <a:xfrm>
            <a:off x="509799" y="1413063"/>
            <a:ext cx="11172856" cy="338554"/>
          </a:xfrm>
          <a:prstGeom prst="rect">
            <a:avLst/>
          </a:prstGeom>
          <a:noFill/>
        </p:spPr>
        <p:txBody>
          <a:bodyPr wrap="square">
            <a:spAutoFit/>
          </a:bodyPr>
          <a:lstStyle/>
          <a:p>
            <a:r>
              <a:rPr lang="de-DE" sz="1600">
                <a:latin typeface="Segoe UI" panose="020B0502040204020203" pitchFamily="34" charset="0"/>
                <a:cs typeface="Segoe UI" panose="020B0502040204020203" pitchFamily="34" charset="0"/>
              </a:rPr>
              <a:t>Click „All </a:t>
            </a:r>
            <a:r>
              <a:rPr lang="de-DE" sz="1600" err="1">
                <a:latin typeface="Segoe UI" panose="020B0502040204020203" pitchFamily="34" charset="0"/>
                <a:cs typeface="Segoe UI" panose="020B0502040204020203" pitchFamily="34" charset="0"/>
              </a:rPr>
              <a:t>Agents</a:t>
            </a:r>
            <a:r>
              <a:rPr lang="de-DE" sz="1600">
                <a:latin typeface="Segoe UI" panose="020B0502040204020203" pitchFamily="34" charset="0"/>
                <a:cs typeface="Segoe UI" panose="020B0502040204020203" pitchFamily="34" charset="0"/>
              </a:rPr>
              <a:t>“ in </a:t>
            </a:r>
            <a:r>
              <a:rPr lang="de-DE" sz="1600" err="1">
                <a:latin typeface="Segoe UI" panose="020B0502040204020203" pitchFamily="34" charset="0"/>
                <a:cs typeface="Segoe UI" panose="020B0502040204020203" pitchFamily="34" charset="0"/>
              </a:rPr>
              <a:t>the</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left</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menu</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pane</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the</a:t>
            </a:r>
            <a:r>
              <a:rPr lang="de-DE" sz="1600">
                <a:latin typeface="Segoe UI" panose="020B0502040204020203" pitchFamily="34" charset="0"/>
                <a:cs typeface="Segoe UI" panose="020B0502040204020203" pitchFamily="34" charset="0"/>
              </a:rPr>
              <a:t> Agent Store </a:t>
            </a:r>
            <a:r>
              <a:rPr lang="de-DE" sz="1600" err="1">
                <a:latin typeface="Segoe UI" panose="020B0502040204020203" pitchFamily="34" charset="0"/>
                <a:cs typeface="Segoe UI" panose="020B0502040204020203" pitchFamily="34" charset="0"/>
              </a:rPr>
              <a:t>opens</a:t>
            </a:r>
            <a:r>
              <a:rPr lang="de-DE" sz="1600">
                <a:latin typeface="Segoe UI" panose="020B0502040204020203" pitchFamily="34" charset="0"/>
                <a:cs typeface="Segoe UI" panose="020B0502040204020203" pitchFamily="34" charset="0"/>
              </a:rPr>
              <a:t> and </a:t>
            </a:r>
            <a:r>
              <a:rPr lang="de-DE" sz="1600" err="1">
                <a:latin typeface="Segoe UI" panose="020B0502040204020203" pitchFamily="34" charset="0"/>
                <a:cs typeface="Segoe UI" panose="020B0502040204020203" pitchFamily="34" charset="0"/>
              </a:rPr>
              <a:t>you</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can</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search</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through</a:t>
            </a:r>
            <a:r>
              <a:rPr lang="de-DE" sz="1600">
                <a:latin typeface="Segoe UI" panose="020B0502040204020203" pitchFamily="34" charset="0"/>
                <a:cs typeface="Segoe UI" panose="020B0502040204020203" pitchFamily="34" charset="0"/>
              </a:rPr>
              <a:t> all </a:t>
            </a:r>
            <a:r>
              <a:rPr lang="de-DE" sz="1600" err="1">
                <a:latin typeface="Segoe UI" panose="020B0502040204020203" pitchFamily="34" charset="0"/>
                <a:cs typeface="Segoe UI" panose="020B0502040204020203" pitchFamily="34" charset="0"/>
              </a:rPr>
              <a:t>available</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agents</a:t>
            </a:r>
            <a:r>
              <a:rPr lang="de-DE" sz="1600">
                <a:latin typeface="Segoe UI" panose="020B0502040204020203" pitchFamily="34" charset="0"/>
                <a:cs typeface="Segoe UI" panose="020B0502040204020203" pitchFamily="34" charset="0"/>
              </a:rPr>
              <a:t>.</a:t>
            </a:r>
          </a:p>
        </p:txBody>
      </p:sp>
      <p:pic>
        <p:nvPicPr>
          <p:cNvPr id="4" name="Grafik 3" descr="Ein Bild, das Text, Screenshot, Software, Multimedia-Software enthält.&#10;&#10;KI-generierte Inhalte können fehlerhaft sein.">
            <a:extLst>
              <a:ext uri="{FF2B5EF4-FFF2-40B4-BE49-F238E27FC236}">
                <a16:creationId xmlns:a16="http://schemas.microsoft.com/office/drawing/2014/main" id="{1A1EBE3E-FC87-F25A-DCE9-7999B48E1D29}"/>
              </a:ext>
            </a:extLst>
          </p:cNvPr>
          <p:cNvPicPr>
            <a:picLocks noChangeAspect="1"/>
          </p:cNvPicPr>
          <p:nvPr/>
        </p:nvPicPr>
        <p:blipFill>
          <a:blip r:embed="rId4"/>
          <a:stretch>
            <a:fillRect/>
          </a:stretch>
        </p:blipFill>
        <p:spPr>
          <a:xfrm>
            <a:off x="509798" y="1995467"/>
            <a:ext cx="8331013" cy="4445793"/>
          </a:xfrm>
          <a:prstGeom prst="rect">
            <a:avLst/>
          </a:prstGeom>
          <a:ln>
            <a:noFill/>
          </a:ln>
          <a:effectLst>
            <a:outerShdw blurRad="292100" dist="139700" dir="2700000" algn="tl" rotWithShape="0">
              <a:srgbClr val="333333">
                <a:alpha val="65000"/>
              </a:srgbClr>
            </a:outerShdw>
          </a:effectLst>
        </p:spPr>
      </p:pic>
      <p:sp>
        <p:nvSpPr>
          <p:cNvPr id="9" name="Ellipse 8">
            <a:extLst>
              <a:ext uri="{FF2B5EF4-FFF2-40B4-BE49-F238E27FC236}">
                <a16:creationId xmlns:a16="http://schemas.microsoft.com/office/drawing/2014/main" id="{C8C4E0F3-4231-8572-2816-4A0B04C4D4C0}"/>
              </a:ext>
            </a:extLst>
          </p:cNvPr>
          <p:cNvSpPr/>
          <p:nvPr/>
        </p:nvSpPr>
        <p:spPr>
          <a:xfrm>
            <a:off x="382412" y="3429000"/>
            <a:ext cx="929894" cy="505666"/>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Ellipse 10">
            <a:extLst>
              <a:ext uri="{FF2B5EF4-FFF2-40B4-BE49-F238E27FC236}">
                <a16:creationId xmlns:a16="http://schemas.microsoft.com/office/drawing/2014/main" id="{C42AFF70-5B90-AFFA-26C6-DAF05CC47A81}"/>
              </a:ext>
            </a:extLst>
          </p:cNvPr>
          <p:cNvSpPr/>
          <p:nvPr/>
        </p:nvSpPr>
        <p:spPr>
          <a:xfrm>
            <a:off x="3099987" y="2662613"/>
            <a:ext cx="929894" cy="505666"/>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4" name="Grafik 13" descr="Ein Bild, das Schrift, Grafiken, weiß, Schwarz enthält.&#10;&#10;KI-generierte Inhalte können fehlerhaft sein.">
            <a:extLst>
              <a:ext uri="{FF2B5EF4-FFF2-40B4-BE49-F238E27FC236}">
                <a16:creationId xmlns:a16="http://schemas.microsoft.com/office/drawing/2014/main" id="{F356D819-6FA2-FDF5-9691-8E634A96B381}"/>
              </a:ext>
            </a:extLst>
          </p:cNvPr>
          <p:cNvPicPr>
            <a:picLocks noChangeAspect="1"/>
          </p:cNvPicPr>
          <p:nvPr/>
        </p:nvPicPr>
        <p:blipFill>
          <a:blip r:embed="rId5"/>
          <a:stretch>
            <a:fillRect/>
          </a:stretch>
        </p:blipFill>
        <p:spPr>
          <a:xfrm>
            <a:off x="9324111" y="2997620"/>
            <a:ext cx="2317628" cy="450090"/>
          </a:xfrm>
          <a:prstGeom prst="rect">
            <a:avLst/>
          </a:prstGeom>
        </p:spPr>
      </p:pic>
      <p:pic>
        <p:nvPicPr>
          <p:cNvPr id="19" name="Grafik 18" descr="Ein Bild, das Schrift, Grafiken, Text, weiß enthält.&#10;&#10;KI-generierte Inhalte können fehlerhaft sein.">
            <a:extLst>
              <a:ext uri="{FF2B5EF4-FFF2-40B4-BE49-F238E27FC236}">
                <a16:creationId xmlns:a16="http://schemas.microsoft.com/office/drawing/2014/main" id="{7766A504-2545-B0FE-CB06-16072FCA5945}"/>
              </a:ext>
            </a:extLst>
          </p:cNvPr>
          <p:cNvPicPr>
            <a:picLocks noChangeAspect="1"/>
          </p:cNvPicPr>
          <p:nvPr/>
        </p:nvPicPr>
        <p:blipFill>
          <a:blip r:embed="rId6"/>
          <a:stretch>
            <a:fillRect/>
          </a:stretch>
        </p:blipFill>
        <p:spPr>
          <a:xfrm>
            <a:off x="9324111" y="4620221"/>
            <a:ext cx="2317630" cy="460966"/>
          </a:xfrm>
          <a:prstGeom prst="rect">
            <a:avLst/>
          </a:prstGeom>
        </p:spPr>
      </p:pic>
      <p:sp>
        <p:nvSpPr>
          <p:cNvPr id="20" name="Textfeld 19">
            <a:extLst>
              <a:ext uri="{FF2B5EF4-FFF2-40B4-BE49-F238E27FC236}">
                <a16:creationId xmlns:a16="http://schemas.microsoft.com/office/drawing/2014/main" id="{A7451CE5-BF29-1E25-9414-0BA68B074A86}"/>
              </a:ext>
            </a:extLst>
          </p:cNvPr>
          <p:cNvSpPr txBox="1"/>
          <p:nvPr/>
        </p:nvSpPr>
        <p:spPr>
          <a:xfrm>
            <a:off x="9234502" y="1993038"/>
            <a:ext cx="2612238" cy="830997"/>
          </a:xfrm>
          <a:prstGeom prst="rect">
            <a:avLst/>
          </a:prstGeom>
          <a:noFill/>
        </p:spPr>
        <p:txBody>
          <a:bodyPr wrap="square">
            <a:spAutoFit/>
          </a:bodyPr>
          <a:lstStyle/>
          <a:p>
            <a:r>
              <a:rPr lang="de-DE" sz="1600" err="1">
                <a:latin typeface="Segoe UI" panose="020B0502040204020203" pitchFamily="34" charset="0"/>
                <a:cs typeface="Segoe UI" panose="020B0502040204020203" pitchFamily="34" charset="0"/>
              </a:rPr>
              <a:t>Agents</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you</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already</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have</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been</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using</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or</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have</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installed</a:t>
            </a:r>
            <a:r>
              <a:rPr lang="de-DE" sz="1600">
                <a:latin typeface="Segoe UI" panose="020B0502040204020203" pitchFamily="34" charset="0"/>
                <a:cs typeface="Segoe UI" panose="020B0502040204020203" pitchFamily="34" charset="0"/>
              </a:rPr>
              <a:t> will </a:t>
            </a:r>
            <a:r>
              <a:rPr lang="de-DE" sz="1600" err="1">
                <a:latin typeface="Segoe UI" panose="020B0502040204020203" pitchFamily="34" charset="0"/>
                <a:cs typeface="Segoe UI" panose="020B0502040204020203" pitchFamily="34" charset="0"/>
              </a:rPr>
              <a:t>be</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listed</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as</a:t>
            </a:r>
            <a:endParaRPr lang="de-DE" sz="1600">
              <a:latin typeface="Segoe UI" panose="020B0502040204020203" pitchFamily="34" charset="0"/>
              <a:cs typeface="Segoe UI" panose="020B0502040204020203" pitchFamily="34" charset="0"/>
            </a:endParaRPr>
          </a:p>
        </p:txBody>
      </p:sp>
      <p:sp>
        <p:nvSpPr>
          <p:cNvPr id="21" name="Textfeld 20">
            <a:extLst>
              <a:ext uri="{FF2B5EF4-FFF2-40B4-BE49-F238E27FC236}">
                <a16:creationId xmlns:a16="http://schemas.microsoft.com/office/drawing/2014/main" id="{38DE5EEB-1FC6-AE25-88C5-EEAF9D8E7F05}"/>
              </a:ext>
            </a:extLst>
          </p:cNvPr>
          <p:cNvSpPr txBox="1"/>
          <p:nvPr/>
        </p:nvSpPr>
        <p:spPr>
          <a:xfrm>
            <a:off x="9234502" y="3618467"/>
            <a:ext cx="2612238" cy="830997"/>
          </a:xfrm>
          <a:prstGeom prst="rect">
            <a:avLst/>
          </a:prstGeom>
          <a:noFill/>
        </p:spPr>
        <p:txBody>
          <a:bodyPr wrap="square">
            <a:spAutoFit/>
          </a:bodyPr>
          <a:lstStyle/>
          <a:p>
            <a:r>
              <a:rPr lang="de-DE" sz="1600" err="1">
                <a:latin typeface="Segoe UI" panose="020B0502040204020203" pitchFamily="34" charset="0"/>
                <a:cs typeface="Segoe UI" panose="020B0502040204020203" pitchFamily="34" charset="0"/>
              </a:rPr>
              <a:t>Agents</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being</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built</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by</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colleagues</a:t>
            </a:r>
            <a:r>
              <a:rPr lang="de-DE" sz="1600">
                <a:latin typeface="Segoe UI" panose="020B0502040204020203" pitchFamily="34" charset="0"/>
                <a:cs typeface="Segoe UI" panose="020B0502040204020203" pitchFamily="34" charset="0"/>
              </a:rPr>
              <a:t> and </a:t>
            </a:r>
            <a:r>
              <a:rPr lang="de-DE" sz="1600" err="1">
                <a:latin typeface="Segoe UI" panose="020B0502040204020203" pitchFamily="34" charset="0"/>
                <a:cs typeface="Segoe UI" panose="020B0502040204020203" pitchFamily="34" charset="0"/>
              </a:rPr>
              <a:t>shared</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with</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you</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are</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listed</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as</a:t>
            </a:r>
            <a:endParaRPr lang="de-DE" sz="1600">
              <a:latin typeface="Segoe UI" panose="020B0502040204020203" pitchFamily="34" charset="0"/>
              <a:cs typeface="Segoe UI" panose="020B0502040204020203" pitchFamily="34" charset="0"/>
            </a:endParaRPr>
          </a:p>
        </p:txBody>
      </p:sp>
    </p:spTree>
    <p:custDataLst>
      <p:tags r:id="rId1"/>
    </p:custDataLst>
    <p:extLst>
      <p:ext uri="{BB962C8B-B14F-4D97-AF65-F5344CB8AC3E}">
        <p14:creationId xmlns:p14="http://schemas.microsoft.com/office/powerpoint/2010/main" val="1821882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B08E3-73BA-778E-E015-6C56833228D5}"/>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26A1DB68-FA3A-237B-F205-F79E32A25A24}"/>
              </a:ext>
            </a:extLst>
          </p:cNvPr>
          <p:cNvSpPr>
            <a:spLocks noGrp="1"/>
          </p:cNvSpPr>
          <p:nvPr>
            <p:ph type="title"/>
          </p:nvPr>
        </p:nvSpPr>
        <p:spPr>
          <a:xfrm>
            <a:off x="5382483" y="322912"/>
            <a:ext cx="5431971" cy="846301"/>
          </a:xfrm>
        </p:spPr>
        <p:txBody>
          <a:bodyPr>
            <a:normAutofit/>
          </a:bodyPr>
          <a:lstStyle/>
          <a:p>
            <a:r>
              <a:rPr lang="de-DE"/>
              <a:t>Different </a:t>
            </a:r>
            <a:r>
              <a:rPr lang="de-DE" err="1"/>
              <a:t>agent</a:t>
            </a:r>
            <a:r>
              <a:rPr lang="de-DE"/>
              <a:t> </a:t>
            </a:r>
            <a:r>
              <a:rPr lang="de-DE" err="1"/>
              <a:t>types</a:t>
            </a:r>
            <a:endParaRPr lang="de-DE"/>
          </a:p>
        </p:txBody>
      </p:sp>
      <p:sp>
        <p:nvSpPr>
          <p:cNvPr id="12" name="Textfeld 11">
            <a:extLst>
              <a:ext uri="{FF2B5EF4-FFF2-40B4-BE49-F238E27FC236}">
                <a16:creationId xmlns:a16="http://schemas.microsoft.com/office/drawing/2014/main" id="{F5E22515-B499-F1AB-A694-D09BE57F1D12}"/>
              </a:ext>
            </a:extLst>
          </p:cNvPr>
          <p:cNvSpPr txBox="1"/>
          <p:nvPr/>
        </p:nvSpPr>
        <p:spPr>
          <a:xfrm>
            <a:off x="5241349" y="1413063"/>
            <a:ext cx="6441305" cy="4524315"/>
          </a:xfrm>
          <a:prstGeom prst="rect">
            <a:avLst/>
          </a:prstGeom>
          <a:noFill/>
        </p:spPr>
        <p:txBody>
          <a:bodyPr wrap="square">
            <a:spAutoFit/>
          </a:bodyPr>
          <a:lstStyle/>
          <a:p>
            <a:r>
              <a:rPr lang="en-US" sz="1600">
                <a:latin typeface="Segoe UI" panose="020B0502040204020203" pitchFamily="34" charset="0"/>
                <a:cs typeface="Segoe UI" panose="020B0502040204020203" pitchFamily="34" charset="0"/>
              </a:rPr>
              <a:t>AI agents are grouped by how they make decisions and react to their environment. Some handle basic tasks, while others take on more complex challenges</a:t>
            </a:r>
          </a:p>
          <a:p>
            <a:endParaRPr lang="de-DE" sz="160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600" i="1">
                <a:latin typeface="Segoe UI" panose="020B0502040204020203" pitchFamily="34" charset="0"/>
                <a:cs typeface="Segoe UI" panose="020B0502040204020203" pitchFamily="34" charset="0"/>
              </a:rPr>
              <a:t>Reactive </a:t>
            </a:r>
            <a:r>
              <a:rPr lang="en-US" sz="1600">
                <a:latin typeface="Segoe UI" panose="020B0502040204020203" pitchFamily="34" charset="0"/>
                <a:cs typeface="Segoe UI" panose="020B0502040204020203" pitchFamily="34" charset="0"/>
              </a:rPr>
              <a:t>agents</a:t>
            </a:r>
            <a:r>
              <a:rPr lang="en-US" sz="1600" i="1">
                <a:latin typeface="Segoe UI" panose="020B0502040204020203" pitchFamily="34" charset="0"/>
                <a:cs typeface="Segoe UI" panose="020B0502040204020203" pitchFamily="34" charset="0"/>
              </a:rPr>
              <a:t> </a:t>
            </a:r>
            <a:r>
              <a:rPr lang="en-US" sz="1600">
                <a:latin typeface="Segoe UI" panose="020B0502040204020203" pitchFamily="34" charset="0"/>
                <a:cs typeface="Segoe UI" panose="020B0502040204020203" pitchFamily="34" charset="0"/>
              </a:rPr>
              <a:t>handle input without storing past experiences and are ideal for simple, rule-based tasks</a:t>
            </a:r>
          </a:p>
          <a:p>
            <a:pPr marL="285750" indent="-285750">
              <a:buFont typeface="Arial" panose="020B0604020202020204" pitchFamily="34" charset="0"/>
              <a:buChar char="•"/>
            </a:pPr>
            <a:endParaRPr lang="en-US" sz="160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600" i="1">
                <a:latin typeface="Segoe UI" panose="020B0502040204020203" pitchFamily="34" charset="0"/>
                <a:cs typeface="Segoe UI" panose="020B0502040204020203" pitchFamily="34" charset="0"/>
              </a:rPr>
              <a:t>Model-based</a:t>
            </a:r>
            <a:r>
              <a:rPr lang="en-US" sz="1600">
                <a:latin typeface="Segoe UI" panose="020B0502040204020203" pitchFamily="34" charset="0"/>
                <a:cs typeface="Segoe UI" panose="020B0502040204020203" pitchFamily="34" charset="0"/>
              </a:rPr>
              <a:t> agents build a basic understanding of their environment. They use this to make informed decisions on what’s happening around them</a:t>
            </a:r>
          </a:p>
          <a:p>
            <a:pPr marL="285750" indent="-285750">
              <a:buFont typeface="Arial" panose="020B0604020202020204" pitchFamily="34" charset="0"/>
              <a:buChar char="•"/>
            </a:pPr>
            <a:endParaRPr lang="en-US" sz="160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600" i="1">
                <a:latin typeface="Segoe UI" panose="020B0502040204020203" pitchFamily="34" charset="0"/>
                <a:cs typeface="Segoe UI" panose="020B0502040204020203" pitchFamily="34" charset="0"/>
              </a:rPr>
              <a:t>Goal-based </a:t>
            </a:r>
            <a:r>
              <a:rPr lang="en-US" sz="1600">
                <a:latin typeface="Segoe UI" panose="020B0502040204020203" pitchFamily="34" charset="0"/>
                <a:cs typeface="Segoe UI" panose="020B0502040204020203" pitchFamily="34" charset="0"/>
              </a:rPr>
              <a:t>agents choose actions to make smart decisions with a clear outcome in mind</a:t>
            </a:r>
          </a:p>
          <a:p>
            <a:pPr marL="285750" indent="-285750">
              <a:buFont typeface="Arial" panose="020B0604020202020204" pitchFamily="34" charset="0"/>
              <a:buChar char="•"/>
            </a:pPr>
            <a:endParaRPr lang="en-US" sz="160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600" i="1">
                <a:latin typeface="Segoe UI" panose="020B0502040204020203" pitchFamily="34" charset="0"/>
                <a:cs typeface="Segoe UI" panose="020B0502040204020203" pitchFamily="34" charset="0"/>
              </a:rPr>
              <a:t>Utility-based</a:t>
            </a:r>
            <a:r>
              <a:rPr lang="en-US" sz="1600">
                <a:latin typeface="Segoe UI" panose="020B0502040204020203" pitchFamily="34" charset="0"/>
                <a:cs typeface="Segoe UI" panose="020B0502040204020203" pitchFamily="34" charset="0"/>
              </a:rPr>
              <a:t> agents evaluate outcomes and aim for the best possible result</a:t>
            </a:r>
          </a:p>
          <a:p>
            <a:pPr marL="285750" indent="-285750">
              <a:buFont typeface="Arial" panose="020B0604020202020204" pitchFamily="34" charset="0"/>
              <a:buChar char="•"/>
            </a:pPr>
            <a:endParaRPr lang="en-US" sz="160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600" i="1">
                <a:latin typeface="Segoe UI" panose="020B0502040204020203" pitchFamily="34" charset="0"/>
                <a:cs typeface="Segoe UI" panose="020B0502040204020203" pitchFamily="34" charset="0"/>
              </a:rPr>
              <a:t>Learning</a:t>
            </a:r>
            <a:r>
              <a:rPr lang="en-US" sz="1600">
                <a:latin typeface="Segoe UI" panose="020B0502040204020203" pitchFamily="34" charset="0"/>
                <a:cs typeface="Segoe UI" panose="020B0502040204020203" pitchFamily="34" charset="0"/>
              </a:rPr>
              <a:t> agents get and use new data to improve over time</a:t>
            </a:r>
            <a:endParaRPr lang="de-DE" sz="1600">
              <a:latin typeface="Segoe UI" panose="020B0502040204020203" pitchFamily="34" charset="0"/>
              <a:cs typeface="Segoe UI" panose="020B0502040204020203" pitchFamily="34" charset="0"/>
            </a:endParaRPr>
          </a:p>
        </p:txBody>
      </p:sp>
    </p:spTree>
    <p:custDataLst>
      <p:tags r:id="rId1"/>
    </p:custDataLst>
    <p:extLst>
      <p:ext uri="{BB962C8B-B14F-4D97-AF65-F5344CB8AC3E}">
        <p14:creationId xmlns:p14="http://schemas.microsoft.com/office/powerpoint/2010/main" val="10205278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6DD238-48F6-90CD-BE64-6CF1D95D45ED}"/>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0E875647-04A6-C3D2-A4D3-956D2BA94D83}"/>
              </a:ext>
            </a:extLst>
          </p:cNvPr>
          <p:cNvSpPr>
            <a:spLocks noGrp="1"/>
          </p:cNvSpPr>
          <p:nvPr>
            <p:ph type="title"/>
          </p:nvPr>
        </p:nvSpPr>
        <p:spPr>
          <a:xfrm>
            <a:off x="5382483" y="322912"/>
            <a:ext cx="6207991" cy="846301"/>
          </a:xfrm>
        </p:spPr>
        <p:txBody>
          <a:bodyPr>
            <a:normAutofit/>
          </a:bodyPr>
          <a:lstStyle/>
          <a:p>
            <a:r>
              <a:rPr lang="de-DE" err="1"/>
              <a:t>Limitations</a:t>
            </a:r>
            <a:r>
              <a:rPr lang="de-DE"/>
              <a:t> and </a:t>
            </a:r>
            <a:r>
              <a:rPr lang="de-DE" err="1"/>
              <a:t>mitigations</a:t>
            </a:r>
            <a:endParaRPr lang="de-DE"/>
          </a:p>
        </p:txBody>
      </p:sp>
      <p:sp>
        <p:nvSpPr>
          <p:cNvPr id="12" name="Textfeld 11">
            <a:extLst>
              <a:ext uri="{FF2B5EF4-FFF2-40B4-BE49-F238E27FC236}">
                <a16:creationId xmlns:a16="http://schemas.microsoft.com/office/drawing/2014/main" id="{DB916B08-8201-37F5-71D9-89AF435BFFE0}"/>
              </a:ext>
            </a:extLst>
          </p:cNvPr>
          <p:cNvSpPr txBox="1"/>
          <p:nvPr/>
        </p:nvSpPr>
        <p:spPr>
          <a:xfrm>
            <a:off x="5241349" y="1413063"/>
            <a:ext cx="6441305" cy="3785652"/>
          </a:xfrm>
          <a:prstGeom prst="rect">
            <a:avLst/>
          </a:prstGeom>
          <a:noFill/>
        </p:spPr>
        <p:txBody>
          <a:bodyPr wrap="square">
            <a:spAutoFit/>
          </a:bodyPr>
          <a:lstStyle/>
          <a:p>
            <a:r>
              <a:rPr lang="en-US" sz="1600">
                <a:latin typeface="Segoe UI" panose="020B0502040204020203" pitchFamily="34" charset="0"/>
              </a:rPr>
              <a:t>Be aware that not all agent types and integrations will be available when opening the agent store</a:t>
            </a:r>
          </a:p>
          <a:p>
            <a:endParaRPr lang="en-US" sz="1600">
              <a:latin typeface="Segoe UI" panose="020B0502040204020203" pitchFamily="34" charset="0"/>
            </a:endParaRPr>
          </a:p>
          <a:p>
            <a:pPr marL="171450" indent="-171450">
              <a:buFont typeface="Arial" panose="020B0604020202020204" pitchFamily="34" charset="0"/>
              <a:buChar char="•"/>
            </a:pPr>
            <a:r>
              <a:rPr lang="de-DE" sz="1600" err="1">
                <a:latin typeface="Segoe UI" panose="020B0502040204020203" pitchFamily="34" charset="0"/>
              </a:rPr>
              <a:t>Your</a:t>
            </a:r>
            <a:r>
              <a:rPr lang="de-DE" sz="1600">
                <a:latin typeface="Segoe UI" panose="020B0502040204020203" pitchFamily="34" charset="0"/>
              </a:rPr>
              <a:t> </a:t>
            </a:r>
            <a:r>
              <a:rPr lang="de-DE" sz="1600" err="1">
                <a:latin typeface="Segoe UI" panose="020B0502040204020203" pitchFamily="34" charset="0"/>
              </a:rPr>
              <a:t>organization</a:t>
            </a:r>
            <a:r>
              <a:rPr lang="de-DE" sz="1600">
                <a:latin typeface="Segoe UI" panose="020B0502040204020203" pitchFamily="34" charset="0"/>
              </a:rPr>
              <a:t> </a:t>
            </a:r>
            <a:r>
              <a:rPr lang="de-DE" sz="1600" err="1">
                <a:latin typeface="Segoe UI" panose="020B0502040204020203" pitchFamily="34" charset="0"/>
              </a:rPr>
              <a:t>controls</a:t>
            </a:r>
            <a:r>
              <a:rPr lang="de-DE" sz="1600">
                <a:latin typeface="Segoe UI" panose="020B0502040204020203" pitchFamily="34" charset="0"/>
              </a:rPr>
              <a:t> </a:t>
            </a:r>
            <a:r>
              <a:rPr lang="de-DE" sz="1600" err="1">
                <a:latin typeface="Segoe UI" panose="020B0502040204020203" pitchFamily="34" charset="0"/>
              </a:rPr>
              <a:t>which</a:t>
            </a:r>
            <a:r>
              <a:rPr lang="de-DE" sz="1600">
                <a:latin typeface="Segoe UI" panose="020B0502040204020203" pitchFamily="34" charset="0"/>
              </a:rPr>
              <a:t> </a:t>
            </a:r>
            <a:r>
              <a:rPr lang="de-DE" sz="1600" err="1">
                <a:latin typeface="Segoe UI" panose="020B0502040204020203" pitchFamily="34" charset="0"/>
              </a:rPr>
              <a:t>agents</a:t>
            </a:r>
            <a:r>
              <a:rPr lang="de-DE" sz="1600">
                <a:latin typeface="Segoe UI" panose="020B0502040204020203" pitchFamily="34" charset="0"/>
              </a:rPr>
              <a:t> </a:t>
            </a:r>
            <a:r>
              <a:rPr lang="de-DE" sz="1600" err="1">
                <a:latin typeface="Segoe UI" panose="020B0502040204020203" pitchFamily="34" charset="0"/>
              </a:rPr>
              <a:t>are</a:t>
            </a:r>
            <a:r>
              <a:rPr lang="de-DE" sz="1600">
                <a:latin typeface="Segoe UI" panose="020B0502040204020203" pitchFamily="34" charset="0"/>
              </a:rPr>
              <a:t> </a:t>
            </a:r>
            <a:r>
              <a:rPr lang="de-DE" sz="1600" err="1">
                <a:latin typeface="Segoe UI" panose="020B0502040204020203" pitchFamily="34" charset="0"/>
              </a:rPr>
              <a:t>available</a:t>
            </a:r>
            <a:endParaRPr lang="de-DE" sz="1600">
              <a:latin typeface="Segoe UI" panose="020B0502040204020203" pitchFamily="34" charset="0"/>
            </a:endParaRPr>
          </a:p>
          <a:p>
            <a:pPr marL="171450" indent="-171450">
              <a:buFont typeface="Arial" panose="020B0604020202020204" pitchFamily="34" charset="0"/>
              <a:buChar char="•"/>
            </a:pPr>
            <a:endParaRPr lang="de-DE" sz="1600">
              <a:latin typeface="Segoe UI" panose="020B0502040204020203" pitchFamily="34" charset="0"/>
            </a:endParaRPr>
          </a:p>
          <a:p>
            <a:pPr marL="171450" indent="-171450">
              <a:buFont typeface="Arial" panose="020B0604020202020204" pitchFamily="34" charset="0"/>
              <a:buChar char="•"/>
            </a:pPr>
            <a:r>
              <a:rPr lang="de-DE" sz="1600" err="1">
                <a:latin typeface="Segoe UI" panose="020B0502040204020203" pitchFamily="34" charset="0"/>
              </a:rPr>
              <a:t>Some</a:t>
            </a:r>
            <a:r>
              <a:rPr lang="de-DE" sz="1600">
                <a:latin typeface="Segoe UI" panose="020B0502040204020203" pitchFamily="34" charset="0"/>
              </a:rPr>
              <a:t> </a:t>
            </a:r>
            <a:r>
              <a:rPr lang="de-DE" sz="1600" err="1">
                <a:latin typeface="Segoe UI" panose="020B0502040204020203" pitchFamily="34" charset="0"/>
              </a:rPr>
              <a:t>agents</a:t>
            </a:r>
            <a:r>
              <a:rPr lang="de-DE" sz="1600">
                <a:latin typeface="Segoe UI" panose="020B0502040204020203" pitchFamily="34" charset="0"/>
              </a:rPr>
              <a:t> </a:t>
            </a:r>
            <a:r>
              <a:rPr lang="de-DE" sz="1600" err="1">
                <a:latin typeface="Segoe UI" panose="020B0502040204020203" pitchFamily="34" charset="0"/>
              </a:rPr>
              <a:t>can</a:t>
            </a:r>
            <a:r>
              <a:rPr lang="de-DE" sz="1600">
                <a:latin typeface="Segoe UI" panose="020B0502040204020203" pitchFamily="34" charset="0"/>
              </a:rPr>
              <a:t> </a:t>
            </a:r>
            <a:r>
              <a:rPr lang="de-DE" sz="1600" err="1">
                <a:latin typeface="Segoe UI" panose="020B0502040204020203" pitchFamily="34" charset="0"/>
              </a:rPr>
              <a:t>be</a:t>
            </a:r>
            <a:r>
              <a:rPr lang="de-DE" sz="1600">
                <a:latin typeface="Segoe UI" panose="020B0502040204020203" pitchFamily="34" charset="0"/>
              </a:rPr>
              <a:t> </a:t>
            </a:r>
            <a:r>
              <a:rPr lang="de-DE" sz="1600" err="1">
                <a:latin typeface="Segoe UI" panose="020B0502040204020203" pitchFamily="34" charset="0"/>
              </a:rPr>
              <a:t>used</a:t>
            </a:r>
            <a:r>
              <a:rPr lang="de-DE" sz="1600">
                <a:latin typeface="Segoe UI" panose="020B0502040204020203" pitchFamily="34" charset="0"/>
              </a:rPr>
              <a:t> </a:t>
            </a:r>
            <a:r>
              <a:rPr lang="de-DE" sz="1600" err="1">
                <a:latin typeface="Segoe UI" panose="020B0502040204020203" pitchFamily="34" charset="0"/>
              </a:rPr>
              <a:t>with</a:t>
            </a:r>
            <a:r>
              <a:rPr lang="de-DE" sz="1600">
                <a:latin typeface="Segoe UI" panose="020B0502040204020203" pitchFamily="34" charset="0"/>
              </a:rPr>
              <a:t> Microsoft 365 Copilot Chat </a:t>
            </a:r>
            <a:r>
              <a:rPr lang="de-DE" sz="1600" err="1">
                <a:latin typeface="Segoe UI" panose="020B0502040204020203" pitchFamily="34" charset="0"/>
              </a:rPr>
              <a:t>for</a:t>
            </a:r>
            <a:r>
              <a:rPr lang="de-DE" sz="1600">
                <a:latin typeface="Segoe UI" panose="020B0502040204020203" pitchFamily="34" charset="0"/>
              </a:rPr>
              <a:t> </a:t>
            </a:r>
            <a:r>
              <a:rPr lang="de-DE" sz="1600" err="1">
                <a:latin typeface="Segoe UI" panose="020B0502040204020203" pitchFamily="34" charset="0"/>
              </a:rPr>
              <a:t>free</a:t>
            </a:r>
            <a:r>
              <a:rPr lang="de-DE" sz="1600">
                <a:latin typeface="Segoe UI" panose="020B0502040204020203" pitchFamily="34" charset="0"/>
              </a:rPr>
              <a:t>, </a:t>
            </a:r>
            <a:r>
              <a:rPr lang="de-DE" sz="1600" err="1">
                <a:latin typeface="Segoe UI" panose="020B0502040204020203" pitchFamily="34" charset="0"/>
              </a:rPr>
              <a:t>others</a:t>
            </a:r>
            <a:r>
              <a:rPr lang="de-DE" sz="1600">
                <a:latin typeface="Segoe UI" panose="020B0502040204020203" pitchFamily="34" charset="0"/>
              </a:rPr>
              <a:t> </a:t>
            </a:r>
            <a:r>
              <a:rPr lang="de-DE" sz="1600" err="1">
                <a:latin typeface="Segoe UI" panose="020B0502040204020203" pitchFamily="34" charset="0"/>
              </a:rPr>
              <a:t>are</a:t>
            </a:r>
            <a:r>
              <a:rPr lang="de-DE" sz="1600">
                <a:latin typeface="Segoe UI" panose="020B0502040204020203" pitchFamily="34" charset="0"/>
              </a:rPr>
              <a:t> </a:t>
            </a:r>
            <a:r>
              <a:rPr lang="de-DE" sz="1600" err="1">
                <a:latin typeface="Segoe UI" panose="020B0502040204020203" pitchFamily="34" charset="0"/>
              </a:rPr>
              <a:t>being</a:t>
            </a:r>
            <a:r>
              <a:rPr lang="de-DE" sz="1600">
                <a:latin typeface="Segoe UI" panose="020B0502040204020203" pitchFamily="34" charset="0"/>
              </a:rPr>
              <a:t> </a:t>
            </a:r>
            <a:r>
              <a:rPr lang="de-DE" sz="1600" err="1">
                <a:latin typeface="Segoe UI" panose="020B0502040204020203" pitchFamily="34" charset="0"/>
              </a:rPr>
              <a:t>billed</a:t>
            </a:r>
            <a:r>
              <a:rPr lang="de-DE" sz="1600">
                <a:latin typeface="Segoe UI" panose="020B0502040204020203" pitchFamily="34" charset="0"/>
              </a:rPr>
              <a:t> per </a:t>
            </a:r>
            <a:r>
              <a:rPr lang="de-DE" sz="1600" err="1">
                <a:latin typeface="Segoe UI" panose="020B0502040204020203" pitchFamily="34" charset="0"/>
              </a:rPr>
              <a:t>use</a:t>
            </a:r>
            <a:endParaRPr lang="de-DE" sz="1600">
              <a:latin typeface="Segoe UI" panose="020B0502040204020203" pitchFamily="34" charset="0"/>
            </a:endParaRPr>
          </a:p>
          <a:p>
            <a:pPr marL="171450" indent="-171450">
              <a:buFont typeface="Arial" panose="020B0604020202020204" pitchFamily="34" charset="0"/>
              <a:buChar char="•"/>
            </a:pPr>
            <a:endParaRPr lang="de-DE" sz="1600">
              <a:latin typeface="Segoe UI" panose="020B0502040204020203" pitchFamily="34" charset="0"/>
            </a:endParaRPr>
          </a:p>
          <a:p>
            <a:pPr marL="171450" indent="-171450">
              <a:buFont typeface="Arial" panose="020B0604020202020204" pitchFamily="34" charset="0"/>
              <a:buChar char="•"/>
            </a:pPr>
            <a:r>
              <a:rPr lang="de-DE" sz="1600" err="1">
                <a:latin typeface="Segoe UI" panose="020B0502040204020203" pitchFamily="34" charset="0"/>
              </a:rPr>
              <a:t>Your</a:t>
            </a:r>
            <a:r>
              <a:rPr lang="de-DE" sz="1600">
                <a:latin typeface="Segoe UI" panose="020B0502040204020203" pitchFamily="34" charset="0"/>
              </a:rPr>
              <a:t> </a:t>
            </a:r>
            <a:r>
              <a:rPr lang="de-DE" sz="1600" err="1">
                <a:latin typeface="Segoe UI" panose="020B0502040204020203" pitchFamily="34" charset="0"/>
              </a:rPr>
              <a:t>administrator</a:t>
            </a:r>
            <a:r>
              <a:rPr lang="de-DE" sz="1600">
                <a:latin typeface="Segoe UI" panose="020B0502040204020203" pitchFamily="34" charset="0"/>
              </a:rPr>
              <a:t> </a:t>
            </a:r>
            <a:r>
              <a:rPr lang="de-DE" sz="1600" err="1">
                <a:latin typeface="Segoe UI" panose="020B0502040204020203" pitchFamily="34" charset="0"/>
              </a:rPr>
              <a:t>might</a:t>
            </a:r>
            <a:r>
              <a:rPr lang="de-DE" sz="1600">
                <a:latin typeface="Segoe UI" panose="020B0502040204020203" pitchFamily="34" charset="0"/>
              </a:rPr>
              <a:t> </a:t>
            </a:r>
            <a:r>
              <a:rPr lang="de-DE" sz="1600" err="1">
                <a:latin typeface="Segoe UI" panose="020B0502040204020203" pitchFamily="34" charset="0"/>
              </a:rPr>
              <a:t>have</a:t>
            </a:r>
            <a:r>
              <a:rPr lang="de-DE" sz="1600">
                <a:latin typeface="Segoe UI" panose="020B0502040204020203" pitchFamily="34" charset="0"/>
              </a:rPr>
              <a:t> limited </a:t>
            </a:r>
            <a:r>
              <a:rPr lang="de-DE" sz="1600" err="1">
                <a:latin typeface="Segoe UI" panose="020B0502040204020203" pitchFamily="34" charset="0"/>
              </a:rPr>
              <a:t>access</a:t>
            </a:r>
            <a:r>
              <a:rPr lang="de-DE" sz="1600">
                <a:latin typeface="Segoe UI" panose="020B0502040204020203" pitchFamily="34" charset="0"/>
              </a:rPr>
              <a:t> to </a:t>
            </a:r>
            <a:r>
              <a:rPr lang="de-DE" sz="1600" err="1">
                <a:latin typeface="Segoe UI" panose="020B0502040204020203" pitchFamily="34" charset="0"/>
              </a:rPr>
              <a:t>agents</a:t>
            </a:r>
            <a:endParaRPr lang="de-DE" sz="1600">
              <a:latin typeface="Segoe UI" panose="020B0502040204020203" pitchFamily="34" charset="0"/>
            </a:endParaRPr>
          </a:p>
          <a:p>
            <a:pPr marL="171450" indent="-171450">
              <a:buFont typeface="Arial" panose="020B0604020202020204" pitchFamily="34" charset="0"/>
              <a:buChar char="•"/>
            </a:pPr>
            <a:endParaRPr lang="de-DE" sz="1600">
              <a:latin typeface="Segoe UI" panose="020B0502040204020203" pitchFamily="34" charset="0"/>
            </a:endParaRPr>
          </a:p>
          <a:p>
            <a:pPr marL="171450" indent="-171450">
              <a:buFont typeface="Arial" panose="020B0604020202020204" pitchFamily="34" charset="0"/>
              <a:buChar char="•"/>
            </a:pPr>
            <a:r>
              <a:rPr lang="de-DE" sz="1600" err="1">
                <a:latin typeface="Segoe UI" panose="020B0502040204020203" pitchFamily="34" charset="0"/>
              </a:rPr>
              <a:t>If</a:t>
            </a:r>
            <a:r>
              <a:rPr lang="de-DE" sz="1600">
                <a:latin typeface="Segoe UI" panose="020B0502040204020203" pitchFamily="34" charset="0"/>
              </a:rPr>
              <a:t> </a:t>
            </a:r>
            <a:r>
              <a:rPr lang="de-DE" sz="1600" err="1">
                <a:latin typeface="Segoe UI" panose="020B0502040204020203" pitchFamily="34" charset="0"/>
              </a:rPr>
              <a:t>you</a:t>
            </a:r>
            <a:r>
              <a:rPr lang="de-DE" sz="1600">
                <a:latin typeface="Segoe UI" panose="020B0502040204020203" pitchFamily="34" charset="0"/>
              </a:rPr>
              <a:t> </a:t>
            </a:r>
            <a:r>
              <a:rPr lang="de-DE" sz="1600" err="1">
                <a:latin typeface="Segoe UI" panose="020B0502040204020203" pitchFamily="34" charset="0"/>
              </a:rPr>
              <a:t>are</a:t>
            </a:r>
            <a:r>
              <a:rPr lang="de-DE" sz="1600">
                <a:latin typeface="Segoe UI" panose="020B0502040204020203" pitchFamily="34" charset="0"/>
              </a:rPr>
              <a:t> </a:t>
            </a:r>
            <a:r>
              <a:rPr lang="de-DE" sz="1600" err="1">
                <a:latin typeface="Segoe UI" panose="020B0502040204020203" pitchFamily="34" charset="0"/>
              </a:rPr>
              <a:t>missing</a:t>
            </a:r>
            <a:r>
              <a:rPr lang="de-DE" sz="1600">
                <a:latin typeface="Segoe UI" panose="020B0502040204020203" pitchFamily="34" charset="0"/>
              </a:rPr>
              <a:t> </a:t>
            </a:r>
            <a:r>
              <a:rPr lang="de-DE" sz="1600" err="1">
                <a:latin typeface="Segoe UI" panose="020B0502040204020203" pitchFamily="34" charset="0"/>
              </a:rPr>
              <a:t>functionality</a:t>
            </a:r>
            <a:r>
              <a:rPr lang="de-DE" sz="1600">
                <a:latin typeface="Segoe UI" panose="020B0502040204020203" pitchFamily="34" charset="0"/>
              </a:rPr>
              <a:t> </a:t>
            </a:r>
            <a:r>
              <a:rPr lang="de-DE" sz="1600" err="1">
                <a:latin typeface="Segoe UI" panose="020B0502040204020203" pitchFamily="34" charset="0"/>
              </a:rPr>
              <a:t>or</a:t>
            </a:r>
            <a:r>
              <a:rPr lang="de-DE" sz="1600">
                <a:latin typeface="Segoe UI" panose="020B0502040204020203" pitchFamily="34" charset="0"/>
              </a:rPr>
              <a:t> a </a:t>
            </a:r>
            <a:r>
              <a:rPr lang="de-DE" sz="1600" err="1">
                <a:latin typeface="Segoe UI" panose="020B0502040204020203" pitchFamily="34" charset="0"/>
              </a:rPr>
              <a:t>specific</a:t>
            </a:r>
            <a:r>
              <a:rPr lang="de-DE" sz="1600">
                <a:latin typeface="Segoe UI" panose="020B0502040204020203" pitchFamily="34" charset="0"/>
              </a:rPr>
              <a:t> </a:t>
            </a:r>
            <a:r>
              <a:rPr lang="de-DE" sz="1600" err="1">
                <a:latin typeface="Segoe UI" panose="020B0502040204020203" pitchFamily="34" charset="0"/>
              </a:rPr>
              <a:t>agent</a:t>
            </a:r>
            <a:r>
              <a:rPr lang="de-DE" sz="1600">
                <a:latin typeface="Segoe UI" panose="020B0502040204020203" pitchFamily="34" charset="0"/>
              </a:rPr>
              <a:t> </a:t>
            </a:r>
            <a:r>
              <a:rPr lang="de-DE" sz="1600" err="1">
                <a:latin typeface="Segoe UI" panose="020B0502040204020203" pitchFamily="34" charset="0"/>
              </a:rPr>
              <a:t>which</a:t>
            </a:r>
            <a:r>
              <a:rPr lang="de-DE" sz="1600">
                <a:latin typeface="Segoe UI" panose="020B0502040204020203" pitchFamily="34" charset="0"/>
              </a:rPr>
              <a:t> </a:t>
            </a:r>
            <a:r>
              <a:rPr lang="de-DE" sz="1600" err="1">
                <a:latin typeface="Segoe UI" panose="020B0502040204020203" pitchFamily="34" charset="0"/>
              </a:rPr>
              <a:t>you</a:t>
            </a:r>
            <a:r>
              <a:rPr lang="de-DE" sz="1600">
                <a:latin typeface="Segoe UI" panose="020B0502040204020203" pitchFamily="34" charset="0"/>
              </a:rPr>
              <a:t> </a:t>
            </a:r>
            <a:r>
              <a:rPr lang="de-DE" sz="1600" err="1">
                <a:latin typeface="Segoe UI" panose="020B0502040204020203" pitchFamily="34" charset="0"/>
              </a:rPr>
              <a:t>know</a:t>
            </a:r>
            <a:r>
              <a:rPr lang="de-DE" sz="1600">
                <a:latin typeface="Segoe UI" panose="020B0502040204020203" pitchFamily="34" charset="0"/>
              </a:rPr>
              <a:t> </a:t>
            </a:r>
            <a:r>
              <a:rPr lang="de-DE" sz="1600" err="1">
                <a:latin typeface="Segoe UI" panose="020B0502040204020203" pitchFamily="34" charset="0"/>
              </a:rPr>
              <a:t>is</a:t>
            </a:r>
            <a:r>
              <a:rPr lang="de-DE" sz="1600">
                <a:latin typeface="Segoe UI" panose="020B0502040204020203" pitchFamily="34" charset="0"/>
              </a:rPr>
              <a:t> existent, </a:t>
            </a:r>
            <a:r>
              <a:rPr lang="de-DE" sz="1600" err="1">
                <a:latin typeface="Segoe UI" panose="020B0502040204020203" pitchFamily="34" charset="0"/>
              </a:rPr>
              <a:t>reach</a:t>
            </a:r>
            <a:r>
              <a:rPr lang="de-DE" sz="1600">
                <a:latin typeface="Segoe UI" panose="020B0502040204020203" pitchFamily="34" charset="0"/>
              </a:rPr>
              <a:t> out to </a:t>
            </a:r>
            <a:r>
              <a:rPr lang="de-DE" sz="1600" err="1">
                <a:latin typeface="Segoe UI" panose="020B0502040204020203" pitchFamily="34" charset="0"/>
              </a:rPr>
              <a:t>your</a:t>
            </a:r>
            <a:r>
              <a:rPr lang="de-DE" sz="1600">
                <a:latin typeface="Segoe UI" panose="020B0502040204020203" pitchFamily="34" charset="0"/>
              </a:rPr>
              <a:t> support </a:t>
            </a:r>
            <a:r>
              <a:rPr lang="de-DE" sz="1600" err="1">
                <a:latin typeface="Segoe UI" panose="020B0502040204020203" pitchFamily="34" charset="0"/>
              </a:rPr>
              <a:t>team</a:t>
            </a:r>
            <a:endParaRPr lang="de-DE" sz="1600">
              <a:latin typeface="Segoe UI" panose="020B0502040204020203" pitchFamily="34" charset="0"/>
            </a:endParaRPr>
          </a:p>
          <a:p>
            <a:pPr marL="171450" indent="-171450">
              <a:buFont typeface="Arial" panose="020B0604020202020204" pitchFamily="34" charset="0"/>
              <a:buChar char="•"/>
            </a:pPr>
            <a:endParaRPr lang="de-DE" sz="1600">
              <a:latin typeface="Segoe UI" panose="020B0502040204020203" pitchFamily="34" charset="0"/>
            </a:endParaRPr>
          </a:p>
          <a:p>
            <a:pPr marL="171450" indent="-171450">
              <a:buFont typeface="Arial" panose="020B0604020202020204" pitchFamily="34" charset="0"/>
              <a:buChar char="•"/>
            </a:pPr>
            <a:endParaRPr lang="de-DE" sz="1600"/>
          </a:p>
          <a:p>
            <a:pPr marL="171450" indent="-171450">
              <a:buFont typeface="Arial" panose="020B0604020202020204" pitchFamily="34" charset="0"/>
              <a:buChar char="•"/>
            </a:pPr>
            <a:endParaRPr lang="de-DE" sz="1600"/>
          </a:p>
        </p:txBody>
      </p:sp>
    </p:spTree>
    <p:custDataLst>
      <p:tags r:id="rId1"/>
    </p:custDataLst>
    <p:extLst>
      <p:ext uri="{BB962C8B-B14F-4D97-AF65-F5344CB8AC3E}">
        <p14:creationId xmlns:p14="http://schemas.microsoft.com/office/powerpoint/2010/main" val="3183019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9F456-ABF9-E22A-A205-35A108FB39E5}"/>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307CD102-4896-6687-0524-E17D372FF769}"/>
              </a:ext>
            </a:extLst>
          </p:cNvPr>
          <p:cNvSpPr>
            <a:spLocks noGrp="1"/>
          </p:cNvSpPr>
          <p:nvPr>
            <p:ph type="title"/>
          </p:nvPr>
        </p:nvSpPr>
        <p:spPr>
          <a:xfrm>
            <a:off x="5382483" y="322912"/>
            <a:ext cx="5431971" cy="846301"/>
          </a:xfrm>
        </p:spPr>
        <p:txBody>
          <a:bodyPr/>
          <a:lstStyle/>
          <a:p>
            <a:r>
              <a:rPr lang="de-DE"/>
              <a:t>Create </a:t>
            </a:r>
            <a:r>
              <a:rPr lang="de-DE" err="1"/>
              <a:t>your</a:t>
            </a:r>
            <a:r>
              <a:rPr lang="de-DE"/>
              <a:t> own </a:t>
            </a:r>
            <a:r>
              <a:rPr lang="de-DE" err="1"/>
              <a:t>agent</a:t>
            </a:r>
            <a:endParaRPr lang="de-DE"/>
          </a:p>
        </p:txBody>
      </p:sp>
      <p:sp>
        <p:nvSpPr>
          <p:cNvPr id="12" name="Textfeld 11">
            <a:extLst>
              <a:ext uri="{FF2B5EF4-FFF2-40B4-BE49-F238E27FC236}">
                <a16:creationId xmlns:a16="http://schemas.microsoft.com/office/drawing/2014/main" id="{F2A998E9-F2DE-F74B-B7E5-B0921F8CDDCF}"/>
              </a:ext>
            </a:extLst>
          </p:cNvPr>
          <p:cNvSpPr txBox="1"/>
          <p:nvPr/>
        </p:nvSpPr>
        <p:spPr>
          <a:xfrm>
            <a:off x="5241349" y="1413063"/>
            <a:ext cx="6441305" cy="4278094"/>
          </a:xfrm>
          <a:prstGeom prst="rect">
            <a:avLst/>
          </a:prstGeom>
          <a:noFill/>
        </p:spPr>
        <p:txBody>
          <a:bodyPr wrap="square">
            <a:spAutoFit/>
          </a:bodyPr>
          <a:lstStyle/>
          <a:p>
            <a:r>
              <a:rPr lang="en-US" sz="1600">
                <a:latin typeface="Segoe UI" panose="020B0502040204020203" pitchFamily="34" charset="0"/>
              </a:rPr>
              <a:t>Apart from technical or organizational limitations – what if you could build your very own agent, creating a specific functionality based on Copilot Chats model and knowledge.</a:t>
            </a:r>
          </a:p>
          <a:p>
            <a:pPr marL="171450" indent="-171450">
              <a:buFont typeface="Arial" panose="020B0604020202020204" pitchFamily="34" charset="0"/>
              <a:buChar char="•"/>
            </a:pPr>
            <a:endParaRPr lang="en-US" sz="1600">
              <a:latin typeface="Segoe UI" panose="020B0502040204020203" pitchFamily="34" charset="0"/>
            </a:endParaRPr>
          </a:p>
          <a:p>
            <a:pPr marL="171450" indent="-171450">
              <a:buFont typeface="Arial" panose="020B0604020202020204" pitchFamily="34" charset="0"/>
              <a:buChar char="•"/>
            </a:pPr>
            <a:r>
              <a:rPr lang="de-DE" sz="1600">
                <a:latin typeface="Segoe UI" panose="020B0502040204020203" pitchFamily="34" charset="0"/>
              </a:rPr>
              <a:t>Also </a:t>
            </a:r>
            <a:r>
              <a:rPr lang="de-DE" sz="1600" err="1">
                <a:latin typeface="Segoe UI" panose="020B0502040204020203" pitchFamily="34" charset="0"/>
              </a:rPr>
              <a:t>with</a:t>
            </a:r>
            <a:r>
              <a:rPr lang="de-DE" sz="1600">
                <a:latin typeface="Segoe UI" panose="020B0502040204020203" pitchFamily="34" charset="0"/>
              </a:rPr>
              <a:t> Microsoft 365 Copilot Chat, </a:t>
            </a:r>
            <a:r>
              <a:rPr lang="de-DE" sz="1600" err="1">
                <a:latin typeface="Segoe UI" panose="020B0502040204020203" pitchFamily="34" charset="0"/>
              </a:rPr>
              <a:t>you‘ve</a:t>
            </a:r>
            <a:r>
              <a:rPr lang="de-DE" sz="1600">
                <a:latin typeface="Segoe UI" panose="020B0502040204020203" pitchFamily="34" charset="0"/>
              </a:rPr>
              <a:t> </a:t>
            </a:r>
            <a:r>
              <a:rPr lang="de-DE" sz="1600" err="1">
                <a:latin typeface="Segoe UI" panose="020B0502040204020203" pitchFamily="34" charset="0"/>
              </a:rPr>
              <a:t>got</a:t>
            </a:r>
            <a:r>
              <a:rPr lang="de-DE" sz="1600">
                <a:latin typeface="Segoe UI" panose="020B0502040204020203" pitchFamily="34" charset="0"/>
              </a:rPr>
              <a:t> </a:t>
            </a:r>
            <a:r>
              <a:rPr lang="de-DE" sz="1600" err="1">
                <a:latin typeface="Segoe UI" panose="020B0502040204020203" pitchFamily="34" charset="0"/>
              </a:rPr>
              <a:t>the</a:t>
            </a:r>
            <a:r>
              <a:rPr lang="de-DE" sz="1600">
                <a:latin typeface="Segoe UI" panose="020B0502040204020203" pitchFamily="34" charset="0"/>
              </a:rPr>
              <a:t> </a:t>
            </a:r>
            <a:r>
              <a:rPr lang="de-DE" sz="1600" err="1">
                <a:latin typeface="Segoe UI" panose="020B0502040204020203" pitchFamily="34" charset="0"/>
              </a:rPr>
              <a:t>possibility</a:t>
            </a:r>
            <a:r>
              <a:rPr lang="de-DE" sz="1600">
                <a:latin typeface="Segoe UI" panose="020B0502040204020203" pitchFamily="34" charset="0"/>
              </a:rPr>
              <a:t> to </a:t>
            </a:r>
            <a:r>
              <a:rPr lang="de-DE" sz="1600" err="1">
                <a:latin typeface="Segoe UI" panose="020B0502040204020203" pitchFamily="34" charset="0"/>
              </a:rPr>
              <a:t>create</a:t>
            </a:r>
            <a:r>
              <a:rPr lang="de-DE" sz="1600">
                <a:latin typeface="Segoe UI" panose="020B0502040204020203" pitchFamily="34" charset="0"/>
              </a:rPr>
              <a:t> </a:t>
            </a:r>
            <a:r>
              <a:rPr lang="de-DE" sz="1600" err="1">
                <a:latin typeface="Segoe UI" panose="020B0502040204020203" pitchFamily="34" charset="0"/>
              </a:rPr>
              <a:t>agents</a:t>
            </a:r>
            <a:endParaRPr lang="de-DE" sz="1600">
              <a:latin typeface="Segoe UI" panose="020B0502040204020203" pitchFamily="34" charset="0"/>
            </a:endParaRPr>
          </a:p>
          <a:p>
            <a:pPr marL="171450" indent="-171450">
              <a:buFont typeface="Arial" panose="020B0604020202020204" pitchFamily="34" charset="0"/>
              <a:buChar char="•"/>
            </a:pPr>
            <a:endParaRPr lang="de-DE" sz="1600">
              <a:latin typeface="Segoe UI" panose="020B0502040204020203" pitchFamily="34" charset="0"/>
            </a:endParaRPr>
          </a:p>
          <a:p>
            <a:pPr marL="171450" indent="-171450">
              <a:buFont typeface="Arial" panose="020B0604020202020204" pitchFamily="34" charset="0"/>
              <a:buChar char="•"/>
            </a:pPr>
            <a:r>
              <a:rPr lang="de-DE" sz="1600" err="1">
                <a:latin typeface="Segoe UI" panose="020B0502040204020203" pitchFamily="34" charset="0"/>
              </a:rPr>
              <a:t>Within</a:t>
            </a:r>
            <a:r>
              <a:rPr lang="de-DE" sz="1600">
                <a:latin typeface="Segoe UI" panose="020B0502040204020203" pitchFamily="34" charset="0"/>
              </a:rPr>
              <a:t> </a:t>
            </a:r>
            <a:r>
              <a:rPr lang="de-DE" sz="1600" err="1">
                <a:latin typeface="Segoe UI" panose="020B0502040204020203" pitchFamily="34" charset="0"/>
              </a:rPr>
              <a:t>the</a:t>
            </a:r>
            <a:r>
              <a:rPr lang="de-DE" sz="1600">
                <a:latin typeface="Segoe UI" panose="020B0502040204020203" pitchFamily="34" charset="0"/>
              </a:rPr>
              <a:t> </a:t>
            </a:r>
            <a:r>
              <a:rPr lang="de-DE" sz="1600" err="1">
                <a:latin typeface="Segoe UI" panose="020B0502040204020203" pitchFamily="34" charset="0"/>
              </a:rPr>
              <a:t>left</a:t>
            </a:r>
            <a:r>
              <a:rPr lang="de-DE" sz="1600">
                <a:latin typeface="Segoe UI" panose="020B0502040204020203" pitchFamily="34" charset="0"/>
              </a:rPr>
              <a:t> </a:t>
            </a:r>
            <a:r>
              <a:rPr lang="de-DE" sz="1600" err="1">
                <a:latin typeface="Segoe UI" panose="020B0502040204020203" pitchFamily="34" charset="0"/>
              </a:rPr>
              <a:t>menu</a:t>
            </a:r>
            <a:r>
              <a:rPr lang="de-DE" sz="1600">
                <a:latin typeface="Segoe UI" panose="020B0502040204020203" pitchFamily="34" charset="0"/>
              </a:rPr>
              <a:t> </a:t>
            </a:r>
            <a:r>
              <a:rPr lang="de-DE" sz="1600" err="1">
                <a:latin typeface="Segoe UI" panose="020B0502040204020203" pitchFamily="34" charset="0"/>
              </a:rPr>
              <a:t>pane</a:t>
            </a:r>
            <a:r>
              <a:rPr lang="de-DE" sz="1600">
                <a:latin typeface="Segoe UI" panose="020B0502040204020203" pitchFamily="34" charset="0"/>
              </a:rPr>
              <a:t> </a:t>
            </a:r>
            <a:r>
              <a:rPr lang="de-DE" sz="1600" err="1">
                <a:latin typeface="Segoe UI" panose="020B0502040204020203" pitchFamily="34" charset="0"/>
              </a:rPr>
              <a:t>you</a:t>
            </a:r>
            <a:r>
              <a:rPr lang="de-DE" sz="1600">
                <a:latin typeface="Segoe UI" panose="020B0502040204020203" pitchFamily="34" charset="0"/>
              </a:rPr>
              <a:t> </a:t>
            </a:r>
            <a:r>
              <a:rPr lang="de-DE" sz="1600" err="1">
                <a:latin typeface="Segoe UI" panose="020B0502040204020203" pitchFamily="34" charset="0"/>
              </a:rPr>
              <a:t>can</a:t>
            </a:r>
            <a:r>
              <a:rPr lang="de-DE" sz="1600">
                <a:latin typeface="Segoe UI" panose="020B0502040204020203" pitchFamily="34" charset="0"/>
              </a:rPr>
              <a:t> </a:t>
            </a:r>
            <a:r>
              <a:rPr lang="de-DE" sz="1600" err="1">
                <a:latin typeface="Segoe UI" panose="020B0502040204020203" pitchFamily="34" charset="0"/>
              </a:rPr>
              <a:t>click</a:t>
            </a:r>
            <a:r>
              <a:rPr lang="de-DE" sz="1600">
                <a:latin typeface="Segoe UI" panose="020B0502040204020203" pitchFamily="34" charset="0"/>
              </a:rPr>
              <a:t> „Create Agent“</a:t>
            </a:r>
          </a:p>
          <a:p>
            <a:pPr marL="171450" indent="-171450">
              <a:buFont typeface="Arial" panose="020B0604020202020204" pitchFamily="34" charset="0"/>
              <a:buChar char="•"/>
            </a:pPr>
            <a:endParaRPr lang="de-DE" sz="1600">
              <a:latin typeface="Segoe UI" panose="020B0502040204020203" pitchFamily="34" charset="0"/>
            </a:endParaRPr>
          </a:p>
          <a:p>
            <a:pPr marL="171450" indent="-171450">
              <a:buFont typeface="Arial" panose="020B0604020202020204" pitchFamily="34" charset="0"/>
              <a:buChar char="•"/>
            </a:pPr>
            <a:r>
              <a:rPr lang="de-DE" sz="1600" err="1">
                <a:latin typeface="Segoe UI" panose="020B0502040204020203" pitchFamily="34" charset="0"/>
              </a:rPr>
              <a:t>Or</a:t>
            </a:r>
            <a:r>
              <a:rPr lang="de-DE" sz="1600">
                <a:latin typeface="Segoe UI" panose="020B0502040204020203" pitchFamily="34" charset="0"/>
              </a:rPr>
              <a:t> </a:t>
            </a:r>
            <a:r>
              <a:rPr lang="de-DE" sz="1600" err="1">
                <a:latin typeface="Segoe UI" panose="020B0502040204020203" pitchFamily="34" charset="0"/>
              </a:rPr>
              <a:t>the</a:t>
            </a:r>
            <a:r>
              <a:rPr lang="de-DE" sz="1600">
                <a:latin typeface="Segoe UI" panose="020B0502040204020203" pitchFamily="34" charset="0"/>
              </a:rPr>
              <a:t> </a:t>
            </a:r>
            <a:r>
              <a:rPr lang="de-DE" sz="1600" err="1">
                <a:latin typeface="Segoe UI" panose="020B0502040204020203" pitchFamily="34" charset="0"/>
              </a:rPr>
              <a:t>according</a:t>
            </a:r>
            <a:r>
              <a:rPr lang="de-DE" sz="1600">
                <a:latin typeface="Segoe UI" panose="020B0502040204020203" pitchFamily="34" charset="0"/>
              </a:rPr>
              <a:t> </a:t>
            </a:r>
            <a:r>
              <a:rPr lang="de-DE" sz="1600" err="1">
                <a:latin typeface="Segoe UI" panose="020B0502040204020203" pitchFamily="34" charset="0"/>
              </a:rPr>
              <a:t>button</a:t>
            </a:r>
            <a:r>
              <a:rPr lang="de-DE" sz="1600">
                <a:latin typeface="Segoe UI" panose="020B0502040204020203" pitchFamily="34" charset="0"/>
              </a:rPr>
              <a:t> </a:t>
            </a:r>
            <a:r>
              <a:rPr lang="de-DE" sz="1600" err="1">
                <a:latin typeface="Segoe UI" panose="020B0502040204020203" pitchFamily="34" charset="0"/>
              </a:rPr>
              <a:t>within</a:t>
            </a:r>
            <a:r>
              <a:rPr lang="de-DE" sz="1600">
                <a:latin typeface="Segoe UI" panose="020B0502040204020203" pitchFamily="34" charset="0"/>
              </a:rPr>
              <a:t> </a:t>
            </a:r>
            <a:r>
              <a:rPr lang="de-DE" sz="1600" err="1">
                <a:latin typeface="Segoe UI" panose="020B0502040204020203" pitchFamily="34" charset="0"/>
              </a:rPr>
              <a:t>the</a:t>
            </a:r>
            <a:r>
              <a:rPr lang="de-DE" sz="1600">
                <a:latin typeface="Segoe UI" panose="020B0502040204020203" pitchFamily="34" charset="0"/>
              </a:rPr>
              <a:t> Agent </a:t>
            </a:r>
            <a:r>
              <a:rPr lang="de-DE" sz="1600" err="1">
                <a:latin typeface="Segoe UI" panose="020B0502040204020203" pitchFamily="34" charset="0"/>
              </a:rPr>
              <a:t>store</a:t>
            </a:r>
            <a:endParaRPr lang="de-DE" sz="1600">
              <a:latin typeface="Segoe UI" panose="020B0502040204020203" pitchFamily="34" charset="0"/>
            </a:endParaRPr>
          </a:p>
          <a:p>
            <a:pPr marL="171450" indent="-171450">
              <a:buFont typeface="Arial" panose="020B0604020202020204" pitchFamily="34" charset="0"/>
              <a:buChar char="•"/>
            </a:pPr>
            <a:endParaRPr lang="de-DE" sz="1600">
              <a:latin typeface="Segoe UI" panose="020B0502040204020203" pitchFamily="34" charset="0"/>
            </a:endParaRPr>
          </a:p>
          <a:p>
            <a:pPr marL="171450" indent="-171450">
              <a:buFont typeface="Arial" panose="020B0604020202020204" pitchFamily="34" charset="0"/>
              <a:buChar char="•"/>
            </a:pPr>
            <a:r>
              <a:rPr lang="de-DE" sz="1600">
                <a:latin typeface="Segoe UI" panose="020B0502040204020203" pitchFamily="34" charset="0"/>
              </a:rPr>
              <a:t>The so-</a:t>
            </a:r>
            <a:r>
              <a:rPr lang="de-DE" sz="1600" err="1">
                <a:latin typeface="Segoe UI" panose="020B0502040204020203" pitchFamily="34" charset="0"/>
              </a:rPr>
              <a:t>called</a:t>
            </a:r>
            <a:r>
              <a:rPr lang="de-DE" sz="1600">
                <a:latin typeface="Segoe UI" panose="020B0502040204020203" pitchFamily="34" charset="0"/>
              </a:rPr>
              <a:t> „Agent </a:t>
            </a:r>
            <a:r>
              <a:rPr lang="de-DE" sz="1600" err="1">
                <a:latin typeface="Segoe UI" panose="020B0502040204020203" pitchFamily="34" charset="0"/>
              </a:rPr>
              <a:t>Builder</a:t>
            </a:r>
            <a:r>
              <a:rPr lang="de-DE" sz="1600">
                <a:latin typeface="Segoe UI" panose="020B0502040204020203" pitchFamily="34" charset="0"/>
              </a:rPr>
              <a:t>“ </a:t>
            </a:r>
            <a:r>
              <a:rPr lang="de-DE" sz="1600" err="1">
                <a:latin typeface="Segoe UI" panose="020B0502040204020203" pitchFamily="34" charset="0"/>
              </a:rPr>
              <a:t>opens</a:t>
            </a:r>
            <a:r>
              <a:rPr lang="de-DE" sz="1600">
                <a:latin typeface="Segoe UI" panose="020B0502040204020203" pitchFamily="34" charset="0"/>
              </a:rPr>
              <a:t> </a:t>
            </a:r>
            <a:r>
              <a:rPr lang="de-DE" sz="1600" err="1">
                <a:latin typeface="Segoe UI" panose="020B0502040204020203" pitchFamily="34" charset="0"/>
              </a:rPr>
              <a:t>which</a:t>
            </a:r>
            <a:r>
              <a:rPr lang="de-DE" sz="1600">
                <a:latin typeface="Segoe UI" panose="020B0502040204020203" pitchFamily="34" charset="0"/>
              </a:rPr>
              <a:t> </a:t>
            </a:r>
            <a:r>
              <a:rPr lang="de-DE" sz="1600" err="1">
                <a:latin typeface="Segoe UI" panose="020B0502040204020203" pitchFamily="34" charset="0"/>
              </a:rPr>
              <a:t>gives</a:t>
            </a:r>
            <a:r>
              <a:rPr lang="de-DE" sz="1600">
                <a:latin typeface="Segoe UI" panose="020B0502040204020203" pitchFamily="34" charset="0"/>
              </a:rPr>
              <a:t> </a:t>
            </a:r>
            <a:r>
              <a:rPr lang="de-DE" sz="1600" err="1">
                <a:latin typeface="Segoe UI" panose="020B0502040204020203" pitchFamily="34" charset="0"/>
              </a:rPr>
              <a:t>you</a:t>
            </a:r>
            <a:r>
              <a:rPr lang="de-DE" sz="1600">
                <a:latin typeface="Segoe UI" panose="020B0502040204020203" pitchFamily="34" charset="0"/>
              </a:rPr>
              <a:t> </a:t>
            </a:r>
            <a:r>
              <a:rPr lang="de-DE" sz="1600" err="1">
                <a:latin typeface="Segoe UI" panose="020B0502040204020203" pitchFamily="34" charset="0"/>
              </a:rPr>
              <a:t>the</a:t>
            </a:r>
            <a:r>
              <a:rPr lang="de-DE" sz="1600">
                <a:latin typeface="Segoe UI" panose="020B0502040204020203" pitchFamily="34" charset="0"/>
              </a:rPr>
              <a:t> </a:t>
            </a:r>
            <a:r>
              <a:rPr lang="de-DE" sz="1600" err="1">
                <a:latin typeface="Segoe UI" panose="020B0502040204020203" pitchFamily="34" charset="0"/>
              </a:rPr>
              <a:t>possibility</a:t>
            </a:r>
            <a:r>
              <a:rPr lang="de-DE" sz="1600">
                <a:latin typeface="Segoe UI" panose="020B0502040204020203" pitchFamily="34" charset="0"/>
              </a:rPr>
              <a:t> to </a:t>
            </a:r>
            <a:r>
              <a:rPr lang="de-DE" sz="1600" err="1">
                <a:latin typeface="Segoe UI" panose="020B0502040204020203" pitchFamily="34" charset="0"/>
              </a:rPr>
              <a:t>create</a:t>
            </a:r>
            <a:r>
              <a:rPr lang="de-DE" sz="1600">
                <a:latin typeface="Segoe UI" panose="020B0502040204020203" pitchFamily="34" charset="0"/>
              </a:rPr>
              <a:t> an </a:t>
            </a:r>
            <a:r>
              <a:rPr lang="de-DE" sz="1600" err="1">
                <a:latin typeface="Segoe UI" panose="020B0502040204020203" pitchFamily="34" charset="0"/>
              </a:rPr>
              <a:t>agent</a:t>
            </a:r>
            <a:r>
              <a:rPr lang="de-DE" sz="1600">
                <a:latin typeface="Segoe UI" panose="020B0502040204020203" pitchFamily="34" charset="0"/>
              </a:rPr>
              <a:t> in an easy and </a:t>
            </a:r>
            <a:r>
              <a:rPr lang="de-DE" sz="1600" err="1">
                <a:latin typeface="Segoe UI" panose="020B0502040204020203" pitchFamily="34" charset="0"/>
              </a:rPr>
              <a:t>straight</a:t>
            </a:r>
            <a:r>
              <a:rPr lang="de-DE" sz="1600">
                <a:latin typeface="Segoe UI" panose="020B0502040204020203" pitchFamily="34" charset="0"/>
              </a:rPr>
              <a:t>-forward </a:t>
            </a:r>
            <a:r>
              <a:rPr lang="de-DE" sz="1600" err="1">
                <a:latin typeface="Segoe UI" panose="020B0502040204020203" pitchFamily="34" charset="0"/>
              </a:rPr>
              <a:t>manner</a:t>
            </a:r>
            <a:endParaRPr lang="de-DE" sz="1600">
              <a:latin typeface="Segoe UI" panose="020B0502040204020203" pitchFamily="34" charset="0"/>
            </a:endParaRPr>
          </a:p>
          <a:p>
            <a:pPr marL="171450" indent="-171450">
              <a:buFont typeface="Arial" panose="020B0604020202020204" pitchFamily="34" charset="0"/>
              <a:buChar char="•"/>
            </a:pPr>
            <a:endParaRPr lang="de-DE" sz="1600">
              <a:latin typeface="Segoe UI" panose="020B0502040204020203" pitchFamily="34" charset="0"/>
            </a:endParaRPr>
          </a:p>
          <a:p>
            <a:r>
              <a:rPr lang="de-DE" sz="1600" err="1">
                <a:latin typeface="Segoe UI" panose="020B0502040204020203" pitchFamily="34" charset="0"/>
              </a:rPr>
              <a:t>Let‘s</a:t>
            </a:r>
            <a:r>
              <a:rPr lang="de-DE" sz="1600">
                <a:latin typeface="Segoe UI" panose="020B0502040204020203" pitchFamily="34" charset="0"/>
              </a:rPr>
              <a:t> </a:t>
            </a:r>
            <a:r>
              <a:rPr lang="de-DE" sz="1600" err="1">
                <a:latin typeface="Segoe UI" panose="020B0502040204020203" pitchFamily="34" charset="0"/>
              </a:rPr>
              <a:t>get</a:t>
            </a:r>
            <a:r>
              <a:rPr lang="de-DE" sz="1600">
                <a:latin typeface="Segoe UI" panose="020B0502040204020203" pitchFamily="34" charset="0"/>
              </a:rPr>
              <a:t> an </a:t>
            </a:r>
            <a:r>
              <a:rPr lang="de-DE" sz="1600" err="1">
                <a:latin typeface="Segoe UI" panose="020B0502040204020203" pitchFamily="34" charset="0"/>
              </a:rPr>
              <a:t>overview</a:t>
            </a:r>
            <a:r>
              <a:rPr lang="de-DE" sz="1600">
                <a:latin typeface="Segoe UI" panose="020B0502040204020203" pitchFamily="34" charset="0"/>
              </a:rPr>
              <a:t> </a:t>
            </a:r>
            <a:r>
              <a:rPr lang="de-DE" sz="1600" err="1">
                <a:latin typeface="Segoe UI" panose="020B0502040204020203" pitchFamily="34" charset="0"/>
              </a:rPr>
              <a:t>of</a:t>
            </a:r>
            <a:r>
              <a:rPr lang="de-DE" sz="1600">
                <a:latin typeface="Segoe UI" panose="020B0502040204020203" pitchFamily="34" charset="0"/>
              </a:rPr>
              <a:t> </a:t>
            </a:r>
            <a:r>
              <a:rPr lang="de-DE" sz="1600" err="1">
                <a:latin typeface="Segoe UI" panose="020B0502040204020203" pitchFamily="34" charset="0"/>
              </a:rPr>
              <a:t>it</a:t>
            </a:r>
            <a:r>
              <a:rPr lang="de-DE" sz="1600">
                <a:latin typeface="Segoe UI" panose="020B0502040204020203" pitchFamily="34" charset="0"/>
              </a:rPr>
              <a:t> on </a:t>
            </a:r>
            <a:r>
              <a:rPr lang="de-DE" sz="1600" err="1">
                <a:latin typeface="Segoe UI" panose="020B0502040204020203" pitchFamily="34" charset="0"/>
              </a:rPr>
              <a:t>the</a:t>
            </a:r>
            <a:r>
              <a:rPr lang="de-DE" sz="1600">
                <a:latin typeface="Segoe UI" panose="020B0502040204020203" pitchFamily="34" charset="0"/>
              </a:rPr>
              <a:t> </a:t>
            </a:r>
            <a:r>
              <a:rPr lang="de-DE" sz="1600" err="1">
                <a:latin typeface="Segoe UI" panose="020B0502040204020203" pitchFamily="34" charset="0"/>
              </a:rPr>
              <a:t>next</a:t>
            </a:r>
            <a:r>
              <a:rPr lang="de-DE" sz="1600">
                <a:latin typeface="Segoe UI" panose="020B0502040204020203" pitchFamily="34" charset="0"/>
              </a:rPr>
              <a:t> </a:t>
            </a:r>
            <a:r>
              <a:rPr lang="de-DE" sz="1600" err="1">
                <a:latin typeface="Segoe UI" panose="020B0502040204020203" pitchFamily="34" charset="0"/>
              </a:rPr>
              <a:t>page</a:t>
            </a:r>
            <a:endParaRPr lang="de-DE" sz="1600">
              <a:latin typeface="Segoe UI" panose="020B0502040204020203" pitchFamily="34" charset="0"/>
            </a:endParaRPr>
          </a:p>
          <a:p>
            <a:pPr marL="171450" indent="-171450">
              <a:buFont typeface="Arial" panose="020B0604020202020204" pitchFamily="34" charset="0"/>
              <a:buChar char="•"/>
            </a:pPr>
            <a:endParaRPr lang="de-DE" sz="1600"/>
          </a:p>
          <a:p>
            <a:pPr marL="171450" indent="-171450">
              <a:buFont typeface="Arial" panose="020B0604020202020204" pitchFamily="34" charset="0"/>
              <a:buChar char="•"/>
            </a:pPr>
            <a:endParaRPr lang="de-DE" sz="1600"/>
          </a:p>
        </p:txBody>
      </p:sp>
      <p:pic>
        <p:nvPicPr>
          <p:cNvPr id="4" name="Grafik 3" descr="Ein Bild, das Text, Screenshot, Software enthält.&#10;&#10;KI-generierte Inhalte können fehlerhaft sein.">
            <a:extLst>
              <a:ext uri="{FF2B5EF4-FFF2-40B4-BE49-F238E27FC236}">
                <a16:creationId xmlns:a16="http://schemas.microsoft.com/office/drawing/2014/main" id="{AB60E9FA-7DD6-E4EA-43A2-7C483235989C}"/>
              </a:ext>
            </a:extLst>
          </p:cNvPr>
          <p:cNvPicPr>
            <a:picLocks noChangeAspect="1"/>
          </p:cNvPicPr>
          <p:nvPr/>
        </p:nvPicPr>
        <p:blipFill>
          <a:blip r:embed="rId4"/>
          <a:stretch>
            <a:fillRect/>
          </a:stretch>
        </p:blipFill>
        <p:spPr>
          <a:xfrm>
            <a:off x="1221445" y="1602793"/>
            <a:ext cx="1869712" cy="3224054"/>
          </a:xfrm>
          <a:prstGeom prst="rect">
            <a:avLst/>
          </a:prstGeom>
          <a:ln>
            <a:noFill/>
          </a:ln>
          <a:effectLst>
            <a:outerShdw blurRad="292100" dist="139700" dir="2700000" algn="tl" rotWithShape="0">
              <a:srgbClr val="333333">
                <a:alpha val="65000"/>
              </a:srgbClr>
            </a:outerShdw>
          </a:effectLst>
        </p:spPr>
      </p:pic>
      <p:sp>
        <p:nvSpPr>
          <p:cNvPr id="5" name="Ellipse 4">
            <a:extLst>
              <a:ext uri="{FF2B5EF4-FFF2-40B4-BE49-F238E27FC236}">
                <a16:creationId xmlns:a16="http://schemas.microsoft.com/office/drawing/2014/main" id="{49627279-3B58-0AAC-49EB-E1B9E3FD7EBA}"/>
              </a:ext>
            </a:extLst>
          </p:cNvPr>
          <p:cNvSpPr/>
          <p:nvPr/>
        </p:nvSpPr>
        <p:spPr>
          <a:xfrm>
            <a:off x="1385824" y="4468912"/>
            <a:ext cx="929894" cy="505666"/>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7" name="Grafik 6">
            <a:extLst>
              <a:ext uri="{FF2B5EF4-FFF2-40B4-BE49-F238E27FC236}">
                <a16:creationId xmlns:a16="http://schemas.microsoft.com/office/drawing/2014/main" id="{836FFB8F-BD35-A4D7-1CDD-5EEBBD905BA4}"/>
              </a:ext>
            </a:extLst>
          </p:cNvPr>
          <p:cNvPicPr>
            <a:picLocks noChangeAspect="1"/>
          </p:cNvPicPr>
          <p:nvPr/>
        </p:nvPicPr>
        <p:blipFill>
          <a:blip r:embed="rId5"/>
          <a:stretch>
            <a:fillRect/>
          </a:stretch>
        </p:blipFill>
        <p:spPr>
          <a:xfrm>
            <a:off x="3476837" y="5395151"/>
            <a:ext cx="1400370" cy="323895"/>
          </a:xfrm>
          <a:prstGeom prst="rect">
            <a:avLst/>
          </a:prstGeom>
          <a:ln>
            <a:noFill/>
          </a:ln>
          <a:effectLst>
            <a:outerShdw blurRad="292100" dist="139700" dir="2700000" algn="tl" rotWithShape="0">
              <a:srgbClr val="333333">
                <a:alpha val="65000"/>
              </a:srgbClr>
            </a:outerShdw>
          </a:effectLst>
        </p:spPr>
      </p:pic>
    </p:spTree>
    <p:custDataLst>
      <p:tags r:id="rId1"/>
    </p:custDataLst>
    <p:extLst>
      <p:ext uri="{BB962C8B-B14F-4D97-AF65-F5344CB8AC3E}">
        <p14:creationId xmlns:p14="http://schemas.microsoft.com/office/powerpoint/2010/main" val="28791774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69191-1AA9-79FC-E119-FE292AB04A96}"/>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73033B7E-8AD0-6964-97BC-2ECE94947E9D}"/>
              </a:ext>
            </a:extLst>
          </p:cNvPr>
          <p:cNvSpPr>
            <a:spLocks noGrp="1"/>
          </p:cNvSpPr>
          <p:nvPr>
            <p:ph type="title"/>
          </p:nvPr>
        </p:nvSpPr>
        <p:spPr>
          <a:xfrm>
            <a:off x="5382483" y="322912"/>
            <a:ext cx="5431971" cy="846301"/>
          </a:xfrm>
        </p:spPr>
        <p:txBody>
          <a:bodyPr/>
          <a:lstStyle/>
          <a:p>
            <a:r>
              <a:rPr lang="de-DE"/>
              <a:t>The </a:t>
            </a:r>
            <a:r>
              <a:rPr lang="de-DE" err="1"/>
              <a:t>agent</a:t>
            </a:r>
            <a:r>
              <a:rPr lang="de-DE"/>
              <a:t> </a:t>
            </a:r>
            <a:r>
              <a:rPr lang="de-DE" err="1"/>
              <a:t>Builder</a:t>
            </a:r>
            <a:endParaRPr lang="de-DE"/>
          </a:p>
        </p:txBody>
      </p:sp>
      <p:sp>
        <p:nvSpPr>
          <p:cNvPr id="12" name="Textfeld 11">
            <a:extLst>
              <a:ext uri="{FF2B5EF4-FFF2-40B4-BE49-F238E27FC236}">
                <a16:creationId xmlns:a16="http://schemas.microsoft.com/office/drawing/2014/main" id="{961C0DD7-A239-DB46-FAF7-CF1905E5431A}"/>
              </a:ext>
            </a:extLst>
          </p:cNvPr>
          <p:cNvSpPr txBox="1"/>
          <p:nvPr/>
        </p:nvSpPr>
        <p:spPr>
          <a:xfrm>
            <a:off x="372235" y="1437339"/>
            <a:ext cx="2896947" cy="5016758"/>
          </a:xfrm>
          <a:prstGeom prst="rect">
            <a:avLst/>
          </a:prstGeom>
          <a:solidFill>
            <a:schemeClr val="bg1"/>
          </a:solidFill>
        </p:spPr>
        <p:txBody>
          <a:bodyPr wrap="square">
            <a:spAutoFit/>
          </a:bodyPr>
          <a:lstStyle/>
          <a:p>
            <a:r>
              <a:rPr lang="de-DE" sz="1600">
                <a:latin typeface="Segoe UI" panose="020B0502040204020203" pitchFamily="34" charset="0"/>
              </a:rPr>
              <a:t>Agent </a:t>
            </a:r>
            <a:r>
              <a:rPr lang="de-DE" sz="1600" err="1">
                <a:latin typeface="Segoe UI" panose="020B0502040204020203" pitchFamily="34" charset="0"/>
              </a:rPr>
              <a:t>Builder</a:t>
            </a:r>
            <a:r>
              <a:rPr lang="de-DE" sz="1600">
                <a:latin typeface="Segoe UI" panose="020B0502040204020203" pitchFamily="34" charset="0"/>
              </a:rPr>
              <a:t> </a:t>
            </a:r>
            <a:r>
              <a:rPr lang="de-DE" sz="1600" err="1">
                <a:latin typeface="Segoe UI" panose="020B0502040204020203" pitchFamily="34" charset="0"/>
              </a:rPr>
              <a:t>can</a:t>
            </a:r>
            <a:r>
              <a:rPr lang="de-DE" sz="1600">
                <a:latin typeface="Segoe UI" panose="020B0502040204020203" pitchFamily="34" charset="0"/>
              </a:rPr>
              <a:t> </a:t>
            </a:r>
            <a:r>
              <a:rPr lang="de-DE" sz="1600" err="1">
                <a:latin typeface="Segoe UI" panose="020B0502040204020203" pitchFamily="34" charset="0"/>
              </a:rPr>
              <a:t>be</a:t>
            </a:r>
            <a:r>
              <a:rPr lang="de-DE" sz="1600">
                <a:latin typeface="Segoe UI" panose="020B0502040204020203" pitchFamily="34" charset="0"/>
              </a:rPr>
              <a:t> </a:t>
            </a:r>
            <a:r>
              <a:rPr lang="de-DE" sz="1600" err="1">
                <a:latin typeface="Segoe UI" panose="020B0502040204020203" pitchFamily="34" charset="0"/>
              </a:rPr>
              <a:t>used</a:t>
            </a:r>
            <a:r>
              <a:rPr lang="de-DE" sz="1600">
                <a:latin typeface="Segoe UI" panose="020B0502040204020203" pitchFamily="34" charset="0"/>
              </a:rPr>
              <a:t> in </a:t>
            </a:r>
            <a:r>
              <a:rPr lang="de-DE" sz="1600" err="1">
                <a:latin typeface="Segoe UI" panose="020B0502040204020203" pitchFamily="34" charset="0"/>
              </a:rPr>
              <a:t>two</a:t>
            </a:r>
            <a:r>
              <a:rPr lang="de-DE" sz="1600">
                <a:latin typeface="Segoe UI" panose="020B0502040204020203" pitchFamily="34" charset="0"/>
              </a:rPr>
              <a:t> different </a:t>
            </a:r>
            <a:r>
              <a:rPr lang="de-DE" sz="1600" err="1">
                <a:latin typeface="Segoe UI" panose="020B0502040204020203" pitchFamily="34" charset="0"/>
              </a:rPr>
              <a:t>ways</a:t>
            </a:r>
            <a:endParaRPr lang="de-DE" sz="1600">
              <a:latin typeface="Segoe UI" panose="020B0502040204020203" pitchFamily="34" charset="0"/>
            </a:endParaRPr>
          </a:p>
          <a:p>
            <a:pPr marL="285750" indent="-285750">
              <a:buFont typeface="Arial" panose="020B0604020202020204" pitchFamily="34" charset="0"/>
              <a:buChar char="•"/>
            </a:pPr>
            <a:endParaRPr lang="de-DE" sz="1600">
              <a:latin typeface="Segoe UI" panose="020B0502040204020203" pitchFamily="34" charset="0"/>
            </a:endParaRPr>
          </a:p>
          <a:p>
            <a:pPr marL="285750" indent="-285750">
              <a:buFont typeface="Arial" panose="020B0604020202020204" pitchFamily="34" charset="0"/>
              <a:buChar char="•"/>
            </a:pPr>
            <a:r>
              <a:rPr lang="de-DE" sz="1600" err="1">
                <a:latin typeface="Segoe UI" panose="020B0502040204020203" pitchFamily="34" charset="0"/>
              </a:rPr>
              <a:t>either</a:t>
            </a:r>
            <a:r>
              <a:rPr lang="de-DE" sz="1600">
                <a:latin typeface="Segoe UI" panose="020B0502040204020203" pitchFamily="34" charset="0"/>
              </a:rPr>
              <a:t> just </a:t>
            </a:r>
            <a:r>
              <a:rPr lang="de-DE" sz="1600" err="1">
                <a:latin typeface="Segoe UI" panose="020B0502040204020203" pitchFamily="34" charset="0"/>
              </a:rPr>
              <a:t>describe</a:t>
            </a:r>
            <a:r>
              <a:rPr lang="de-DE" sz="1600">
                <a:latin typeface="Segoe UI" panose="020B0502040204020203" pitchFamily="34" charset="0"/>
              </a:rPr>
              <a:t> </a:t>
            </a:r>
            <a:r>
              <a:rPr lang="de-DE" sz="1600" err="1">
                <a:latin typeface="Segoe UI" panose="020B0502040204020203" pitchFamily="34" charset="0"/>
              </a:rPr>
              <a:t>the</a:t>
            </a:r>
            <a:r>
              <a:rPr lang="de-DE" sz="1600">
                <a:latin typeface="Segoe UI" panose="020B0502040204020203" pitchFamily="34" charset="0"/>
              </a:rPr>
              <a:t> </a:t>
            </a:r>
            <a:r>
              <a:rPr lang="de-DE" sz="1600" err="1">
                <a:latin typeface="Segoe UI" panose="020B0502040204020203" pitchFamily="34" charset="0"/>
              </a:rPr>
              <a:t>functionality</a:t>
            </a:r>
            <a:r>
              <a:rPr lang="de-DE" sz="1600">
                <a:latin typeface="Segoe UI" panose="020B0502040204020203" pitchFamily="34" charset="0"/>
              </a:rPr>
              <a:t> </a:t>
            </a:r>
            <a:r>
              <a:rPr lang="de-DE" sz="1600" err="1">
                <a:latin typeface="Segoe UI" panose="020B0502040204020203" pitchFamily="34" charset="0"/>
              </a:rPr>
              <a:t>you</a:t>
            </a:r>
            <a:r>
              <a:rPr lang="de-DE" sz="1600">
                <a:latin typeface="Segoe UI" panose="020B0502040204020203" pitchFamily="34" charset="0"/>
              </a:rPr>
              <a:t> </a:t>
            </a:r>
            <a:r>
              <a:rPr lang="de-DE" sz="1600" err="1">
                <a:latin typeface="Segoe UI" panose="020B0502040204020203" pitchFamily="34" charset="0"/>
              </a:rPr>
              <a:t>need</a:t>
            </a:r>
            <a:r>
              <a:rPr lang="de-DE" sz="1600">
                <a:latin typeface="Segoe UI" panose="020B0502040204020203" pitchFamily="34" charset="0"/>
              </a:rPr>
              <a:t> and </a:t>
            </a:r>
            <a:r>
              <a:rPr lang="de-DE" sz="1600" err="1">
                <a:latin typeface="Segoe UI" panose="020B0502040204020203" pitchFamily="34" charset="0"/>
              </a:rPr>
              <a:t>it</a:t>
            </a:r>
            <a:r>
              <a:rPr lang="de-DE" sz="1600">
                <a:latin typeface="Segoe UI" panose="020B0502040204020203" pitchFamily="34" charset="0"/>
              </a:rPr>
              <a:t> </a:t>
            </a:r>
            <a:r>
              <a:rPr lang="de-DE" sz="1600" err="1">
                <a:latin typeface="Segoe UI" panose="020B0502040204020203" pitchFamily="34" charset="0"/>
              </a:rPr>
              <a:t>builds</a:t>
            </a:r>
            <a:r>
              <a:rPr lang="de-DE" sz="1600">
                <a:latin typeface="Segoe UI" panose="020B0502040204020203" pitchFamily="34" charset="0"/>
              </a:rPr>
              <a:t> </a:t>
            </a:r>
            <a:r>
              <a:rPr lang="de-DE" sz="1600" err="1">
                <a:latin typeface="Segoe UI" panose="020B0502040204020203" pitchFamily="34" charset="0"/>
              </a:rPr>
              <a:t>the</a:t>
            </a:r>
            <a:r>
              <a:rPr lang="de-DE" sz="1600">
                <a:latin typeface="Segoe UI" panose="020B0502040204020203" pitchFamily="34" charset="0"/>
              </a:rPr>
              <a:t> </a:t>
            </a:r>
            <a:r>
              <a:rPr lang="de-DE" sz="1600" err="1">
                <a:latin typeface="Segoe UI" panose="020B0502040204020203" pitchFamily="34" charset="0"/>
              </a:rPr>
              <a:t>agent</a:t>
            </a:r>
            <a:r>
              <a:rPr lang="de-DE" sz="1600">
                <a:latin typeface="Segoe UI" panose="020B0502040204020203" pitchFamily="34" charset="0"/>
              </a:rPr>
              <a:t> </a:t>
            </a:r>
            <a:r>
              <a:rPr lang="de-DE" sz="1600" err="1">
                <a:latin typeface="Segoe UI" panose="020B0502040204020203" pitchFamily="34" charset="0"/>
              </a:rPr>
              <a:t>itself</a:t>
            </a:r>
            <a:endParaRPr lang="de-DE" sz="1600">
              <a:latin typeface="Segoe UI" panose="020B0502040204020203" pitchFamily="34" charset="0"/>
            </a:endParaRPr>
          </a:p>
          <a:p>
            <a:pPr marL="285750" indent="-285750">
              <a:buFont typeface="Arial" panose="020B0604020202020204" pitchFamily="34" charset="0"/>
              <a:buChar char="•"/>
            </a:pPr>
            <a:r>
              <a:rPr lang="de-DE" sz="1600" err="1">
                <a:latin typeface="Segoe UI" panose="020B0502040204020203" pitchFamily="34" charset="0"/>
              </a:rPr>
              <a:t>Or</a:t>
            </a:r>
            <a:r>
              <a:rPr lang="de-DE" sz="1600">
                <a:latin typeface="Segoe UI" panose="020B0502040204020203" pitchFamily="34" charset="0"/>
              </a:rPr>
              <a:t> </a:t>
            </a:r>
            <a:r>
              <a:rPr lang="de-DE" sz="1600" err="1">
                <a:latin typeface="Segoe UI" panose="020B0502040204020203" pitchFamily="34" charset="0"/>
              </a:rPr>
              <a:t>you</a:t>
            </a:r>
            <a:r>
              <a:rPr lang="de-DE" sz="1600">
                <a:latin typeface="Segoe UI" panose="020B0502040204020203" pitchFamily="34" charset="0"/>
              </a:rPr>
              <a:t> </a:t>
            </a:r>
            <a:r>
              <a:rPr lang="de-DE" sz="1600" err="1">
                <a:latin typeface="Segoe UI" panose="020B0502040204020203" pitchFamily="34" charset="0"/>
              </a:rPr>
              <a:t>can</a:t>
            </a:r>
            <a:r>
              <a:rPr lang="de-DE" sz="1600">
                <a:latin typeface="Segoe UI" panose="020B0502040204020203" pitchFamily="34" charset="0"/>
              </a:rPr>
              <a:t> </a:t>
            </a:r>
            <a:r>
              <a:rPr lang="de-DE" sz="1600" err="1">
                <a:latin typeface="Segoe UI" panose="020B0502040204020203" pitchFamily="34" charset="0"/>
              </a:rPr>
              <a:t>write</a:t>
            </a:r>
            <a:r>
              <a:rPr lang="de-DE" sz="1600">
                <a:latin typeface="Segoe UI" panose="020B0502040204020203" pitchFamily="34" charset="0"/>
              </a:rPr>
              <a:t> </a:t>
            </a:r>
            <a:r>
              <a:rPr lang="de-DE" sz="1600" err="1">
                <a:latin typeface="Segoe UI" panose="020B0502040204020203" pitchFamily="34" charset="0"/>
              </a:rPr>
              <a:t>the</a:t>
            </a:r>
            <a:r>
              <a:rPr lang="de-DE" sz="1600">
                <a:latin typeface="Segoe UI" panose="020B0502040204020203" pitchFamily="34" charset="0"/>
              </a:rPr>
              <a:t> </a:t>
            </a:r>
            <a:r>
              <a:rPr lang="de-DE" sz="1600" err="1">
                <a:latin typeface="Segoe UI" panose="020B0502040204020203" pitchFamily="34" charset="0"/>
              </a:rPr>
              <a:t>instructions</a:t>
            </a:r>
            <a:r>
              <a:rPr lang="de-DE" sz="1600">
                <a:latin typeface="Segoe UI" panose="020B0502040204020203" pitchFamily="34" charset="0"/>
              </a:rPr>
              <a:t> and </a:t>
            </a:r>
            <a:r>
              <a:rPr lang="de-DE" sz="1600" err="1">
                <a:latin typeface="Segoe UI" panose="020B0502040204020203" pitchFamily="34" charset="0"/>
              </a:rPr>
              <a:t>define</a:t>
            </a:r>
            <a:r>
              <a:rPr lang="de-DE" sz="1600">
                <a:latin typeface="Segoe UI" panose="020B0502040204020203" pitchFamily="34" charset="0"/>
              </a:rPr>
              <a:t> </a:t>
            </a:r>
            <a:r>
              <a:rPr lang="de-DE" sz="1600" err="1">
                <a:latin typeface="Segoe UI" panose="020B0502040204020203" pitchFamily="34" charset="0"/>
              </a:rPr>
              <a:t>the</a:t>
            </a:r>
            <a:r>
              <a:rPr lang="de-DE" sz="1600">
                <a:latin typeface="Segoe UI" panose="020B0502040204020203" pitchFamily="34" charset="0"/>
              </a:rPr>
              <a:t> </a:t>
            </a:r>
            <a:r>
              <a:rPr lang="de-DE" sz="1600" err="1">
                <a:latin typeface="Segoe UI" panose="020B0502040204020203" pitchFamily="34" charset="0"/>
              </a:rPr>
              <a:t>functionality</a:t>
            </a:r>
            <a:r>
              <a:rPr lang="de-DE" sz="1600">
                <a:latin typeface="Segoe UI" panose="020B0502040204020203" pitchFamily="34" charset="0"/>
              </a:rPr>
              <a:t> </a:t>
            </a:r>
            <a:r>
              <a:rPr lang="de-DE" sz="1600" err="1">
                <a:latin typeface="Segoe UI" panose="020B0502040204020203" pitchFamily="34" charset="0"/>
              </a:rPr>
              <a:t>yourself</a:t>
            </a:r>
            <a:endParaRPr lang="de-DE" sz="1600">
              <a:latin typeface="Segoe UI" panose="020B0502040204020203" pitchFamily="34" charset="0"/>
            </a:endParaRPr>
          </a:p>
          <a:p>
            <a:pPr marL="285750" indent="-285750">
              <a:buFont typeface="Arial" panose="020B0604020202020204" pitchFamily="34" charset="0"/>
              <a:buChar char="•"/>
            </a:pPr>
            <a:r>
              <a:rPr lang="de-DE" sz="1600" err="1">
                <a:latin typeface="Segoe UI" panose="020B0502040204020203" pitchFamily="34" charset="0"/>
              </a:rPr>
              <a:t>You</a:t>
            </a:r>
            <a:r>
              <a:rPr lang="de-DE" sz="1600">
                <a:latin typeface="Segoe UI" panose="020B0502040204020203" pitchFamily="34" charset="0"/>
              </a:rPr>
              <a:t> </a:t>
            </a:r>
            <a:r>
              <a:rPr lang="de-DE" sz="1600" err="1">
                <a:latin typeface="Segoe UI" panose="020B0502040204020203" pitchFamily="34" charset="0"/>
              </a:rPr>
              <a:t>can</a:t>
            </a:r>
            <a:r>
              <a:rPr lang="de-DE" sz="1600">
                <a:latin typeface="Segoe UI" panose="020B0502040204020203" pitchFamily="34" charset="0"/>
              </a:rPr>
              <a:t> also mix </a:t>
            </a:r>
            <a:r>
              <a:rPr lang="de-DE" sz="1600" err="1">
                <a:latin typeface="Segoe UI" panose="020B0502040204020203" pitchFamily="34" charset="0"/>
              </a:rPr>
              <a:t>the</a:t>
            </a:r>
            <a:r>
              <a:rPr lang="de-DE" sz="1600">
                <a:latin typeface="Segoe UI" panose="020B0502040204020203" pitchFamily="34" charset="0"/>
              </a:rPr>
              <a:t> </a:t>
            </a:r>
            <a:r>
              <a:rPr lang="de-DE" sz="1600" err="1">
                <a:latin typeface="Segoe UI" panose="020B0502040204020203" pitchFamily="34" charset="0"/>
              </a:rPr>
              <a:t>approach</a:t>
            </a:r>
            <a:r>
              <a:rPr lang="de-DE" sz="1600">
                <a:latin typeface="Segoe UI" panose="020B0502040204020203" pitchFamily="34" charset="0"/>
              </a:rPr>
              <a:t>, </a:t>
            </a:r>
            <a:r>
              <a:rPr lang="de-DE" sz="1600" err="1">
                <a:latin typeface="Segoe UI" panose="020B0502040204020203" pitchFamily="34" charset="0"/>
              </a:rPr>
              <a:t>begin</a:t>
            </a:r>
            <a:r>
              <a:rPr lang="de-DE" sz="1600">
                <a:latin typeface="Segoe UI" panose="020B0502040204020203" pitchFamily="34" charset="0"/>
              </a:rPr>
              <a:t> </a:t>
            </a:r>
            <a:r>
              <a:rPr lang="de-DE" sz="1600" err="1">
                <a:latin typeface="Segoe UI" panose="020B0502040204020203" pitchFamily="34" charset="0"/>
              </a:rPr>
              <a:t>with</a:t>
            </a:r>
            <a:r>
              <a:rPr lang="de-DE" sz="1600">
                <a:latin typeface="Segoe UI" panose="020B0502040204020203" pitchFamily="34" charset="0"/>
              </a:rPr>
              <a:t> </a:t>
            </a:r>
            <a:r>
              <a:rPr lang="de-DE" sz="1600" err="1">
                <a:latin typeface="Segoe UI" panose="020B0502040204020203" pitchFamily="34" charset="0"/>
              </a:rPr>
              <a:t>description</a:t>
            </a:r>
            <a:r>
              <a:rPr lang="de-DE" sz="1600">
                <a:latin typeface="Segoe UI" panose="020B0502040204020203" pitchFamily="34" charset="0"/>
              </a:rPr>
              <a:t> and </a:t>
            </a:r>
            <a:r>
              <a:rPr lang="de-DE" sz="1600" err="1">
                <a:latin typeface="Segoe UI" panose="020B0502040204020203" pitchFamily="34" charset="0"/>
              </a:rPr>
              <a:t>continue</a:t>
            </a:r>
            <a:r>
              <a:rPr lang="de-DE" sz="1600">
                <a:latin typeface="Segoe UI" panose="020B0502040204020203" pitchFamily="34" charset="0"/>
              </a:rPr>
              <a:t> </a:t>
            </a:r>
            <a:r>
              <a:rPr lang="de-DE" sz="1600" err="1">
                <a:latin typeface="Segoe UI" panose="020B0502040204020203" pitchFamily="34" charset="0"/>
              </a:rPr>
              <a:t>with</a:t>
            </a:r>
            <a:r>
              <a:rPr lang="de-DE" sz="1600">
                <a:latin typeface="Segoe UI" panose="020B0502040204020203" pitchFamily="34" charset="0"/>
              </a:rPr>
              <a:t> </a:t>
            </a:r>
            <a:r>
              <a:rPr lang="de-DE" sz="1600" err="1">
                <a:latin typeface="Segoe UI" panose="020B0502040204020203" pitchFamily="34" charset="0"/>
              </a:rPr>
              <a:t>instructions</a:t>
            </a:r>
            <a:endParaRPr lang="de-DE" sz="1600">
              <a:latin typeface="Segoe UI" panose="020B0502040204020203" pitchFamily="34" charset="0"/>
            </a:endParaRPr>
          </a:p>
          <a:p>
            <a:endParaRPr lang="de-DE" sz="1600">
              <a:latin typeface="Segoe UI" panose="020B0502040204020203" pitchFamily="34" charset="0"/>
            </a:endParaRPr>
          </a:p>
          <a:p>
            <a:r>
              <a:rPr lang="de-DE" sz="1600">
                <a:latin typeface="Segoe UI" panose="020B0502040204020203" pitchFamily="34" charset="0"/>
              </a:rPr>
              <a:t>The </a:t>
            </a:r>
            <a:r>
              <a:rPr lang="de-DE" sz="1600" err="1">
                <a:latin typeface="Segoe UI" panose="020B0502040204020203" pitchFamily="34" charset="0"/>
              </a:rPr>
              <a:t>agent</a:t>
            </a:r>
            <a:r>
              <a:rPr lang="de-DE" sz="1600">
                <a:latin typeface="Segoe UI" panose="020B0502040204020203" pitchFamily="34" charset="0"/>
              </a:rPr>
              <a:t> </a:t>
            </a:r>
            <a:r>
              <a:rPr lang="de-DE" sz="1600" err="1">
                <a:latin typeface="Segoe UI" panose="020B0502040204020203" pitchFamily="34" charset="0"/>
              </a:rPr>
              <a:t>you</a:t>
            </a:r>
            <a:r>
              <a:rPr lang="de-DE" sz="1600">
                <a:latin typeface="Segoe UI" panose="020B0502040204020203" pitchFamily="34" charset="0"/>
              </a:rPr>
              <a:t> </a:t>
            </a:r>
            <a:r>
              <a:rPr lang="de-DE" sz="1600" err="1">
                <a:latin typeface="Segoe UI" panose="020B0502040204020203" pitchFamily="34" charset="0"/>
              </a:rPr>
              <a:t>are</a:t>
            </a:r>
            <a:r>
              <a:rPr lang="de-DE" sz="1600">
                <a:latin typeface="Segoe UI" panose="020B0502040204020203" pitchFamily="34" charset="0"/>
              </a:rPr>
              <a:t> </a:t>
            </a:r>
            <a:r>
              <a:rPr lang="de-DE" sz="1600" err="1">
                <a:latin typeface="Segoe UI" panose="020B0502040204020203" pitchFamily="34" charset="0"/>
              </a:rPr>
              <a:t>building</a:t>
            </a:r>
            <a:r>
              <a:rPr lang="de-DE" sz="1600">
                <a:latin typeface="Segoe UI" panose="020B0502040204020203" pitchFamily="34" charset="0"/>
              </a:rPr>
              <a:t> </a:t>
            </a:r>
            <a:r>
              <a:rPr lang="de-DE" sz="1600" err="1">
                <a:latin typeface="Segoe UI" panose="020B0502040204020203" pitchFamily="34" charset="0"/>
              </a:rPr>
              <a:t>is</a:t>
            </a:r>
            <a:r>
              <a:rPr lang="de-DE" sz="1600">
                <a:latin typeface="Segoe UI" panose="020B0502040204020203" pitchFamily="34" charset="0"/>
              </a:rPr>
              <a:t> a so-</a:t>
            </a:r>
            <a:r>
              <a:rPr lang="de-DE" sz="1600" err="1">
                <a:latin typeface="Segoe UI" panose="020B0502040204020203" pitchFamily="34" charset="0"/>
              </a:rPr>
              <a:t>called</a:t>
            </a:r>
            <a:r>
              <a:rPr lang="de-DE" sz="1600">
                <a:latin typeface="Segoe UI" panose="020B0502040204020203" pitchFamily="34" charset="0"/>
              </a:rPr>
              <a:t> </a:t>
            </a:r>
            <a:r>
              <a:rPr lang="de-DE" sz="1600" i="1" err="1">
                <a:latin typeface="Segoe UI" panose="020B0502040204020203" pitchFamily="34" charset="0"/>
              </a:rPr>
              <a:t>declarative</a:t>
            </a:r>
            <a:r>
              <a:rPr lang="de-DE" sz="1600" i="1">
                <a:latin typeface="Segoe UI" panose="020B0502040204020203" pitchFamily="34" charset="0"/>
              </a:rPr>
              <a:t> </a:t>
            </a:r>
            <a:r>
              <a:rPr lang="de-DE" sz="1600" i="1" err="1">
                <a:latin typeface="Segoe UI" panose="020B0502040204020203" pitchFamily="34" charset="0"/>
              </a:rPr>
              <a:t>agent</a:t>
            </a:r>
            <a:r>
              <a:rPr lang="de-DE" sz="1600">
                <a:latin typeface="Segoe UI" panose="020B0502040204020203" pitchFamily="34" charset="0"/>
              </a:rPr>
              <a:t>, </a:t>
            </a:r>
            <a:r>
              <a:rPr lang="de-DE" sz="1600" err="1">
                <a:latin typeface="Segoe UI" panose="020B0502040204020203" pitchFamily="34" charset="0"/>
              </a:rPr>
              <a:t>because</a:t>
            </a:r>
            <a:r>
              <a:rPr lang="de-DE" sz="1600">
                <a:latin typeface="Segoe UI" panose="020B0502040204020203" pitchFamily="34" charset="0"/>
              </a:rPr>
              <a:t> </a:t>
            </a:r>
            <a:r>
              <a:rPr lang="de-DE" sz="1600" err="1">
                <a:latin typeface="Segoe UI" panose="020B0502040204020203" pitchFamily="34" charset="0"/>
              </a:rPr>
              <a:t>it‘s</a:t>
            </a:r>
            <a:r>
              <a:rPr lang="de-DE" sz="1600">
                <a:latin typeface="Segoe UI" panose="020B0502040204020203" pitchFamily="34" charset="0"/>
              </a:rPr>
              <a:t> </a:t>
            </a:r>
            <a:r>
              <a:rPr lang="de-DE" sz="1600" err="1">
                <a:latin typeface="Segoe UI" panose="020B0502040204020203" pitchFamily="34" charset="0"/>
              </a:rPr>
              <a:t>solely</a:t>
            </a:r>
            <a:r>
              <a:rPr lang="de-DE" sz="1600">
                <a:latin typeface="Segoe UI" panose="020B0502040204020203" pitchFamily="34" charset="0"/>
              </a:rPr>
              <a:t> </a:t>
            </a:r>
            <a:r>
              <a:rPr lang="de-DE" sz="1600" err="1">
                <a:latin typeface="Segoe UI" panose="020B0502040204020203" pitchFamily="34" charset="0"/>
              </a:rPr>
              <a:t>build</a:t>
            </a:r>
            <a:r>
              <a:rPr lang="de-DE" sz="1600">
                <a:latin typeface="Segoe UI" panose="020B0502040204020203" pitchFamily="34" charset="0"/>
              </a:rPr>
              <a:t> on </a:t>
            </a:r>
            <a:r>
              <a:rPr lang="de-DE" sz="1600" err="1">
                <a:latin typeface="Segoe UI" panose="020B0502040204020203" pitchFamily="34" charset="0"/>
              </a:rPr>
              <a:t>instructions</a:t>
            </a:r>
            <a:r>
              <a:rPr lang="de-DE" sz="1600">
                <a:latin typeface="Segoe UI" panose="020B0502040204020203" pitchFamily="34" charset="0"/>
              </a:rPr>
              <a:t> </a:t>
            </a:r>
            <a:r>
              <a:rPr lang="de-DE" sz="1600" err="1">
                <a:latin typeface="Segoe UI" panose="020B0502040204020203" pitchFamily="34" charset="0"/>
              </a:rPr>
              <a:t>without</a:t>
            </a:r>
            <a:r>
              <a:rPr lang="de-DE" sz="1600">
                <a:latin typeface="Segoe UI" panose="020B0502040204020203" pitchFamily="34" charset="0"/>
              </a:rPr>
              <a:t> </a:t>
            </a:r>
            <a:r>
              <a:rPr lang="de-DE" sz="1600" err="1">
                <a:latin typeface="Segoe UI" panose="020B0502040204020203" pitchFamily="34" charset="0"/>
              </a:rPr>
              <a:t>any</a:t>
            </a:r>
            <a:r>
              <a:rPr lang="de-DE" sz="1600">
                <a:latin typeface="Segoe UI" panose="020B0502040204020203" pitchFamily="34" charset="0"/>
              </a:rPr>
              <a:t> code.</a:t>
            </a:r>
          </a:p>
          <a:p>
            <a:endParaRPr lang="de-DE" sz="1600">
              <a:latin typeface="Segoe UI" panose="020B0502040204020203" pitchFamily="34" charset="0"/>
            </a:endParaRPr>
          </a:p>
          <a:p>
            <a:r>
              <a:rPr lang="de-DE" sz="1600" err="1">
                <a:latin typeface="Segoe UI" panose="020B0502040204020203" pitchFamily="34" charset="0"/>
              </a:rPr>
              <a:t>Your</a:t>
            </a:r>
            <a:r>
              <a:rPr lang="de-DE" sz="1600">
                <a:latin typeface="Segoe UI" panose="020B0502040204020203" pitchFamily="34" charset="0"/>
              </a:rPr>
              <a:t> </a:t>
            </a:r>
            <a:r>
              <a:rPr lang="de-DE" sz="1600" err="1">
                <a:latin typeface="Segoe UI" panose="020B0502040204020203" pitchFamily="34" charset="0"/>
              </a:rPr>
              <a:t>experience</a:t>
            </a:r>
            <a:r>
              <a:rPr lang="de-DE" sz="1600">
                <a:latin typeface="Segoe UI" panose="020B0502040204020203" pitchFamily="34" charset="0"/>
              </a:rPr>
              <a:t> </a:t>
            </a:r>
            <a:r>
              <a:rPr lang="de-DE" sz="1600" err="1">
                <a:latin typeface="Segoe UI" panose="020B0502040204020203" pitchFamily="34" charset="0"/>
              </a:rPr>
              <a:t>might</a:t>
            </a:r>
            <a:r>
              <a:rPr lang="de-DE" sz="1600">
                <a:latin typeface="Segoe UI" panose="020B0502040204020203" pitchFamily="34" charset="0"/>
              </a:rPr>
              <a:t> </a:t>
            </a:r>
            <a:r>
              <a:rPr lang="de-DE" sz="1600" err="1">
                <a:latin typeface="Segoe UI" panose="020B0502040204020203" pitchFamily="34" charset="0"/>
              </a:rPr>
              <a:t>differ</a:t>
            </a:r>
            <a:r>
              <a:rPr lang="de-DE" sz="1600">
                <a:latin typeface="Segoe UI" panose="020B0502040204020203" pitchFamily="34" charset="0"/>
              </a:rPr>
              <a:t>.</a:t>
            </a:r>
            <a:endParaRPr lang="de-DE" sz="1600"/>
          </a:p>
        </p:txBody>
      </p:sp>
      <p:pic>
        <p:nvPicPr>
          <p:cNvPr id="3" name="Grafik 2" descr="Ein Bild, das Text, Screenshot, Software, Multimedia-Software enthält.&#10;&#10;KI-generierte Inhalte können fehlerhaft sein.">
            <a:extLst>
              <a:ext uri="{FF2B5EF4-FFF2-40B4-BE49-F238E27FC236}">
                <a16:creationId xmlns:a16="http://schemas.microsoft.com/office/drawing/2014/main" id="{96ACBF81-BAAA-4C95-9AC8-DABC1E345C87}"/>
              </a:ext>
            </a:extLst>
          </p:cNvPr>
          <p:cNvPicPr>
            <a:picLocks noChangeAspect="1"/>
          </p:cNvPicPr>
          <p:nvPr/>
        </p:nvPicPr>
        <p:blipFill>
          <a:blip r:embed="rId4"/>
          <a:stretch>
            <a:fillRect/>
          </a:stretch>
        </p:blipFill>
        <p:spPr>
          <a:xfrm>
            <a:off x="3827532" y="1437339"/>
            <a:ext cx="3604217" cy="4756870"/>
          </a:xfrm>
          <a:prstGeom prst="rect">
            <a:avLst/>
          </a:prstGeom>
          <a:ln>
            <a:noFill/>
          </a:ln>
          <a:effectLst>
            <a:outerShdw blurRad="292100" dist="139700" dir="2700000" algn="tl" rotWithShape="0">
              <a:srgbClr val="333333">
                <a:alpha val="65000"/>
              </a:srgbClr>
            </a:outerShdw>
          </a:effectLst>
        </p:spPr>
      </p:pic>
      <p:sp>
        <p:nvSpPr>
          <p:cNvPr id="6" name="Ellipse 5">
            <a:extLst>
              <a:ext uri="{FF2B5EF4-FFF2-40B4-BE49-F238E27FC236}">
                <a16:creationId xmlns:a16="http://schemas.microsoft.com/office/drawing/2014/main" id="{B6D55609-D952-6D9B-B352-036E3B9A270A}"/>
              </a:ext>
            </a:extLst>
          </p:cNvPr>
          <p:cNvSpPr/>
          <p:nvPr/>
        </p:nvSpPr>
        <p:spPr>
          <a:xfrm>
            <a:off x="4917536" y="1588148"/>
            <a:ext cx="929894" cy="505666"/>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9" name="Grafik 8" descr="Ein Bild, das Screenshot, Text, Software, Multimedia-Software enthält.&#10;&#10;KI-generierte Inhalte können fehlerhaft sein.">
            <a:extLst>
              <a:ext uri="{FF2B5EF4-FFF2-40B4-BE49-F238E27FC236}">
                <a16:creationId xmlns:a16="http://schemas.microsoft.com/office/drawing/2014/main" id="{78601CE6-56A3-D2A7-1C43-C14FCA933ABB}"/>
              </a:ext>
            </a:extLst>
          </p:cNvPr>
          <p:cNvPicPr>
            <a:picLocks noChangeAspect="1"/>
          </p:cNvPicPr>
          <p:nvPr/>
        </p:nvPicPr>
        <p:blipFill>
          <a:blip r:embed="rId5"/>
          <a:stretch>
            <a:fillRect/>
          </a:stretch>
        </p:blipFill>
        <p:spPr>
          <a:xfrm>
            <a:off x="7717930" y="1437339"/>
            <a:ext cx="3920722" cy="5246682"/>
          </a:xfrm>
          <a:prstGeom prst="rect">
            <a:avLst/>
          </a:prstGeom>
          <a:ln>
            <a:noFill/>
          </a:ln>
          <a:effectLst>
            <a:outerShdw blurRad="292100" dist="139700" dir="2700000" algn="tl" rotWithShape="0">
              <a:srgbClr val="333333">
                <a:alpha val="65000"/>
              </a:srgbClr>
            </a:outerShdw>
          </a:effectLst>
        </p:spPr>
      </p:pic>
      <p:sp>
        <p:nvSpPr>
          <p:cNvPr id="10" name="Ellipse 9">
            <a:extLst>
              <a:ext uri="{FF2B5EF4-FFF2-40B4-BE49-F238E27FC236}">
                <a16:creationId xmlns:a16="http://schemas.microsoft.com/office/drawing/2014/main" id="{DC253F04-2936-3DD6-8AE4-CA6280A8AA08}"/>
              </a:ext>
            </a:extLst>
          </p:cNvPr>
          <p:cNvSpPr/>
          <p:nvPr/>
        </p:nvSpPr>
        <p:spPr>
          <a:xfrm>
            <a:off x="9520556" y="1437339"/>
            <a:ext cx="929894" cy="505666"/>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custDataLst>
      <p:tags r:id="rId1"/>
    </p:custDataLst>
    <p:extLst>
      <p:ext uri="{BB962C8B-B14F-4D97-AF65-F5344CB8AC3E}">
        <p14:creationId xmlns:p14="http://schemas.microsoft.com/office/powerpoint/2010/main" val="184743208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CC7F5-B491-0EFA-585D-262A42A7BE72}"/>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8B4D854E-E25E-6339-F8C8-384CB33CC3A5}"/>
              </a:ext>
            </a:extLst>
          </p:cNvPr>
          <p:cNvSpPr>
            <a:spLocks noGrp="1"/>
          </p:cNvSpPr>
          <p:nvPr>
            <p:ph type="title"/>
          </p:nvPr>
        </p:nvSpPr>
        <p:spPr>
          <a:xfrm>
            <a:off x="5382483" y="322912"/>
            <a:ext cx="5431971" cy="846301"/>
          </a:xfrm>
        </p:spPr>
        <p:txBody>
          <a:bodyPr/>
          <a:lstStyle/>
          <a:p>
            <a:r>
              <a:rPr lang="de-DE" err="1"/>
              <a:t>Describe</a:t>
            </a:r>
            <a:r>
              <a:rPr lang="de-DE"/>
              <a:t> </a:t>
            </a:r>
            <a:r>
              <a:rPr lang="de-DE" err="1"/>
              <a:t>your</a:t>
            </a:r>
            <a:r>
              <a:rPr lang="de-DE"/>
              <a:t> </a:t>
            </a:r>
            <a:r>
              <a:rPr lang="de-DE" err="1"/>
              <a:t>agent</a:t>
            </a:r>
            <a:endParaRPr lang="de-DE"/>
          </a:p>
        </p:txBody>
      </p:sp>
      <p:sp>
        <p:nvSpPr>
          <p:cNvPr id="12" name="Textfeld 11">
            <a:extLst>
              <a:ext uri="{FF2B5EF4-FFF2-40B4-BE49-F238E27FC236}">
                <a16:creationId xmlns:a16="http://schemas.microsoft.com/office/drawing/2014/main" id="{BF617B39-3008-E48B-6125-7C40EEB6CB26}"/>
              </a:ext>
            </a:extLst>
          </p:cNvPr>
          <p:cNvSpPr txBox="1"/>
          <p:nvPr/>
        </p:nvSpPr>
        <p:spPr>
          <a:xfrm>
            <a:off x="388068" y="969772"/>
            <a:ext cx="2492345" cy="5016758"/>
          </a:xfrm>
          <a:prstGeom prst="rect">
            <a:avLst/>
          </a:prstGeom>
          <a:solidFill>
            <a:schemeClr val="bg1"/>
          </a:solidFill>
        </p:spPr>
        <p:txBody>
          <a:bodyPr wrap="square">
            <a:spAutoFit/>
          </a:bodyPr>
          <a:lstStyle/>
          <a:p>
            <a:r>
              <a:rPr lang="de-DE" sz="1600">
                <a:latin typeface="Segoe UI" panose="020B0502040204020203" pitchFamily="34" charset="0"/>
              </a:rPr>
              <a:t>By </a:t>
            </a:r>
            <a:r>
              <a:rPr lang="de-DE" sz="1600" err="1">
                <a:latin typeface="Segoe UI" panose="020B0502040204020203" pitchFamily="34" charset="0"/>
              </a:rPr>
              <a:t>describing</a:t>
            </a:r>
            <a:r>
              <a:rPr lang="de-DE" sz="1600">
                <a:latin typeface="Segoe UI" panose="020B0502040204020203" pitchFamily="34" charset="0"/>
              </a:rPr>
              <a:t> </a:t>
            </a:r>
            <a:r>
              <a:rPr lang="de-DE" sz="1600" err="1">
                <a:latin typeface="Segoe UI" panose="020B0502040204020203" pitchFamily="34" charset="0"/>
              </a:rPr>
              <a:t>what</a:t>
            </a:r>
            <a:r>
              <a:rPr lang="de-DE" sz="1600">
                <a:latin typeface="Segoe UI" panose="020B0502040204020203" pitchFamily="34" charset="0"/>
              </a:rPr>
              <a:t> </a:t>
            </a:r>
            <a:r>
              <a:rPr lang="de-DE" sz="1600" err="1">
                <a:latin typeface="Segoe UI" panose="020B0502040204020203" pitchFamily="34" charset="0"/>
              </a:rPr>
              <a:t>your</a:t>
            </a:r>
            <a:r>
              <a:rPr lang="de-DE" sz="1600">
                <a:latin typeface="Segoe UI" panose="020B0502040204020203" pitchFamily="34" charset="0"/>
              </a:rPr>
              <a:t> </a:t>
            </a:r>
            <a:r>
              <a:rPr lang="de-DE" sz="1600" err="1">
                <a:latin typeface="Segoe UI" panose="020B0502040204020203" pitchFamily="34" charset="0"/>
              </a:rPr>
              <a:t>agent</a:t>
            </a:r>
            <a:r>
              <a:rPr lang="de-DE" sz="1600">
                <a:latin typeface="Segoe UI" panose="020B0502040204020203" pitchFamily="34" charset="0"/>
              </a:rPr>
              <a:t> </a:t>
            </a:r>
            <a:r>
              <a:rPr lang="de-DE" sz="1600" err="1">
                <a:latin typeface="Segoe UI" panose="020B0502040204020203" pitchFamily="34" charset="0"/>
              </a:rPr>
              <a:t>should</a:t>
            </a:r>
            <a:r>
              <a:rPr lang="de-DE" sz="1600">
                <a:latin typeface="Segoe UI" panose="020B0502040204020203" pitchFamily="34" charset="0"/>
              </a:rPr>
              <a:t> do, </a:t>
            </a:r>
            <a:r>
              <a:rPr lang="de-DE" sz="1600" err="1">
                <a:latin typeface="Segoe UI" panose="020B0502040204020203" pitchFamily="34" charset="0"/>
              </a:rPr>
              <a:t>the</a:t>
            </a:r>
            <a:r>
              <a:rPr lang="de-DE" sz="1600">
                <a:latin typeface="Segoe UI" panose="020B0502040204020203" pitchFamily="34" charset="0"/>
              </a:rPr>
              <a:t> Agent </a:t>
            </a:r>
            <a:r>
              <a:rPr lang="de-DE" sz="1600" err="1">
                <a:latin typeface="Segoe UI" panose="020B0502040204020203" pitchFamily="34" charset="0"/>
              </a:rPr>
              <a:t>Builder</a:t>
            </a:r>
            <a:r>
              <a:rPr lang="de-DE" sz="1600">
                <a:latin typeface="Segoe UI" panose="020B0502040204020203" pitchFamily="34" charset="0"/>
              </a:rPr>
              <a:t> </a:t>
            </a:r>
            <a:r>
              <a:rPr lang="de-DE" sz="1600" err="1">
                <a:latin typeface="Segoe UI" panose="020B0502040204020203" pitchFamily="34" charset="0"/>
              </a:rPr>
              <a:t>guides</a:t>
            </a:r>
            <a:r>
              <a:rPr lang="de-DE" sz="1600">
                <a:latin typeface="Segoe UI" panose="020B0502040204020203" pitchFamily="34" charset="0"/>
              </a:rPr>
              <a:t> </a:t>
            </a:r>
            <a:r>
              <a:rPr lang="de-DE" sz="1600" err="1">
                <a:latin typeface="Segoe UI" panose="020B0502040204020203" pitchFamily="34" charset="0"/>
              </a:rPr>
              <a:t>you</a:t>
            </a:r>
            <a:r>
              <a:rPr lang="de-DE" sz="1600">
                <a:latin typeface="Segoe UI" panose="020B0502040204020203" pitchFamily="34" charset="0"/>
              </a:rPr>
              <a:t> </a:t>
            </a:r>
            <a:r>
              <a:rPr lang="de-DE" sz="1600" err="1">
                <a:latin typeface="Segoe UI" panose="020B0502040204020203" pitchFamily="34" charset="0"/>
              </a:rPr>
              <a:t>through</a:t>
            </a:r>
            <a:r>
              <a:rPr lang="de-DE" sz="1600">
                <a:latin typeface="Segoe UI" panose="020B0502040204020203" pitchFamily="34" charset="0"/>
              </a:rPr>
              <a:t> </a:t>
            </a:r>
            <a:r>
              <a:rPr lang="de-DE" sz="1600" err="1">
                <a:latin typeface="Segoe UI" panose="020B0502040204020203" pitchFamily="34" charset="0"/>
              </a:rPr>
              <a:t>each</a:t>
            </a:r>
            <a:r>
              <a:rPr lang="de-DE" sz="1600">
                <a:latin typeface="Segoe UI" panose="020B0502040204020203" pitchFamily="34" charset="0"/>
              </a:rPr>
              <a:t> </a:t>
            </a:r>
            <a:r>
              <a:rPr lang="de-DE" sz="1600" err="1">
                <a:latin typeface="Segoe UI" panose="020B0502040204020203" pitchFamily="34" charset="0"/>
              </a:rPr>
              <a:t>step</a:t>
            </a:r>
            <a:r>
              <a:rPr lang="de-DE" sz="1600">
                <a:latin typeface="Segoe UI" panose="020B0502040204020203" pitchFamily="34" charset="0"/>
              </a:rPr>
              <a:t> </a:t>
            </a:r>
            <a:r>
              <a:rPr lang="de-DE" sz="1600" err="1">
                <a:latin typeface="Segoe UI" panose="020B0502040204020203" pitchFamily="34" charset="0"/>
              </a:rPr>
              <a:t>of</a:t>
            </a:r>
            <a:r>
              <a:rPr lang="de-DE" sz="1600">
                <a:latin typeface="Segoe UI" panose="020B0502040204020203" pitchFamily="34" charset="0"/>
              </a:rPr>
              <a:t> </a:t>
            </a:r>
            <a:r>
              <a:rPr lang="de-DE" sz="1600" err="1">
                <a:latin typeface="Segoe UI" panose="020B0502040204020203" pitchFamily="34" charset="0"/>
              </a:rPr>
              <a:t>the</a:t>
            </a:r>
            <a:r>
              <a:rPr lang="de-DE" sz="1600">
                <a:latin typeface="Segoe UI" panose="020B0502040204020203" pitchFamily="34" charset="0"/>
              </a:rPr>
              <a:t> </a:t>
            </a:r>
            <a:r>
              <a:rPr lang="de-DE" sz="1600" err="1">
                <a:latin typeface="Segoe UI" panose="020B0502040204020203" pitchFamily="34" charset="0"/>
              </a:rPr>
              <a:t>creation</a:t>
            </a:r>
            <a:r>
              <a:rPr lang="de-DE" sz="1600">
                <a:latin typeface="Segoe UI" panose="020B0502040204020203" pitchFamily="34" charset="0"/>
              </a:rPr>
              <a:t> </a:t>
            </a:r>
            <a:r>
              <a:rPr lang="de-DE" sz="1600" err="1">
                <a:latin typeface="Segoe UI" panose="020B0502040204020203" pitchFamily="34" charset="0"/>
              </a:rPr>
              <a:t>process</a:t>
            </a:r>
            <a:endParaRPr lang="de-DE" sz="1600">
              <a:latin typeface="Segoe UI" panose="020B0502040204020203" pitchFamily="34" charset="0"/>
            </a:endParaRPr>
          </a:p>
          <a:p>
            <a:endParaRPr lang="de-DE" sz="1600">
              <a:latin typeface="Segoe UI" panose="020B0502040204020203" pitchFamily="34" charset="0"/>
            </a:endParaRPr>
          </a:p>
          <a:p>
            <a:pPr marL="285750" indent="-285750">
              <a:buFont typeface="Arial" panose="020B0604020202020204" pitchFamily="34" charset="0"/>
              <a:buChar char="•"/>
            </a:pPr>
            <a:r>
              <a:rPr lang="de-DE" sz="1600">
                <a:latin typeface="Segoe UI" panose="020B0502040204020203" pitchFamily="34" charset="0"/>
              </a:rPr>
              <a:t>on </a:t>
            </a:r>
            <a:r>
              <a:rPr lang="de-DE" sz="1600" err="1">
                <a:latin typeface="Segoe UI" panose="020B0502040204020203" pitchFamily="34" charset="0"/>
              </a:rPr>
              <a:t>the</a:t>
            </a:r>
            <a:r>
              <a:rPr lang="de-DE" sz="1600">
                <a:latin typeface="Segoe UI" panose="020B0502040204020203" pitchFamily="34" charset="0"/>
              </a:rPr>
              <a:t> </a:t>
            </a:r>
            <a:r>
              <a:rPr lang="de-DE" sz="1600" err="1">
                <a:latin typeface="Segoe UI" panose="020B0502040204020203" pitchFamily="34" charset="0"/>
              </a:rPr>
              <a:t>left</a:t>
            </a:r>
            <a:r>
              <a:rPr lang="de-DE" sz="1600">
                <a:latin typeface="Segoe UI" panose="020B0502040204020203" pitchFamily="34" charset="0"/>
              </a:rPr>
              <a:t> </a:t>
            </a:r>
            <a:r>
              <a:rPr lang="de-DE" sz="1600" err="1">
                <a:latin typeface="Segoe UI" panose="020B0502040204020203" pitchFamily="34" charset="0"/>
              </a:rPr>
              <a:t>side</a:t>
            </a:r>
            <a:r>
              <a:rPr lang="de-DE" sz="1600">
                <a:latin typeface="Segoe UI" panose="020B0502040204020203" pitchFamily="34" charset="0"/>
              </a:rPr>
              <a:t> </a:t>
            </a:r>
            <a:r>
              <a:rPr lang="de-DE" sz="1600" err="1">
                <a:latin typeface="Segoe UI" panose="020B0502040204020203" pitchFamily="34" charset="0"/>
              </a:rPr>
              <a:t>is</a:t>
            </a:r>
            <a:r>
              <a:rPr lang="de-DE" sz="1600">
                <a:latin typeface="Segoe UI" panose="020B0502040204020203" pitchFamily="34" charset="0"/>
              </a:rPr>
              <a:t> </a:t>
            </a:r>
            <a:r>
              <a:rPr lang="de-DE" sz="1600" err="1">
                <a:latin typeface="Segoe UI" panose="020B0502040204020203" pitchFamily="34" charset="0"/>
              </a:rPr>
              <a:t>what</a:t>
            </a:r>
            <a:r>
              <a:rPr lang="de-DE" sz="1600">
                <a:latin typeface="Segoe UI" panose="020B0502040204020203" pitchFamily="34" charset="0"/>
              </a:rPr>
              <a:t> </a:t>
            </a:r>
            <a:r>
              <a:rPr lang="de-DE" sz="1600" err="1">
                <a:latin typeface="Segoe UI" panose="020B0502040204020203" pitchFamily="34" charset="0"/>
              </a:rPr>
              <a:t>you</a:t>
            </a:r>
            <a:r>
              <a:rPr lang="de-DE" sz="1600">
                <a:latin typeface="Segoe UI" panose="020B0502040204020203" pitchFamily="34" charset="0"/>
              </a:rPr>
              <a:t> </a:t>
            </a:r>
            <a:r>
              <a:rPr lang="de-DE" sz="1600" err="1">
                <a:latin typeface="Segoe UI" panose="020B0502040204020203" pitchFamily="34" charset="0"/>
              </a:rPr>
              <a:t>want</a:t>
            </a:r>
            <a:r>
              <a:rPr lang="de-DE" sz="1600">
                <a:latin typeface="Segoe UI" panose="020B0502040204020203" pitchFamily="34" charset="0"/>
              </a:rPr>
              <a:t> </a:t>
            </a:r>
            <a:r>
              <a:rPr lang="de-DE" sz="1600" err="1">
                <a:latin typeface="Segoe UI" panose="020B0502040204020203" pitchFamily="34" charset="0"/>
              </a:rPr>
              <a:t>it</a:t>
            </a:r>
            <a:r>
              <a:rPr lang="de-DE" sz="1600">
                <a:latin typeface="Segoe UI" panose="020B0502040204020203" pitchFamily="34" charset="0"/>
              </a:rPr>
              <a:t> to do</a:t>
            </a:r>
          </a:p>
          <a:p>
            <a:pPr marL="285750" indent="-285750">
              <a:buFont typeface="Arial" panose="020B0604020202020204" pitchFamily="34" charset="0"/>
              <a:buChar char="•"/>
            </a:pPr>
            <a:endParaRPr lang="de-DE" sz="1600">
              <a:latin typeface="Segoe UI" panose="020B0502040204020203" pitchFamily="34" charset="0"/>
            </a:endParaRPr>
          </a:p>
          <a:p>
            <a:pPr marL="285750" indent="-285750">
              <a:buFont typeface="Arial" panose="020B0604020202020204" pitchFamily="34" charset="0"/>
              <a:buChar char="•"/>
            </a:pPr>
            <a:r>
              <a:rPr lang="de-DE" sz="1600">
                <a:latin typeface="Segoe UI" panose="020B0502040204020203" pitchFamily="34" charset="0"/>
              </a:rPr>
              <a:t>on </a:t>
            </a:r>
            <a:r>
              <a:rPr lang="de-DE" sz="1600" err="1">
                <a:latin typeface="Segoe UI" panose="020B0502040204020203" pitchFamily="34" charset="0"/>
              </a:rPr>
              <a:t>the</a:t>
            </a:r>
            <a:r>
              <a:rPr lang="de-DE" sz="1600">
                <a:latin typeface="Segoe UI" panose="020B0502040204020203" pitchFamily="34" charset="0"/>
              </a:rPr>
              <a:t> </a:t>
            </a:r>
            <a:r>
              <a:rPr lang="de-DE" sz="1600" err="1">
                <a:latin typeface="Segoe UI" panose="020B0502040204020203" pitchFamily="34" charset="0"/>
              </a:rPr>
              <a:t>right</a:t>
            </a:r>
            <a:r>
              <a:rPr lang="de-DE" sz="1600">
                <a:latin typeface="Segoe UI" panose="020B0502040204020203" pitchFamily="34" charset="0"/>
              </a:rPr>
              <a:t> </a:t>
            </a:r>
            <a:r>
              <a:rPr lang="de-DE" sz="1600" err="1">
                <a:latin typeface="Segoe UI" panose="020B0502040204020203" pitchFamily="34" charset="0"/>
              </a:rPr>
              <a:t>you</a:t>
            </a:r>
            <a:r>
              <a:rPr lang="de-DE" sz="1600">
                <a:latin typeface="Segoe UI" panose="020B0502040204020203" pitchFamily="34" charset="0"/>
              </a:rPr>
              <a:t> </a:t>
            </a:r>
            <a:r>
              <a:rPr lang="de-DE" sz="1600" err="1">
                <a:latin typeface="Segoe UI" panose="020B0502040204020203" pitchFamily="34" charset="0"/>
              </a:rPr>
              <a:t>can</a:t>
            </a:r>
            <a:r>
              <a:rPr lang="de-DE" sz="1600">
                <a:latin typeface="Segoe UI" panose="020B0502040204020203" pitchFamily="34" charset="0"/>
              </a:rPr>
              <a:t> </a:t>
            </a:r>
            <a:r>
              <a:rPr lang="de-DE" sz="1600" err="1">
                <a:latin typeface="Segoe UI" panose="020B0502040204020203" pitchFamily="34" charset="0"/>
              </a:rPr>
              <a:t>test</a:t>
            </a:r>
            <a:r>
              <a:rPr lang="de-DE" sz="1600">
                <a:latin typeface="Segoe UI" panose="020B0502040204020203" pitchFamily="34" charset="0"/>
              </a:rPr>
              <a:t> </a:t>
            </a:r>
            <a:r>
              <a:rPr lang="de-DE" sz="1600" err="1">
                <a:latin typeface="Segoe UI" panose="020B0502040204020203" pitchFamily="34" charset="0"/>
              </a:rPr>
              <a:t>your</a:t>
            </a:r>
            <a:r>
              <a:rPr lang="de-DE" sz="1600">
                <a:latin typeface="Segoe UI" panose="020B0502040204020203" pitchFamily="34" charset="0"/>
              </a:rPr>
              <a:t> </a:t>
            </a:r>
            <a:r>
              <a:rPr lang="de-DE" sz="1600" err="1">
                <a:latin typeface="Segoe UI" panose="020B0502040204020203" pitchFamily="34" charset="0"/>
              </a:rPr>
              <a:t>agents</a:t>
            </a:r>
            <a:r>
              <a:rPr lang="de-DE" sz="1600">
                <a:latin typeface="Segoe UI" panose="020B0502040204020203" pitchFamily="34" charset="0"/>
              </a:rPr>
              <a:t> </a:t>
            </a:r>
            <a:r>
              <a:rPr lang="de-DE" sz="1600" err="1">
                <a:latin typeface="Segoe UI" panose="020B0502040204020203" pitchFamily="34" charset="0"/>
              </a:rPr>
              <a:t>functionality</a:t>
            </a:r>
            <a:endParaRPr lang="de-DE" sz="1600">
              <a:latin typeface="Segoe UI" panose="020B0502040204020203" pitchFamily="34" charset="0"/>
            </a:endParaRPr>
          </a:p>
          <a:p>
            <a:pPr marL="285750" indent="-285750">
              <a:buFont typeface="Arial" panose="020B0604020202020204" pitchFamily="34" charset="0"/>
              <a:buChar char="•"/>
            </a:pPr>
            <a:endParaRPr lang="de-DE" sz="1600">
              <a:latin typeface="Segoe UI" panose="020B0502040204020203" pitchFamily="34" charset="0"/>
            </a:endParaRPr>
          </a:p>
          <a:p>
            <a:r>
              <a:rPr lang="de-DE" sz="1600" err="1">
                <a:latin typeface="Segoe UI" panose="020B0502040204020203" pitchFamily="34" charset="0"/>
              </a:rPr>
              <a:t>You</a:t>
            </a:r>
            <a:r>
              <a:rPr lang="de-DE" sz="1600">
                <a:latin typeface="Segoe UI" panose="020B0502040204020203" pitchFamily="34" charset="0"/>
              </a:rPr>
              <a:t> will </a:t>
            </a:r>
            <a:r>
              <a:rPr lang="de-DE" sz="1600" err="1">
                <a:latin typeface="Segoe UI" panose="020B0502040204020203" pitchFamily="34" charset="0"/>
              </a:rPr>
              <a:t>see</a:t>
            </a:r>
            <a:r>
              <a:rPr lang="de-DE" sz="1600">
                <a:latin typeface="Segoe UI" panose="020B0502040204020203" pitchFamily="34" charset="0"/>
              </a:rPr>
              <a:t> </a:t>
            </a:r>
            <a:r>
              <a:rPr lang="de-DE" sz="1600" err="1">
                <a:latin typeface="Segoe UI" panose="020B0502040204020203" pitchFamily="34" charset="0"/>
              </a:rPr>
              <a:t>how</a:t>
            </a:r>
            <a:r>
              <a:rPr lang="de-DE" sz="1600">
                <a:latin typeface="Segoe UI" panose="020B0502040204020203" pitchFamily="34" charset="0"/>
              </a:rPr>
              <a:t> </a:t>
            </a:r>
            <a:r>
              <a:rPr lang="de-DE" sz="1600" err="1">
                <a:latin typeface="Segoe UI" panose="020B0502040204020203" pitchFamily="34" charset="0"/>
              </a:rPr>
              <a:t>your</a:t>
            </a:r>
            <a:r>
              <a:rPr lang="de-DE" sz="1600">
                <a:latin typeface="Segoe UI" panose="020B0502040204020203" pitchFamily="34" charset="0"/>
              </a:rPr>
              <a:t> </a:t>
            </a:r>
            <a:r>
              <a:rPr lang="de-DE" sz="1600" err="1">
                <a:latin typeface="Segoe UI" panose="020B0502040204020203" pitchFamily="34" charset="0"/>
              </a:rPr>
              <a:t>agents</a:t>
            </a:r>
            <a:r>
              <a:rPr lang="de-DE" sz="1600">
                <a:latin typeface="Segoe UI" panose="020B0502040204020203" pitchFamily="34" charset="0"/>
              </a:rPr>
              <a:t> </a:t>
            </a:r>
            <a:r>
              <a:rPr lang="de-DE" sz="1600" err="1">
                <a:latin typeface="Segoe UI" panose="020B0502040204020203" pitchFamily="34" charset="0"/>
              </a:rPr>
              <a:t>appearance</a:t>
            </a:r>
            <a:r>
              <a:rPr lang="de-DE" sz="1600">
                <a:latin typeface="Segoe UI" panose="020B0502040204020203" pitchFamily="34" charset="0"/>
              </a:rPr>
              <a:t> on </a:t>
            </a:r>
            <a:r>
              <a:rPr lang="de-DE" sz="1600" err="1">
                <a:latin typeface="Segoe UI" panose="020B0502040204020203" pitchFamily="34" charset="0"/>
              </a:rPr>
              <a:t>the</a:t>
            </a:r>
            <a:r>
              <a:rPr lang="de-DE" sz="1600">
                <a:latin typeface="Segoe UI" panose="020B0502040204020203" pitchFamily="34" charset="0"/>
              </a:rPr>
              <a:t> </a:t>
            </a:r>
            <a:r>
              <a:rPr lang="de-DE" sz="1600" err="1">
                <a:latin typeface="Segoe UI" panose="020B0502040204020203" pitchFamily="34" charset="0"/>
              </a:rPr>
              <a:t>right</a:t>
            </a:r>
            <a:r>
              <a:rPr lang="de-DE" sz="1600">
                <a:latin typeface="Segoe UI" panose="020B0502040204020203" pitchFamily="34" charset="0"/>
              </a:rPr>
              <a:t> </a:t>
            </a:r>
            <a:r>
              <a:rPr lang="de-DE" sz="1600" err="1">
                <a:latin typeface="Segoe UI" panose="020B0502040204020203" pitchFamily="34" charset="0"/>
              </a:rPr>
              <a:t>changes</a:t>
            </a:r>
            <a:r>
              <a:rPr lang="de-DE" sz="1600">
                <a:latin typeface="Segoe UI" panose="020B0502040204020203" pitchFamily="34" charset="0"/>
              </a:rPr>
              <a:t> </a:t>
            </a:r>
            <a:r>
              <a:rPr lang="de-DE" sz="1600" err="1">
                <a:latin typeface="Segoe UI" panose="020B0502040204020203" pitchFamily="34" charset="0"/>
              </a:rPr>
              <a:t>with</a:t>
            </a:r>
            <a:r>
              <a:rPr lang="de-DE" sz="1600">
                <a:latin typeface="Segoe UI" panose="020B0502040204020203" pitchFamily="34" charset="0"/>
              </a:rPr>
              <a:t> </a:t>
            </a:r>
            <a:r>
              <a:rPr lang="de-DE" sz="1600" err="1">
                <a:latin typeface="Segoe UI" panose="020B0502040204020203" pitchFamily="34" charset="0"/>
              </a:rPr>
              <a:t>every</a:t>
            </a:r>
            <a:r>
              <a:rPr lang="de-DE" sz="1600">
                <a:latin typeface="Segoe UI" panose="020B0502040204020203" pitchFamily="34" charset="0"/>
              </a:rPr>
              <a:t> </a:t>
            </a:r>
            <a:r>
              <a:rPr lang="de-DE" sz="1600" err="1">
                <a:latin typeface="Segoe UI" panose="020B0502040204020203" pitchFamily="34" charset="0"/>
              </a:rPr>
              <a:t>step</a:t>
            </a:r>
            <a:r>
              <a:rPr lang="de-DE" sz="1600">
                <a:latin typeface="Segoe UI" panose="020B0502040204020203" pitchFamily="34" charset="0"/>
              </a:rPr>
              <a:t> </a:t>
            </a:r>
            <a:r>
              <a:rPr lang="de-DE" sz="1600" err="1">
                <a:latin typeface="Segoe UI" panose="020B0502040204020203" pitchFamily="34" charset="0"/>
              </a:rPr>
              <a:t>you</a:t>
            </a:r>
            <a:r>
              <a:rPr lang="de-DE" sz="1600">
                <a:latin typeface="Segoe UI" panose="020B0502040204020203" pitchFamily="34" charset="0"/>
              </a:rPr>
              <a:t> </a:t>
            </a:r>
            <a:r>
              <a:rPr lang="de-DE" sz="1600" err="1">
                <a:latin typeface="Segoe UI" panose="020B0502040204020203" pitchFamily="34" charset="0"/>
              </a:rPr>
              <a:t>take</a:t>
            </a:r>
            <a:r>
              <a:rPr lang="de-DE" sz="1600">
                <a:latin typeface="Segoe UI" panose="020B0502040204020203" pitchFamily="34" charset="0"/>
              </a:rPr>
              <a:t>.</a:t>
            </a:r>
          </a:p>
          <a:p>
            <a:endParaRPr lang="de-DE" sz="1600">
              <a:latin typeface="Segoe UI" panose="020B0502040204020203" pitchFamily="34" charset="0"/>
            </a:endParaRPr>
          </a:p>
          <a:p>
            <a:r>
              <a:rPr lang="de-DE" sz="1600" err="1">
                <a:latin typeface="Segoe UI" panose="020B0502040204020203" pitchFamily="34" charset="0"/>
              </a:rPr>
              <a:t>It</a:t>
            </a:r>
            <a:r>
              <a:rPr lang="de-DE" sz="1600">
                <a:latin typeface="Segoe UI" panose="020B0502040204020203" pitchFamily="34" charset="0"/>
              </a:rPr>
              <a:t> also </a:t>
            </a:r>
            <a:r>
              <a:rPr lang="de-DE" sz="1600" err="1">
                <a:latin typeface="Segoe UI" panose="020B0502040204020203" pitchFamily="34" charset="0"/>
              </a:rPr>
              <a:t>creates</a:t>
            </a:r>
            <a:r>
              <a:rPr lang="de-DE" sz="1600">
                <a:latin typeface="Segoe UI" panose="020B0502040204020203" pitchFamily="34" charset="0"/>
              </a:rPr>
              <a:t> </a:t>
            </a:r>
            <a:r>
              <a:rPr lang="de-DE" sz="1600" err="1">
                <a:latin typeface="Segoe UI" panose="020B0502040204020203" pitchFamily="34" charset="0"/>
              </a:rPr>
              <a:t>suggested</a:t>
            </a:r>
            <a:r>
              <a:rPr lang="de-DE" sz="1600">
                <a:latin typeface="Segoe UI" panose="020B0502040204020203" pitchFamily="34" charset="0"/>
              </a:rPr>
              <a:t> </a:t>
            </a:r>
            <a:r>
              <a:rPr lang="de-DE" sz="1600" err="1">
                <a:latin typeface="Segoe UI" panose="020B0502040204020203" pitchFamily="34" charset="0"/>
              </a:rPr>
              <a:t>prompts</a:t>
            </a:r>
            <a:r>
              <a:rPr lang="de-DE" sz="1600">
                <a:latin typeface="Segoe UI" panose="020B0502040204020203" pitchFamily="34" charset="0"/>
              </a:rPr>
              <a:t> </a:t>
            </a:r>
            <a:r>
              <a:rPr lang="de-DE" sz="1600" err="1">
                <a:latin typeface="Segoe UI" panose="020B0502040204020203" pitchFamily="34" charset="0"/>
              </a:rPr>
              <a:t>for</a:t>
            </a:r>
            <a:r>
              <a:rPr lang="de-DE" sz="1600">
                <a:latin typeface="Segoe UI" panose="020B0502040204020203" pitchFamily="34" charset="0"/>
              </a:rPr>
              <a:t> </a:t>
            </a:r>
            <a:r>
              <a:rPr lang="de-DE" sz="1600" err="1">
                <a:latin typeface="Segoe UI" panose="020B0502040204020203" pitchFamily="34" charset="0"/>
              </a:rPr>
              <a:t>interaction</a:t>
            </a:r>
            <a:r>
              <a:rPr lang="de-DE" sz="1600">
                <a:latin typeface="Segoe UI" panose="020B0502040204020203" pitchFamily="34" charset="0"/>
              </a:rPr>
              <a:t>.</a:t>
            </a:r>
            <a:endParaRPr lang="de-DE" sz="1600"/>
          </a:p>
        </p:txBody>
      </p:sp>
      <p:pic>
        <p:nvPicPr>
          <p:cNvPr id="4" name="Grafik 3" descr="Ein Bild, das Text, Screenshot, Software, Design enthält.&#10;&#10;KI-generierte Inhalte können fehlerhaft sein.">
            <a:extLst>
              <a:ext uri="{FF2B5EF4-FFF2-40B4-BE49-F238E27FC236}">
                <a16:creationId xmlns:a16="http://schemas.microsoft.com/office/drawing/2014/main" id="{0C8FE4DC-401D-8D66-9655-523C15F70C0F}"/>
              </a:ext>
            </a:extLst>
          </p:cNvPr>
          <p:cNvPicPr>
            <a:picLocks noChangeAspect="1"/>
          </p:cNvPicPr>
          <p:nvPr/>
        </p:nvPicPr>
        <p:blipFill>
          <a:blip r:embed="rId4"/>
          <a:stretch>
            <a:fillRect/>
          </a:stretch>
        </p:blipFill>
        <p:spPr>
          <a:xfrm>
            <a:off x="3188261" y="969772"/>
            <a:ext cx="5192371" cy="5597684"/>
          </a:xfrm>
          <a:prstGeom prst="rect">
            <a:avLst/>
          </a:prstGeom>
          <a:ln>
            <a:noFill/>
          </a:ln>
          <a:effectLst>
            <a:outerShdw blurRad="292100" dist="139700" dir="2700000" algn="tl" rotWithShape="0">
              <a:srgbClr val="333333">
                <a:alpha val="65000"/>
              </a:srgbClr>
            </a:outerShdw>
          </a:effectLst>
        </p:spPr>
      </p:pic>
      <p:pic>
        <p:nvPicPr>
          <p:cNvPr id="7" name="Grafik 6" descr="Ein Bild, das Text, Screenshot enthält.&#10;&#10;KI-generierte Inhalte können fehlerhaft sein.">
            <a:extLst>
              <a:ext uri="{FF2B5EF4-FFF2-40B4-BE49-F238E27FC236}">
                <a16:creationId xmlns:a16="http://schemas.microsoft.com/office/drawing/2014/main" id="{53EF92B8-653C-2F39-0A51-477187EFEB09}"/>
              </a:ext>
            </a:extLst>
          </p:cNvPr>
          <p:cNvPicPr>
            <a:picLocks noChangeAspect="1"/>
          </p:cNvPicPr>
          <p:nvPr/>
        </p:nvPicPr>
        <p:blipFill>
          <a:blip r:embed="rId5"/>
          <a:stretch>
            <a:fillRect/>
          </a:stretch>
        </p:blipFill>
        <p:spPr>
          <a:xfrm>
            <a:off x="7003196" y="1338484"/>
            <a:ext cx="4485477" cy="2480957"/>
          </a:xfrm>
          <a:prstGeom prst="rect">
            <a:avLst/>
          </a:prstGeom>
          <a:ln>
            <a:noFill/>
          </a:ln>
          <a:effectLst>
            <a:outerShdw blurRad="292100" dist="139700" dir="2700000" algn="tl" rotWithShape="0">
              <a:srgbClr val="333333">
                <a:alpha val="65000"/>
              </a:srgbClr>
            </a:outerShdw>
          </a:effectLst>
        </p:spPr>
      </p:pic>
      <p:sp>
        <p:nvSpPr>
          <p:cNvPr id="8" name="Textfeld 7">
            <a:extLst>
              <a:ext uri="{FF2B5EF4-FFF2-40B4-BE49-F238E27FC236}">
                <a16:creationId xmlns:a16="http://schemas.microsoft.com/office/drawing/2014/main" id="{7A3398F9-D3BB-E023-3D98-47CB15E6AF1E}"/>
              </a:ext>
            </a:extLst>
          </p:cNvPr>
          <p:cNvSpPr txBox="1"/>
          <p:nvPr/>
        </p:nvSpPr>
        <p:spPr>
          <a:xfrm>
            <a:off x="8996328" y="4389583"/>
            <a:ext cx="2492345" cy="1323439"/>
          </a:xfrm>
          <a:prstGeom prst="rect">
            <a:avLst/>
          </a:prstGeom>
          <a:solidFill>
            <a:schemeClr val="bg1"/>
          </a:solidFill>
        </p:spPr>
        <p:txBody>
          <a:bodyPr wrap="square">
            <a:spAutoFit/>
          </a:bodyPr>
          <a:lstStyle/>
          <a:p>
            <a:r>
              <a:rPr lang="de-DE" sz="1600" err="1">
                <a:latin typeface="Segoe UI" panose="020B0502040204020203" pitchFamily="34" charset="0"/>
              </a:rPr>
              <a:t>When</a:t>
            </a:r>
            <a:r>
              <a:rPr lang="de-DE" sz="1600">
                <a:latin typeface="Segoe UI" panose="020B0502040204020203" pitchFamily="34" charset="0"/>
              </a:rPr>
              <a:t> </a:t>
            </a:r>
            <a:r>
              <a:rPr lang="de-DE" sz="1600" err="1">
                <a:latin typeface="Segoe UI" panose="020B0502040204020203" pitchFamily="34" charset="0"/>
              </a:rPr>
              <a:t>you</a:t>
            </a:r>
            <a:r>
              <a:rPr lang="de-DE" sz="1600">
                <a:latin typeface="Segoe UI" panose="020B0502040204020203" pitchFamily="34" charset="0"/>
              </a:rPr>
              <a:t> </a:t>
            </a:r>
            <a:r>
              <a:rPr lang="de-DE" sz="1600" err="1">
                <a:latin typeface="Segoe UI" panose="020B0502040204020203" pitchFamily="34" charset="0"/>
              </a:rPr>
              <a:t>are</a:t>
            </a:r>
            <a:r>
              <a:rPr lang="de-DE" sz="1600">
                <a:latin typeface="Segoe UI" panose="020B0502040204020203" pitchFamily="34" charset="0"/>
              </a:rPr>
              <a:t> happy </a:t>
            </a:r>
            <a:r>
              <a:rPr lang="de-DE" sz="1600" err="1">
                <a:latin typeface="Segoe UI" panose="020B0502040204020203" pitchFamily="34" charset="0"/>
              </a:rPr>
              <a:t>with</a:t>
            </a:r>
            <a:r>
              <a:rPr lang="de-DE" sz="1600">
                <a:latin typeface="Segoe UI" panose="020B0502040204020203" pitchFamily="34" charset="0"/>
              </a:rPr>
              <a:t> </a:t>
            </a:r>
            <a:r>
              <a:rPr lang="de-DE" sz="1600" err="1">
                <a:latin typeface="Segoe UI" panose="020B0502040204020203" pitchFamily="34" charset="0"/>
              </a:rPr>
              <a:t>the</a:t>
            </a:r>
            <a:r>
              <a:rPr lang="de-DE" sz="1600">
                <a:latin typeface="Segoe UI" panose="020B0502040204020203" pitchFamily="34" charset="0"/>
              </a:rPr>
              <a:t> </a:t>
            </a:r>
            <a:r>
              <a:rPr lang="de-DE" sz="1600" err="1">
                <a:latin typeface="Segoe UI" panose="020B0502040204020203" pitchFamily="34" charset="0"/>
              </a:rPr>
              <a:t>result</a:t>
            </a:r>
            <a:r>
              <a:rPr lang="de-DE" sz="1600">
                <a:latin typeface="Segoe UI" panose="020B0502040204020203" pitchFamily="34" charset="0"/>
              </a:rPr>
              <a:t>, </a:t>
            </a:r>
            <a:r>
              <a:rPr lang="de-DE" sz="1600" err="1">
                <a:latin typeface="Segoe UI" panose="020B0502040204020203" pitchFamily="34" charset="0"/>
              </a:rPr>
              <a:t>click</a:t>
            </a:r>
            <a:r>
              <a:rPr lang="de-DE" sz="1600">
                <a:latin typeface="Segoe UI" panose="020B0502040204020203" pitchFamily="34" charset="0"/>
              </a:rPr>
              <a:t> „Create“ in </a:t>
            </a:r>
            <a:r>
              <a:rPr lang="de-DE" sz="1600" err="1">
                <a:latin typeface="Segoe UI" panose="020B0502040204020203" pitchFamily="34" charset="0"/>
              </a:rPr>
              <a:t>the</a:t>
            </a:r>
            <a:r>
              <a:rPr lang="de-DE" sz="1600">
                <a:latin typeface="Segoe UI" panose="020B0502040204020203" pitchFamily="34" charset="0"/>
              </a:rPr>
              <a:t> </a:t>
            </a:r>
            <a:r>
              <a:rPr lang="de-DE" sz="1600" err="1">
                <a:latin typeface="Segoe UI" panose="020B0502040204020203" pitchFamily="34" charset="0"/>
              </a:rPr>
              <a:t>upper</a:t>
            </a:r>
            <a:r>
              <a:rPr lang="de-DE" sz="1600">
                <a:latin typeface="Segoe UI" panose="020B0502040204020203" pitchFamily="34" charset="0"/>
              </a:rPr>
              <a:t> </a:t>
            </a:r>
            <a:r>
              <a:rPr lang="de-DE" sz="1600" err="1">
                <a:latin typeface="Segoe UI" panose="020B0502040204020203" pitchFamily="34" charset="0"/>
              </a:rPr>
              <a:t>left</a:t>
            </a:r>
            <a:r>
              <a:rPr lang="de-DE" sz="1600">
                <a:latin typeface="Segoe UI" panose="020B0502040204020203" pitchFamily="34" charset="0"/>
              </a:rPr>
              <a:t> </a:t>
            </a:r>
            <a:r>
              <a:rPr lang="de-DE" sz="1600" err="1">
                <a:latin typeface="Segoe UI" panose="020B0502040204020203" pitchFamily="34" charset="0"/>
              </a:rPr>
              <a:t>corner</a:t>
            </a:r>
            <a:r>
              <a:rPr lang="de-DE" sz="1600">
                <a:latin typeface="Segoe UI" panose="020B0502040204020203" pitchFamily="34" charset="0"/>
              </a:rPr>
              <a:t>.</a:t>
            </a:r>
          </a:p>
          <a:p>
            <a:endParaRPr lang="de-DE" sz="1600">
              <a:latin typeface="Segoe UI" panose="020B0502040204020203" pitchFamily="34" charset="0"/>
            </a:endParaRPr>
          </a:p>
          <a:p>
            <a:r>
              <a:rPr lang="de-DE" sz="1600">
                <a:latin typeface="Segoe UI" panose="020B0502040204020203" pitchFamily="34" charset="0"/>
              </a:rPr>
              <a:t>And </a:t>
            </a:r>
            <a:r>
              <a:rPr lang="de-DE" sz="1600" err="1">
                <a:latin typeface="Segoe UI" panose="020B0502040204020203" pitchFamily="34" charset="0"/>
              </a:rPr>
              <a:t>that‘s</a:t>
            </a:r>
            <a:r>
              <a:rPr lang="de-DE" sz="1600">
                <a:latin typeface="Segoe UI" panose="020B0502040204020203" pitchFamily="34" charset="0"/>
              </a:rPr>
              <a:t> </a:t>
            </a:r>
            <a:r>
              <a:rPr lang="de-DE" sz="1600" err="1">
                <a:latin typeface="Segoe UI" panose="020B0502040204020203" pitchFamily="34" charset="0"/>
              </a:rPr>
              <a:t>it!</a:t>
            </a:r>
            <a:endParaRPr lang="de-DE" sz="1600"/>
          </a:p>
        </p:txBody>
      </p:sp>
      <p:pic>
        <p:nvPicPr>
          <p:cNvPr id="13" name="Grafik 12">
            <a:extLst>
              <a:ext uri="{FF2B5EF4-FFF2-40B4-BE49-F238E27FC236}">
                <a16:creationId xmlns:a16="http://schemas.microsoft.com/office/drawing/2014/main" id="{B7A91699-0739-86D1-828D-75072B4C501B}"/>
              </a:ext>
            </a:extLst>
          </p:cNvPr>
          <p:cNvPicPr>
            <a:picLocks noChangeAspect="1"/>
          </p:cNvPicPr>
          <p:nvPr/>
        </p:nvPicPr>
        <p:blipFill>
          <a:blip r:embed="rId6"/>
          <a:stretch>
            <a:fillRect/>
          </a:stretch>
        </p:blipFill>
        <p:spPr>
          <a:xfrm>
            <a:off x="9661698" y="5873532"/>
            <a:ext cx="1543265" cy="409632"/>
          </a:xfrm>
          <a:prstGeom prst="rect">
            <a:avLst/>
          </a:prstGeom>
          <a:ln>
            <a:noFill/>
          </a:ln>
          <a:effectLst>
            <a:outerShdw blurRad="292100" dist="139700" dir="2700000" algn="tl" rotWithShape="0">
              <a:srgbClr val="333333">
                <a:alpha val="65000"/>
              </a:srgbClr>
            </a:outerShdw>
          </a:effectLst>
        </p:spPr>
      </p:pic>
    </p:spTree>
    <p:custDataLst>
      <p:tags r:id="rId1"/>
    </p:custDataLst>
    <p:extLst>
      <p:ext uri="{BB962C8B-B14F-4D97-AF65-F5344CB8AC3E}">
        <p14:creationId xmlns:p14="http://schemas.microsoft.com/office/powerpoint/2010/main" val="308554151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928D3-7242-2E15-087A-0A3B46A7E83F}"/>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AE877F55-42D4-18C5-599C-27B79EBD8135}"/>
              </a:ext>
            </a:extLst>
          </p:cNvPr>
          <p:cNvSpPr>
            <a:spLocks noGrp="1"/>
          </p:cNvSpPr>
          <p:nvPr>
            <p:ph type="title"/>
          </p:nvPr>
        </p:nvSpPr>
        <p:spPr>
          <a:xfrm>
            <a:off x="5382483" y="322912"/>
            <a:ext cx="5431971" cy="846301"/>
          </a:xfrm>
        </p:spPr>
        <p:txBody>
          <a:bodyPr/>
          <a:lstStyle/>
          <a:p>
            <a:r>
              <a:rPr lang="de-DE" err="1"/>
              <a:t>Configure</a:t>
            </a:r>
            <a:r>
              <a:rPr lang="de-DE"/>
              <a:t> </a:t>
            </a:r>
            <a:r>
              <a:rPr lang="de-DE" err="1"/>
              <a:t>your</a:t>
            </a:r>
            <a:r>
              <a:rPr lang="de-DE"/>
              <a:t> </a:t>
            </a:r>
            <a:r>
              <a:rPr lang="de-DE" err="1"/>
              <a:t>agent</a:t>
            </a:r>
            <a:endParaRPr lang="de-DE"/>
          </a:p>
        </p:txBody>
      </p:sp>
      <p:sp>
        <p:nvSpPr>
          <p:cNvPr id="2" name="Textfeld 1">
            <a:extLst>
              <a:ext uri="{FF2B5EF4-FFF2-40B4-BE49-F238E27FC236}">
                <a16:creationId xmlns:a16="http://schemas.microsoft.com/office/drawing/2014/main" id="{39B85EE9-24A5-3F32-5ADA-7CF7B5B4D932}"/>
              </a:ext>
            </a:extLst>
          </p:cNvPr>
          <p:cNvSpPr txBox="1"/>
          <p:nvPr/>
        </p:nvSpPr>
        <p:spPr>
          <a:xfrm>
            <a:off x="388068" y="969772"/>
            <a:ext cx="2492345" cy="5016758"/>
          </a:xfrm>
          <a:prstGeom prst="rect">
            <a:avLst/>
          </a:prstGeom>
          <a:solidFill>
            <a:schemeClr val="bg1"/>
          </a:solidFill>
        </p:spPr>
        <p:txBody>
          <a:bodyPr wrap="square">
            <a:spAutoFit/>
          </a:bodyPr>
          <a:lstStyle/>
          <a:p>
            <a:r>
              <a:rPr lang="de-DE" sz="1600">
                <a:latin typeface="Segoe UI" panose="020B0502040204020203" pitchFamily="34" charset="0"/>
              </a:rPr>
              <a:t>The </a:t>
            </a:r>
            <a:r>
              <a:rPr lang="de-DE" sz="1600" err="1">
                <a:latin typeface="Segoe UI" panose="020B0502040204020203" pitchFamily="34" charset="0"/>
              </a:rPr>
              <a:t>configuration</a:t>
            </a:r>
            <a:r>
              <a:rPr lang="de-DE" sz="1600">
                <a:latin typeface="Segoe UI" panose="020B0502040204020203" pitchFamily="34" charset="0"/>
              </a:rPr>
              <a:t> </a:t>
            </a:r>
            <a:r>
              <a:rPr lang="de-DE" sz="1600" err="1">
                <a:latin typeface="Segoe UI" panose="020B0502040204020203" pitchFamily="34" charset="0"/>
              </a:rPr>
              <a:t>of</a:t>
            </a:r>
            <a:r>
              <a:rPr lang="de-DE" sz="1600">
                <a:latin typeface="Segoe UI" panose="020B0502040204020203" pitchFamily="34" charset="0"/>
              </a:rPr>
              <a:t> </a:t>
            </a:r>
            <a:r>
              <a:rPr lang="de-DE" sz="1600" err="1">
                <a:latin typeface="Segoe UI" panose="020B0502040204020203" pitchFamily="34" charset="0"/>
              </a:rPr>
              <a:t>the</a:t>
            </a:r>
            <a:r>
              <a:rPr lang="de-DE" sz="1600">
                <a:latin typeface="Segoe UI" panose="020B0502040204020203" pitchFamily="34" charset="0"/>
              </a:rPr>
              <a:t> </a:t>
            </a:r>
            <a:r>
              <a:rPr lang="de-DE" sz="1600" err="1">
                <a:latin typeface="Segoe UI" panose="020B0502040204020203" pitchFamily="34" charset="0"/>
              </a:rPr>
              <a:t>agent</a:t>
            </a:r>
            <a:r>
              <a:rPr lang="de-DE" sz="1600">
                <a:latin typeface="Segoe UI" panose="020B0502040204020203" pitchFamily="34" charset="0"/>
              </a:rPr>
              <a:t> </a:t>
            </a:r>
            <a:r>
              <a:rPr lang="de-DE" sz="1600" err="1">
                <a:latin typeface="Segoe UI" panose="020B0502040204020203" pitchFamily="34" charset="0"/>
              </a:rPr>
              <a:t>gives</a:t>
            </a:r>
            <a:r>
              <a:rPr lang="de-DE" sz="1600">
                <a:latin typeface="Segoe UI" panose="020B0502040204020203" pitchFamily="34" charset="0"/>
              </a:rPr>
              <a:t> </a:t>
            </a:r>
            <a:r>
              <a:rPr lang="de-DE" sz="1600" err="1">
                <a:latin typeface="Segoe UI" panose="020B0502040204020203" pitchFamily="34" charset="0"/>
              </a:rPr>
              <a:t>you</a:t>
            </a:r>
            <a:r>
              <a:rPr lang="de-DE" sz="1600">
                <a:latin typeface="Segoe UI" panose="020B0502040204020203" pitchFamily="34" charset="0"/>
              </a:rPr>
              <a:t> </a:t>
            </a:r>
            <a:r>
              <a:rPr lang="de-DE" sz="1600" err="1">
                <a:latin typeface="Segoe UI" panose="020B0502040204020203" pitchFamily="34" charset="0"/>
              </a:rPr>
              <a:t>full</a:t>
            </a:r>
            <a:r>
              <a:rPr lang="de-DE" sz="1600">
                <a:latin typeface="Segoe UI" panose="020B0502040204020203" pitchFamily="34" charset="0"/>
              </a:rPr>
              <a:t> </a:t>
            </a:r>
            <a:r>
              <a:rPr lang="de-DE" sz="1600" err="1">
                <a:latin typeface="Segoe UI" panose="020B0502040204020203" pitchFamily="34" charset="0"/>
              </a:rPr>
              <a:t>flexibility</a:t>
            </a:r>
            <a:endParaRPr lang="de-DE" sz="1600">
              <a:latin typeface="Segoe UI" panose="020B0502040204020203" pitchFamily="34" charset="0"/>
            </a:endParaRPr>
          </a:p>
          <a:p>
            <a:endParaRPr lang="de-DE" sz="1600">
              <a:latin typeface="Segoe UI" panose="020B0502040204020203" pitchFamily="34" charset="0"/>
            </a:endParaRPr>
          </a:p>
          <a:p>
            <a:pPr marL="285750" indent="-285750">
              <a:buFont typeface="Arial" panose="020B0604020202020204" pitchFamily="34" charset="0"/>
              <a:buChar char="•"/>
            </a:pPr>
            <a:r>
              <a:rPr lang="de-DE" sz="1600" err="1">
                <a:latin typeface="Segoe UI" panose="020B0502040204020203" pitchFamily="34" charset="0"/>
              </a:rPr>
              <a:t>You</a:t>
            </a:r>
            <a:r>
              <a:rPr lang="de-DE" sz="1600">
                <a:latin typeface="Segoe UI" panose="020B0502040204020203" pitchFamily="34" charset="0"/>
              </a:rPr>
              <a:t> </a:t>
            </a:r>
            <a:r>
              <a:rPr lang="de-DE" sz="1600" err="1">
                <a:latin typeface="Segoe UI" panose="020B0502040204020203" pitchFamily="34" charset="0"/>
              </a:rPr>
              <a:t>can</a:t>
            </a:r>
            <a:r>
              <a:rPr lang="de-DE" sz="1600">
                <a:latin typeface="Segoe UI" panose="020B0502040204020203" pitchFamily="34" charset="0"/>
              </a:rPr>
              <a:t> </a:t>
            </a:r>
            <a:r>
              <a:rPr lang="de-DE" sz="1600" err="1">
                <a:latin typeface="Segoe UI" panose="020B0502040204020203" pitchFamily="34" charset="0"/>
              </a:rPr>
              <a:t>use</a:t>
            </a:r>
            <a:r>
              <a:rPr lang="de-DE" sz="1600">
                <a:latin typeface="Segoe UI" panose="020B0502040204020203" pitchFamily="34" charset="0"/>
              </a:rPr>
              <a:t> </a:t>
            </a:r>
            <a:r>
              <a:rPr lang="de-DE" sz="1600" err="1">
                <a:latin typeface="Segoe UI" panose="020B0502040204020203" pitchFamily="34" charset="0"/>
              </a:rPr>
              <a:t>up</a:t>
            </a:r>
            <a:r>
              <a:rPr lang="de-DE" sz="1600">
                <a:latin typeface="Segoe UI" panose="020B0502040204020203" pitchFamily="34" charset="0"/>
              </a:rPr>
              <a:t> to 8.000 </a:t>
            </a:r>
            <a:r>
              <a:rPr lang="de-DE" sz="1600" err="1">
                <a:latin typeface="Segoe UI" panose="020B0502040204020203" pitchFamily="34" charset="0"/>
              </a:rPr>
              <a:t>characters</a:t>
            </a:r>
            <a:r>
              <a:rPr lang="de-DE" sz="1600">
                <a:latin typeface="Segoe UI" panose="020B0502040204020203" pitchFamily="34" charset="0"/>
              </a:rPr>
              <a:t> </a:t>
            </a:r>
            <a:r>
              <a:rPr lang="de-DE" sz="1600" err="1">
                <a:latin typeface="Segoe UI" panose="020B0502040204020203" pitchFamily="34" charset="0"/>
              </a:rPr>
              <a:t>for</a:t>
            </a:r>
            <a:r>
              <a:rPr lang="de-DE" sz="1600">
                <a:latin typeface="Segoe UI" panose="020B0502040204020203" pitchFamily="34" charset="0"/>
              </a:rPr>
              <a:t> </a:t>
            </a:r>
            <a:r>
              <a:rPr lang="de-DE" sz="1600" err="1">
                <a:latin typeface="Segoe UI" panose="020B0502040204020203" pitchFamily="34" charset="0"/>
              </a:rPr>
              <a:t>instructions</a:t>
            </a:r>
            <a:endParaRPr lang="de-DE" sz="1600">
              <a:latin typeface="Segoe UI" panose="020B0502040204020203" pitchFamily="34" charset="0"/>
            </a:endParaRPr>
          </a:p>
          <a:p>
            <a:pPr marL="285750" indent="-285750">
              <a:buFont typeface="Arial" panose="020B0604020202020204" pitchFamily="34" charset="0"/>
              <a:buChar char="•"/>
            </a:pPr>
            <a:r>
              <a:rPr lang="de-DE" sz="1600" err="1">
                <a:latin typeface="Segoe UI" panose="020B0502040204020203" pitchFamily="34" charset="0"/>
              </a:rPr>
              <a:t>You</a:t>
            </a:r>
            <a:r>
              <a:rPr lang="de-DE" sz="1600">
                <a:latin typeface="Segoe UI" panose="020B0502040204020203" pitchFamily="34" charset="0"/>
              </a:rPr>
              <a:t> </a:t>
            </a:r>
            <a:r>
              <a:rPr lang="de-DE" sz="1600" err="1">
                <a:latin typeface="Segoe UI" panose="020B0502040204020203" pitchFamily="34" charset="0"/>
              </a:rPr>
              <a:t>can</a:t>
            </a:r>
            <a:r>
              <a:rPr lang="de-DE" sz="1600">
                <a:latin typeface="Segoe UI" panose="020B0502040204020203" pitchFamily="34" charset="0"/>
              </a:rPr>
              <a:t> </a:t>
            </a:r>
            <a:r>
              <a:rPr lang="de-DE" sz="1600" err="1">
                <a:latin typeface="Segoe UI" panose="020B0502040204020203" pitchFamily="34" charset="0"/>
              </a:rPr>
              <a:t>define</a:t>
            </a:r>
            <a:r>
              <a:rPr lang="de-DE" sz="1600">
                <a:latin typeface="Segoe UI" panose="020B0502040204020203" pitchFamily="34" charset="0"/>
              </a:rPr>
              <a:t> </a:t>
            </a:r>
            <a:r>
              <a:rPr lang="de-DE" sz="1600" err="1">
                <a:latin typeface="Segoe UI" panose="020B0502040204020203" pitchFamily="34" charset="0"/>
              </a:rPr>
              <a:t>your</a:t>
            </a:r>
            <a:r>
              <a:rPr lang="de-DE" sz="1600">
                <a:latin typeface="Segoe UI" panose="020B0502040204020203" pitchFamily="34" charset="0"/>
              </a:rPr>
              <a:t> own </a:t>
            </a:r>
            <a:r>
              <a:rPr lang="de-DE" sz="1600" err="1">
                <a:latin typeface="Segoe UI" panose="020B0502040204020203" pitchFamily="34" charset="0"/>
              </a:rPr>
              <a:t>suggested</a:t>
            </a:r>
            <a:r>
              <a:rPr lang="de-DE" sz="1600">
                <a:latin typeface="Segoe UI" panose="020B0502040204020203" pitchFamily="34" charset="0"/>
              </a:rPr>
              <a:t> </a:t>
            </a:r>
            <a:r>
              <a:rPr lang="de-DE" sz="1600" err="1">
                <a:latin typeface="Segoe UI" panose="020B0502040204020203" pitchFamily="34" charset="0"/>
              </a:rPr>
              <a:t>prompts</a:t>
            </a:r>
            <a:endParaRPr lang="de-DE" sz="1600">
              <a:latin typeface="Segoe UI" panose="020B0502040204020203" pitchFamily="34" charset="0"/>
            </a:endParaRPr>
          </a:p>
          <a:p>
            <a:pPr marL="285750" indent="-285750">
              <a:buFont typeface="Arial" panose="020B0604020202020204" pitchFamily="34" charset="0"/>
              <a:buChar char="•"/>
            </a:pPr>
            <a:r>
              <a:rPr lang="de-DE" sz="1600">
                <a:latin typeface="Segoe UI" panose="020B0502040204020203" pitchFamily="34" charset="0"/>
              </a:rPr>
              <a:t>Change </a:t>
            </a:r>
            <a:r>
              <a:rPr lang="de-DE" sz="1600" err="1">
                <a:latin typeface="Segoe UI" panose="020B0502040204020203" pitchFamily="34" charset="0"/>
              </a:rPr>
              <a:t>the</a:t>
            </a:r>
            <a:r>
              <a:rPr lang="de-DE" sz="1600">
                <a:latin typeface="Segoe UI" panose="020B0502040204020203" pitchFamily="34" charset="0"/>
              </a:rPr>
              <a:t> </a:t>
            </a:r>
            <a:r>
              <a:rPr lang="de-DE" sz="1600" err="1">
                <a:latin typeface="Segoe UI" panose="020B0502040204020203" pitchFamily="34" charset="0"/>
              </a:rPr>
              <a:t>icon</a:t>
            </a:r>
            <a:r>
              <a:rPr lang="de-DE" sz="1600">
                <a:latin typeface="Segoe UI" panose="020B0502040204020203" pitchFamily="34" charset="0"/>
              </a:rPr>
              <a:t>, </a:t>
            </a:r>
            <a:r>
              <a:rPr lang="de-DE" sz="1600" err="1">
                <a:latin typeface="Segoe UI" panose="020B0502040204020203" pitchFamily="34" charset="0"/>
              </a:rPr>
              <a:t>name</a:t>
            </a:r>
            <a:r>
              <a:rPr lang="de-DE" sz="1600">
                <a:latin typeface="Segoe UI" panose="020B0502040204020203" pitchFamily="34" charset="0"/>
              </a:rPr>
              <a:t> and </a:t>
            </a:r>
            <a:r>
              <a:rPr lang="de-DE" sz="1600" err="1">
                <a:latin typeface="Segoe UI" panose="020B0502040204020203" pitchFamily="34" charset="0"/>
              </a:rPr>
              <a:t>description</a:t>
            </a:r>
            <a:endParaRPr lang="de-DE" sz="1600">
              <a:latin typeface="Segoe UI" panose="020B0502040204020203" pitchFamily="34" charset="0"/>
            </a:endParaRPr>
          </a:p>
          <a:p>
            <a:pPr marL="285750" indent="-285750">
              <a:buFont typeface="Arial" panose="020B0604020202020204" pitchFamily="34" charset="0"/>
              <a:buChar char="•"/>
            </a:pPr>
            <a:r>
              <a:rPr lang="de-DE" sz="1600">
                <a:latin typeface="Segoe UI" panose="020B0502040204020203" pitchFamily="34" charset="0"/>
              </a:rPr>
              <a:t>Name </a:t>
            </a:r>
            <a:r>
              <a:rPr lang="de-DE" sz="1600" err="1">
                <a:latin typeface="Segoe UI" panose="020B0502040204020203" pitchFamily="34" charset="0"/>
              </a:rPr>
              <a:t>specific</a:t>
            </a:r>
            <a:r>
              <a:rPr lang="de-DE" sz="1600">
                <a:latin typeface="Segoe UI" panose="020B0502040204020203" pitchFamily="34" charset="0"/>
              </a:rPr>
              <a:t> </a:t>
            </a:r>
            <a:r>
              <a:rPr lang="de-DE" sz="1600" err="1">
                <a:latin typeface="Segoe UI" panose="020B0502040204020203" pitchFamily="34" charset="0"/>
              </a:rPr>
              <a:t>websites</a:t>
            </a:r>
            <a:r>
              <a:rPr lang="de-DE" sz="1600">
                <a:latin typeface="Segoe UI" panose="020B0502040204020203" pitchFamily="34" charset="0"/>
              </a:rPr>
              <a:t> </a:t>
            </a:r>
            <a:r>
              <a:rPr lang="de-DE" sz="1600" err="1">
                <a:latin typeface="Segoe UI" panose="020B0502040204020203" pitchFamily="34" charset="0"/>
              </a:rPr>
              <a:t>where</a:t>
            </a:r>
            <a:r>
              <a:rPr lang="de-DE" sz="1600">
                <a:latin typeface="Segoe UI" panose="020B0502040204020203" pitchFamily="34" charset="0"/>
              </a:rPr>
              <a:t> </a:t>
            </a:r>
            <a:r>
              <a:rPr lang="de-DE" sz="1600" err="1">
                <a:latin typeface="Segoe UI" panose="020B0502040204020203" pitchFamily="34" charset="0"/>
              </a:rPr>
              <a:t>information</a:t>
            </a:r>
            <a:r>
              <a:rPr lang="de-DE" sz="1600">
                <a:latin typeface="Segoe UI" panose="020B0502040204020203" pitchFamily="34" charset="0"/>
              </a:rPr>
              <a:t> lies</a:t>
            </a:r>
          </a:p>
          <a:p>
            <a:endParaRPr lang="de-DE" sz="1600">
              <a:latin typeface="Segoe UI" panose="020B0502040204020203" pitchFamily="34" charset="0"/>
            </a:endParaRPr>
          </a:p>
          <a:p>
            <a:r>
              <a:rPr lang="de-DE" sz="1600" err="1">
                <a:latin typeface="Segoe UI" panose="020B0502040204020203" pitchFamily="34" charset="0"/>
              </a:rPr>
              <a:t>Awesome</a:t>
            </a:r>
            <a:r>
              <a:rPr lang="de-DE" sz="1600">
                <a:latin typeface="Segoe UI" panose="020B0502040204020203" pitchFamily="34" charset="0"/>
              </a:rPr>
              <a:t> </a:t>
            </a:r>
            <a:r>
              <a:rPr lang="de-DE" sz="1600" err="1">
                <a:latin typeface="Segoe UI" panose="020B0502040204020203" pitchFamily="34" charset="0"/>
              </a:rPr>
              <a:t>options</a:t>
            </a:r>
            <a:r>
              <a:rPr lang="de-DE" sz="1600">
                <a:latin typeface="Segoe UI" panose="020B0502040204020203" pitchFamily="34" charset="0"/>
              </a:rPr>
              <a:t> like </a:t>
            </a:r>
            <a:r>
              <a:rPr lang="de-DE" sz="1600" err="1">
                <a:latin typeface="Segoe UI" panose="020B0502040204020203" pitchFamily="34" charset="0"/>
              </a:rPr>
              <a:t>the</a:t>
            </a:r>
            <a:r>
              <a:rPr lang="de-DE" sz="1600">
                <a:latin typeface="Segoe UI" panose="020B0502040204020203" pitchFamily="34" charset="0"/>
              </a:rPr>
              <a:t> </a:t>
            </a:r>
            <a:r>
              <a:rPr lang="de-DE" sz="1600" err="1">
                <a:latin typeface="Segoe UI" panose="020B0502040204020203" pitchFamily="34" charset="0"/>
              </a:rPr>
              <a:t>ability</a:t>
            </a:r>
            <a:r>
              <a:rPr lang="de-DE" sz="1600">
                <a:latin typeface="Segoe UI" panose="020B0502040204020203" pitchFamily="34" charset="0"/>
              </a:rPr>
              <a:t> to </a:t>
            </a:r>
            <a:r>
              <a:rPr lang="de-DE" sz="1600" err="1">
                <a:latin typeface="Segoe UI" panose="020B0502040204020203" pitchFamily="34" charset="0"/>
              </a:rPr>
              <a:t>create</a:t>
            </a:r>
            <a:r>
              <a:rPr lang="de-DE" sz="1600">
                <a:latin typeface="Segoe UI" panose="020B0502040204020203" pitchFamily="34" charset="0"/>
              </a:rPr>
              <a:t> </a:t>
            </a:r>
            <a:r>
              <a:rPr lang="de-DE" sz="1600" err="1">
                <a:latin typeface="Segoe UI" panose="020B0502040204020203" pitchFamily="34" charset="0"/>
              </a:rPr>
              <a:t>pictures</a:t>
            </a:r>
            <a:r>
              <a:rPr lang="de-DE" sz="1600">
                <a:latin typeface="Segoe UI" panose="020B0502040204020203" pitchFamily="34" charset="0"/>
              </a:rPr>
              <a:t> </a:t>
            </a:r>
            <a:r>
              <a:rPr lang="de-DE" sz="1600" err="1">
                <a:latin typeface="Segoe UI" panose="020B0502040204020203" pitchFamily="34" charset="0"/>
              </a:rPr>
              <a:t>or</a:t>
            </a:r>
            <a:r>
              <a:rPr lang="de-DE" sz="1600">
                <a:latin typeface="Segoe UI" panose="020B0502040204020203" pitchFamily="34" charset="0"/>
              </a:rPr>
              <a:t> code </a:t>
            </a:r>
            <a:r>
              <a:rPr lang="de-DE" sz="1600" err="1">
                <a:latin typeface="Segoe UI" panose="020B0502040204020203" pitchFamily="34" charset="0"/>
              </a:rPr>
              <a:t>can</a:t>
            </a:r>
            <a:r>
              <a:rPr lang="de-DE" sz="1600">
                <a:latin typeface="Segoe UI" panose="020B0502040204020203" pitchFamily="34" charset="0"/>
              </a:rPr>
              <a:t> </a:t>
            </a:r>
            <a:r>
              <a:rPr lang="de-DE" sz="1600" err="1">
                <a:latin typeface="Segoe UI" panose="020B0502040204020203" pitchFamily="34" charset="0"/>
              </a:rPr>
              <a:t>be</a:t>
            </a:r>
            <a:r>
              <a:rPr lang="de-DE" sz="1600">
                <a:latin typeface="Segoe UI" panose="020B0502040204020203" pitchFamily="34" charset="0"/>
              </a:rPr>
              <a:t> </a:t>
            </a:r>
            <a:r>
              <a:rPr lang="de-DE" sz="1600" err="1">
                <a:latin typeface="Segoe UI" panose="020B0502040204020203" pitchFamily="34" charset="0"/>
              </a:rPr>
              <a:t>enabled</a:t>
            </a:r>
            <a:r>
              <a:rPr lang="de-DE" sz="1600">
                <a:latin typeface="Segoe UI" panose="020B0502040204020203" pitchFamily="34" charset="0"/>
              </a:rPr>
              <a:t> </a:t>
            </a:r>
            <a:r>
              <a:rPr lang="de-DE" sz="1600" err="1">
                <a:latin typeface="Segoe UI" panose="020B0502040204020203" pitchFamily="34" charset="0"/>
              </a:rPr>
              <a:t>or</a:t>
            </a:r>
            <a:r>
              <a:rPr lang="de-DE" sz="1600">
                <a:latin typeface="Segoe UI" panose="020B0502040204020203" pitchFamily="34" charset="0"/>
              </a:rPr>
              <a:t> disabled.</a:t>
            </a:r>
          </a:p>
        </p:txBody>
      </p:sp>
      <p:pic>
        <p:nvPicPr>
          <p:cNvPr id="5" name="Grafik 4" descr="Ein Bild, das Text, Screenshot, Software, Multimedia-Software enthält.&#10;&#10;KI-generierte Inhalte können fehlerhaft sein.">
            <a:extLst>
              <a:ext uri="{FF2B5EF4-FFF2-40B4-BE49-F238E27FC236}">
                <a16:creationId xmlns:a16="http://schemas.microsoft.com/office/drawing/2014/main" id="{A92CBE81-2E6D-EA48-F88B-B10736FBF5B1}"/>
              </a:ext>
            </a:extLst>
          </p:cNvPr>
          <p:cNvPicPr>
            <a:picLocks noChangeAspect="1"/>
          </p:cNvPicPr>
          <p:nvPr/>
        </p:nvPicPr>
        <p:blipFill>
          <a:blip r:embed="rId4"/>
          <a:stretch>
            <a:fillRect/>
          </a:stretch>
        </p:blipFill>
        <p:spPr>
          <a:xfrm>
            <a:off x="3125172" y="969772"/>
            <a:ext cx="4084806" cy="5466170"/>
          </a:xfrm>
          <a:prstGeom prst="rect">
            <a:avLst/>
          </a:prstGeom>
          <a:ln>
            <a:noFill/>
          </a:ln>
          <a:effectLst>
            <a:outerShdw blurRad="292100" dist="139700" dir="2700000" algn="tl" rotWithShape="0">
              <a:srgbClr val="333333">
                <a:alpha val="65000"/>
              </a:srgbClr>
            </a:outerShdw>
          </a:effectLst>
        </p:spPr>
      </p:pic>
      <p:pic>
        <p:nvPicPr>
          <p:cNvPr id="8" name="Grafik 7" descr="Ein Bild, das Text, Screenshot, Schrift enthält.&#10;&#10;KI-generierte Inhalte können fehlerhaft sein.">
            <a:extLst>
              <a:ext uri="{FF2B5EF4-FFF2-40B4-BE49-F238E27FC236}">
                <a16:creationId xmlns:a16="http://schemas.microsoft.com/office/drawing/2014/main" id="{96DEE7E6-CFD7-7D83-B1E3-DC273EC35B41}"/>
              </a:ext>
            </a:extLst>
          </p:cNvPr>
          <p:cNvPicPr>
            <a:picLocks noChangeAspect="1"/>
          </p:cNvPicPr>
          <p:nvPr/>
        </p:nvPicPr>
        <p:blipFill>
          <a:blip r:embed="rId5"/>
          <a:stretch>
            <a:fillRect/>
          </a:stretch>
        </p:blipFill>
        <p:spPr>
          <a:xfrm>
            <a:off x="6344156" y="1285736"/>
            <a:ext cx="4530338" cy="2482973"/>
          </a:xfrm>
          <a:prstGeom prst="rect">
            <a:avLst/>
          </a:prstGeom>
          <a:ln>
            <a:noFill/>
          </a:ln>
          <a:effectLst>
            <a:outerShdw blurRad="292100" dist="139700" dir="2700000" algn="tl" rotWithShape="0">
              <a:srgbClr val="333333">
                <a:alpha val="65000"/>
              </a:srgbClr>
            </a:outerShdw>
          </a:effectLst>
        </p:spPr>
      </p:pic>
      <p:sp>
        <p:nvSpPr>
          <p:cNvPr id="11" name="Textfeld 10">
            <a:extLst>
              <a:ext uri="{FF2B5EF4-FFF2-40B4-BE49-F238E27FC236}">
                <a16:creationId xmlns:a16="http://schemas.microsoft.com/office/drawing/2014/main" id="{3D47C1AA-AA5A-B655-7A40-2BF5B3421CA7}"/>
              </a:ext>
            </a:extLst>
          </p:cNvPr>
          <p:cNvSpPr txBox="1"/>
          <p:nvPr/>
        </p:nvSpPr>
        <p:spPr>
          <a:xfrm>
            <a:off x="8963960" y="4155535"/>
            <a:ext cx="2492345" cy="1323439"/>
          </a:xfrm>
          <a:prstGeom prst="rect">
            <a:avLst/>
          </a:prstGeom>
          <a:solidFill>
            <a:schemeClr val="bg1"/>
          </a:solidFill>
        </p:spPr>
        <p:txBody>
          <a:bodyPr wrap="square">
            <a:spAutoFit/>
          </a:bodyPr>
          <a:lstStyle/>
          <a:p>
            <a:r>
              <a:rPr lang="de-DE" sz="1600" err="1">
                <a:latin typeface="Segoe UI" panose="020B0502040204020203" pitchFamily="34" charset="0"/>
              </a:rPr>
              <a:t>When</a:t>
            </a:r>
            <a:r>
              <a:rPr lang="de-DE" sz="1600">
                <a:latin typeface="Segoe UI" panose="020B0502040204020203" pitchFamily="34" charset="0"/>
              </a:rPr>
              <a:t> </a:t>
            </a:r>
            <a:r>
              <a:rPr lang="de-DE" sz="1600" err="1">
                <a:latin typeface="Segoe UI" panose="020B0502040204020203" pitchFamily="34" charset="0"/>
              </a:rPr>
              <a:t>you</a:t>
            </a:r>
            <a:r>
              <a:rPr lang="de-DE" sz="1600">
                <a:latin typeface="Segoe UI" panose="020B0502040204020203" pitchFamily="34" charset="0"/>
              </a:rPr>
              <a:t> </a:t>
            </a:r>
            <a:r>
              <a:rPr lang="de-DE" sz="1600" err="1">
                <a:latin typeface="Segoe UI" panose="020B0502040204020203" pitchFamily="34" charset="0"/>
              </a:rPr>
              <a:t>are</a:t>
            </a:r>
            <a:r>
              <a:rPr lang="de-DE" sz="1600">
                <a:latin typeface="Segoe UI" panose="020B0502040204020203" pitchFamily="34" charset="0"/>
              </a:rPr>
              <a:t> happy </a:t>
            </a:r>
            <a:r>
              <a:rPr lang="de-DE" sz="1600" err="1">
                <a:latin typeface="Segoe UI" panose="020B0502040204020203" pitchFamily="34" charset="0"/>
              </a:rPr>
              <a:t>with</a:t>
            </a:r>
            <a:r>
              <a:rPr lang="de-DE" sz="1600">
                <a:latin typeface="Segoe UI" panose="020B0502040204020203" pitchFamily="34" charset="0"/>
              </a:rPr>
              <a:t> </a:t>
            </a:r>
            <a:r>
              <a:rPr lang="de-DE" sz="1600" err="1">
                <a:latin typeface="Segoe UI" panose="020B0502040204020203" pitchFamily="34" charset="0"/>
              </a:rPr>
              <a:t>the</a:t>
            </a:r>
            <a:r>
              <a:rPr lang="de-DE" sz="1600">
                <a:latin typeface="Segoe UI" panose="020B0502040204020203" pitchFamily="34" charset="0"/>
              </a:rPr>
              <a:t> </a:t>
            </a:r>
            <a:r>
              <a:rPr lang="de-DE" sz="1600" err="1">
                <a:latin typeface="Segoe UI" panose="020B0502040204020203" pitchFamily="34" charset="0"/>
              </a:rPr>
              <a:t>result</a:t>
            </a:r>
            <a:r>
              <a:rPr lang="de-DE" sz="1600">
                <a:latin typeface="Segoe UI" panose="020B0502040204020203" pitchFamily="34" charset="0"/>
              </a:rPr>
              <a:t>, </a:t>
            </a:r>
            <a:r>
              <a:rPr lang="de-DE" sz="1600" err="1">
                <a:latin typeface="Segoe UI" panose="020B0502040204020203" pitchFamily="34" charset="0"/>
              </a:rPr>
              <a:t>click</a:t>
            </a:r>
            <a:r>
              <a:rPr lang="de-DE" sz="1600">
                <a:latin typeface="Segoe UI" panose="020B0502040204020203" pitchFamily="34" charset="0"/>
              </a:rPr>
              <a:t> „Create“ in </a:t>
            </a:r>
            <a:r>
              <a:rPr lang="de-DE" sz="1600" err="1">
                <a:latin typeface="Segoe UI" panose="020B0502040204020203" pitchFamily="34" charset="0"/>
              </a:rPr>
              <a:t>the</a:t>
            </a:r>
            <a:r>
              <a:rPr lang="de-DE" sz="1600">
                <a:latin typeface="Segoe UI" panose="020B0502040204020203" pitchFamily="34" charset="0"/>
              </a:rPr>
              <a:t> </a:t>
            </a:r>
            <a:r>
              <a:rPr lang="de-DE" sz="1600" err="1">
                <a:latin typeface="Segoe UI" panose="020B0502040204020203" pitchFamily="34" charset="0"/>
              </a:rPr>
              <a:t>upper</a:t>
            </a:r>
            <a:r>
              <a:rPr lang="de-DE" sz="1600">
                <a:latin typeface="Segoe UI" panose="020B0502040204020203" pitchFamily="34" charset="0"/>
              </a:rPr>
              <a:t> </a:t>
            </a:r>
            <a:r>
              <a:rPr lang="de-DE" sz="1600" err="1">
                <a:latin typeface="Segoe UI" panose="020B0502040204020203" pitchFamily="34" charset="0"/>
              </a:rPr>
              <a:t>left</a:t>
            </a:r>
            <a:r>
              <a:rPr lang="de-DE" sz="1600">
                <a:latin typeface="Segoe UI" panose="020B0502040204020203" pitchFamily="34" charset="0"/>
              </a:rPr>
              <a:t> </a:t>
            </a:r>
            <a:r>
              <a:rPr lang="de-DE" sz="1600" err="1">
                <a:latin typeface="Segoe UI" panose="020B0502040204020203" pitchFamily="34" charset="0"/>
              </a:rPr>
              <a:t>corner</a:t>
            </a:r>
            <a:r>
              <a:rPr lang="de-DE" sz="1600">
                <a:latin typeface="Segoe UI" panose="020B0502040204020203" pitchFamily="34" charset="0"/>
              </a:rPr>
              <a:t>.</a:t>
            </a:r>
          </a:p>
          <a:p>
            <a:endParaRPr lang="de-DE" sz="1600">
              <a:latin typeface="Segoe UI" panose="020B0502040204020203" pitchFamily="34" charset="0"/>
            </a:endParaRPr>
          </a:p>
          <a:p>
            <a:r>
              <a:rPr lang="de-DE" sz="1600">
                <a:latin typeface="Segoe UI" panose="020B0502040204020203" pitchFamily="34" charset="0"/>
              </a:rPr>
              <a:t>And </a:t>
            </a:r>
            <a:r>
              <a:rPr lang="de-DE" sz="1600" err="1">
                <a:latin typeface="Segoe UI" panose="020B0502040204020203" pitchFamily="34" charset="0"/>
              </a:rPr>
              <a:t>that‘s</a:t>
            </a:r>
            <a:r>
              <a:rPr lang="de-DE" sz="1600">
                <a:latin typeface="Segoe UI" panose="020B0502040204020203" pitchFamily="34" charset="0"/>
              </a:rPr>
              <a:t> </a:t>
            </a:r>
            <a:r>
              <a:rPr lang="de-DE" sz="1600" err="1">
                <a:latin typeface="Segoe UI" panose="020B0502040204020203" pitchFamily="34" charset="0"/>
              </a:rPr>
              <a:t>it!</a:t>
            </a:r>
            <a:endParaRPr lang="de-DE" sz="1600"/>
          </a:p>
        </p:txBody>
      </p:sp>
      <p:pic>
        <p:nvPicPr>
          <p:cNvPr id="13" name="Grafik 12">
            <a:extLst>
              <a:ext uri="{FF2B5EF4-FFF2-40B4-BE49-F238E27FC236}">
                <a16:creationId xmlns:a16="http://schemas.microsoft.com/office/drawing/2014/main" id="{8BB14BD8-11B5-2539-5B0B-ABB60A0C0B32}"/>
              </a:ext>
            </a:extLst>
          </p:cNvPr>
          <p:cNvPicPr>
            <a:picLocks noChangeAspect="1"/>
          </p:cNvPicPr>
          <p:nvPr/>
        </p:nvPicPr>
        <p:blipFill>
          <a:blip r:embed="rId6"/>
          <a:stretch>
            <a:fillRect/>
          </a:stretch>
        </p:blipFill>
        <p:spPr>
          <a:xfrm>
            <a:off x="9629330" y="5639484"/>
            <a:ext cx="1543265" cy="409632"/>
          </a:xfrm>
          <a:prstGeom prst="rect">
            <a:avLst/>
          </a:prstGeom>
          <a:ln>
            <a:noFill/>
          </a:ln>
          <a:effectLst>
            <a:outerShdw blurRad="292100" dist="139700" dir="2700000" algn="tl" rotWithShape="0">
              <a:srgbClr val="333333">
                <a:alpha val="65000"/>
              </a:srgbClr>
            </a:outerShdw>
          </a:effectLst>
        </p:spPr>
      </p:pic>
    </p:spTree>
    <p:custDataLst>
      <p:tags r:id="rId1"/>
    </p:custDataLst>
    <p:extLst>
      <p:ext uri="{BB962C8B-B14F-4D97-AF65-F5344CB8AC3E}">
        <p14:creationId xmlns:p14="http://schemas.microsoft.com/office/powerpoint/2010/main" val="32373304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70300-927C-1FC6-BFD5-75547CFE0258}"/>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885E7B75-96EA-EAE3-CA79-ECA42C11CDF0}"/>
              </a:ext>
            </a:extLst>
          </p:cNvPr>
          <p:cNvSpPr>
            <a:spLocks noGrp="1"/>
          </p:cNvSpPr>
          <p:nvPr>
            <p:ph type="title"/>
          </p:nvPr>
        </p:nvSpPr>
        <p:spPr>
          <a:xfrm>
            <a:off x="5382483" y="322912"/>
            <a:ext cx="5431971" cy="846301"/>
          </a:xfrm>
        </p:spPr>
        <p:txBody>
          <a:bodyPr/>
          <a:lstStyle/>
          <a:p>
            <a:r>
              <a:rPr lang="de-DE"/>
              <a:t>Share </a:t>
            </a:r>
            <a:r>
              <a:rPr lang="de-DE" err="1"/>
              <a:t>your</a:t>
            </a:r>
            <a:r>
              <a:rPr lang="de-DE"/>
              <a:t> </a:t>
            </a:r>
            <a:r>
              <a:rPr lang="de-DE" err="1"/>
              <a:t>agent</a:t>
            </a:r>
            <a:endParaRPr lang="de-DE"/>
          </a:p>
        </p:txBody>
      </p:sp>
      <p:sp>
        <p:nvSpPr>
          <p:cNvPr id="10" name="Textfeld 9">
            <a:extLst>
              <a:ext uri="{FF2B5EF4-FFF2-40B4-BE49-F238E27FC236}">
                <a16:creationId xmlns:a16="http://schemas.microsoft.com/office/drawing/2014/main" id="{D07172C5-CEF9-31F5-3FCF-288237B61EE0}"/>
              </a:ext>
            </a:extLst>
          </p:cNvPr>
          <p:cNvSpPr txBox="1"/>
          <p:nvPr/>
        </p:nvSpPr>
        <p:spPr>
          <a:xfrm>
            <a:off x="5241349" y="5691157"/>
            <a:ext cx="6099544" cy="261610"/>
          </a:xfrm>
          <a:prstGeom prst="rect">
            <a:avLst/>
          </a:prstGeom>
          <a:noFill/>
        </p:spPr>
        <p:txBody>
          <a:bodyPr wrap="square">
            <a:spAutoFit/>
          </a:bodyPr>
          <a:lstStyle/>
          <a:p>
            <a:r>
              <a:rPr lang="en-US" sz="1100" b="0" i="0">
                <a:effectLst/>
                <a:latin typeface="Segoe UI" panose="020B0502040204020203" pitchFamily="34" charset="0"/>
              </a:rPr>
              <a:t>If you are interested in diving deeper into agent creation, follow this </a:t>
            </a:r>
            <a:r>
              <a:rPr lang="en-US" sz="1100" b="0" i="0">
                <a:effectLst/>
                <a:latin typeface="Segoe UI" panose="020B0502040204020203" pitchFamily="34" charset="0"/>
                <a:hlinkClick r:id="rId4"/>
              </a:rPr>
              <a:t>external link</a:t>
            </a:r>
            <a:r>
              <a:rPr lang="en-US" sz="1100" b="0" i="0">
                <a:effectLst/>
                <a:latin typeface="Segoe UI" panose="020B0502040204020203" pitchFamily="34" charset="0"/>
              </a:rPr>
              <a:t>.</a:t>
            </a:r>
            <a:endParaRPr lang="de-DE" sz="1100"/>
          </a:p>
        </p:txBody>
      </p:sp>
      <p:sp>
        <p:nvSpPr>
          <p:cNvPr id="12" name="Textfeld 11">
            <a:extLst>
              <a:ext uri="{FF2B5EF4-FFF2-40B4-BE49-F238E27FC236}">
                <a16:creationId xmlns:a16="http://schemas.microsoft.com/office/drawing/2014/main" id="{A2BA04AA-BFD3-E117-D62F-14B00C6DA431}"/>
              </a:ext>
            </a:extLst>
          </p:cNvPr>
          <p:cNvSpPr txBox="1"/>
          <p:nvPr/>
        </p:nvSpPr>
        <p:spPr>
          <a:xfrm>
            <a:off x="5241349" y="1413063"/>
            <a:ext cx="6441305" cy="4031873"/>
          </a:xfrm>
          <a:prstGeom prst="rect">
            <a:avLst/>
          </a:prstGeom>
          <a:noFill/>
        </p:spPr>
        <p:txBody>
          <a:bodyPr wrap="square">
            <a:spAutoFit/>
          </a:bodyPr>
          <a:lstStyle/>
          <a:p>
            <a:r>
              <a:rPr lang="de-DE" sz="1600" err="1">
                <a:latin typeface="Segoe UI" panose="020B0502040204020203" pitchFamily="34" charset="0"/>
                <a:cs typeface="Segoe UI" panose="020B0502040204020203" pitchFamily="34" charset="0"/>
              </a:rPr>
              <a:t>Let‘s</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be</a:t>
            </a:r>
            <a:r>
              <a:rPr lang="de-DE" sz="1600">
                <a:latin typeface="Segoe UI" panose="020B0502040204020203" pitchFamily="34" charset="0"/>
                <a:cs typeface="Segoe UI" panose="020B0502040204020203" pitchFamily="34" charset="0"/>
              </a:rPr>
              <a:t> honest, </a:t>
            </a:r>
            <a:r>
              <a:rPr lang="de-DE" sz="1600" err="1">
                <a:latin typeface="Segoe UI" panose="020B0502040204020203" pitchFamily="34" charset="0"/>
                <a:cs typeface="Segoe UI" panose="020B0502040204020203" pitchFamily="34" charset="0"/>
              </a:rPr>
              <a:t>this</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is</a:t>
            </a:r>
            <a:r>
              <a:rPr lang="de-DE" sz="1600">
                <a:latin typeface="Segoe UI" panose="020B0502040204020203" pitchFamily="34" charset="0"/>
                <a:cs typeface="Segoe UI" panose="020B0502040204020203" pitchFamily="34" charset="0"/>
              </a:rPr>
              <a:t> not just like a </a:t>
            </a:r>
            <a:r>
              <a:rPr lang="de-DE" sz="1600" err="1">
                <a:latin typeface="Segoe UI" panose="020B0502040204020203" pitchFamily="34" charset="0"/>
                <a:cs typeface="Segoe UI" panose="020B0502040204020203" pitchFamily="34" charset="0"/>
              </a:rPr>
              <a:t>new</a:t>
            </a:r>
            <a:r>
              <a:rPr lang="de-DE" sz="1600">
                <a:latin typeface="Segoe UI" panose="020B0502040204020203" pitchFamily="34" charset="0"/>
                <a:cs typeface="Segoe UI" panose="020B0502040204020203" pitchFamily="34" charset="0"/>
              </a:rPr>
              <a:t> Word </a:t>
            </a:r>
            <a:r>
              <a:rPr lang="de-DE" sz="1600" err="1">
                <a:latin typeface="Segoe UI" panose="020B0502040204020203" pitchFamily="34" charset="0"/>
                <a:cs typeface="Segoe UI" panose="020B0502040204020203" pitchFamily="34" charset="0"/>
              </a:rPr>
              <a:t>document</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this</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is</a:t>
            </a:r>
            <a:r>
              <a:rPr lang="de-DE" sz="1600">
                <a:latin typeface="Segoe UI" panose="020B0502040204020203" pitchFamily="34" charset="0"/>
                <a:cs typeface="Segoe UI" panose="020B0502040204020203" pitchFamily="34" charset="0"/>
              </a:rPr>
              <a:t> a personal highlight and „I </a:t>
            </a:r>
            <a:r>
              <a:rPr lang="de-DE" sz="1600" err="1">
                <a:latin typeface="Segoe UI" panose="020B0502040204020203" pitchFamily="34" charset="0"/>
                <a:cs typeface="Segoe UI" panose="020B0502040204020203" pitchFamily="34" charset="0"/>
              </a:rPr>
              <a:t>made</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fire</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moment</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we</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want</a:t>
            </a:r>
            <a:r>
              <a:rPr lang="de-DE" sz="1600">
                <a:latin typeface="Segoe UI" panose="020B0502040204020203" pitchFamily="34" charset="0"/>
                <a:cs typeface="Segoe UI" panose="020B0502040204020203" pitchFamily="34" charset="0"/>
              </a:rPr>
              <a:t> to </a:t>
            </a:r>
            <a:r>
              <a:rPr lang="de-DE" sz="1600" err="1">
                <a:latin typeface="Segoe UI" panose="020B0502040204020203" pitchFamily="34" charset="0"/>
                <a:cs typeface="Segoe UI" panose="020B0502040204020203" pitchFamily="34" charset="0"/>
              </a:rPr>
              <a:t>share</a:t>
            </a:r>
            <a:r>
              <a:rPr lang="de-DE" sz="1600">
                <a:latin typeface="Segoe UI" panose="020B0502040204020203" pitchFamily="34" charset="0"/>
                <a:cs typeface="Segoe UI" panose="020B0502040204020203" pitchFamily="34" charset="0"/>
              </a:rPr>
              <a:t>. </a:t>
            </a:r>
          </a:p>
          <a:p>
            <a:endParaRPr lang="de-DE" sz="1600">
              <a:latin typeface="Segoe UI" panose="020B0502040204020203" pitchFamily="34" charset="0"/>
              <a:cs typeface="Segoe UI" panose="020B0502040204020203" pitchFamily="34" charset="0"/>
            </a:endParaRPr>
          </a:p>
          <a:p>
            <a:r>
              <a:rPr lang="de-DE" sz="1600">
                <a:latin typeface="Segoe UI" panose="020B0502040204020203" pitchFamily="34" charset="0"/>
                <a:cs typeface="Segoe UI" panose="020B0502040204020203" pitchFamily="34" charset="0"/>
              </a:rPr>
              <a:t>And in </a:t>
            </a:r>
            <a:r>
              <a:rPr lang="de-DE" sz="1600" err="1">
                <a:latin typeface="Segoe UI" panose="020B0502040204020203" pitchFamily="34" charset="0"/>
                <a:cs typeface="Segoe UI" panose="020B0502040204020203" pitchFamily="34" charset="0"/>
              </a:rPr>
              <a:t>most</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cases</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the</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functionality</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is</a:t>
            </a:r>
            <a:r>
              <a:rPr lang="de-DE" sz="1600">
                <a:latin typeface="Segoe UI" panose="020B0502040204020203" pitchFamily="34" charset="0"/>
                <a:cs typeface="Segoe UI" panose="020B0502040204020203" pitchFamily="34" charset="0"/>
              </a:rPr>
              <a:t> not </a:t>
            </a:r>
            <a:r>
              <a:rPr lang="de-DE" sz="1600" err="1">
                <a:latin typeface="Segoe UI" panose="020B0502040204020203" pitchFamily="34" charset="0"/>
                <a:cs typeface="Segoe UI" panose="020B0502040204020203" pitchFamily="34" charset="0"/>
              </a:rPr>
              <a:t>only</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for</a:t>
            </a:r>
            <a:r>
              <a:rPr lang="de-DE" sz="1600">
                <a:latin typeface="Segoe UI" panose="020B0502040204020203" pitchFamily="34" charset="0"/>
                <a:cs typeface="Segoe UI" panose="020B0502040204020203" pitchFamily="34" charset="0"/>
              </a:rPr>
              <a:t> personal </a:t>
            </a:r>
            <a:r>
              <a:rPr lang="de-DE" sz="1600" err="1">
                <a:latin typeface="Segoe UI" panose="020B0502040204020203" pitchFamily="34" charset="0"/>
                <a:cs typeface="Segoe UI" panose="020B0502040204020203" pitchFamily="34" charset="0"/>
              </a:rPr>
              <a:t>use</a:t>
            </a:r>
            <a:r>
              <a:rPr lang="de-DE" sz="1600">
                <a:latin typeface="Segoe UI" panose="020B0502040204020203" pitchFamily="34" charset="0"/>
                <a:cs typeface="Segoe UI" panose="020B0502040204020203" pitchFamily="34" charset="0"/>
              </a:rPr>
              <a:t>, but </a:t>
            </a:r>
            <a:r>
              <a:rPr lang="de-DE" sz="1600" err="1">
                <a:latin typeface="Segoe UI" panose="020B0502040204020203" pitchFamily="34" charset="0"/>
                <a:cs typeface="Segoe UI" panose="020B0502040204020203" pitchFamily="34" charset="0"/>
              </a:rPr>
              <a:t>could</a:t>
            </a:r>
            <a:r>
              <a:rPr lang="de-DE" sz="1600">
                <a:latin typeface="Segoe UI" panose="020B0502040204020203" pitchFamily="34" charset="0"/>
                <a:cs typeface="Segoe UI" panose="020B0502040204020203" pitchFamily="34" charset="0"/>
              </a:rPr>
              <a:t> also </a:t>
            </a:r>
            <a:r>
              <a:rPr lang="de-DE" sz="1600" err="1">
                <a:latin typeface="Segoe UI" panose="020B0502040204020203" pitchFamily="34" charset="0"/>
                <a:cs typeface="Segoe UI" panose="020B0502040204020203" pitchFamily="34" charset="0"/>
              </a:rPr>
              <a:t>be</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helpful</a:t>
            </a:r>
            <a:r>
              <a:rPr lang="de-DE" sz="1600">
                <a:latin typeface="Segoe UI" panose="020B0502040204020203" pitchFamily="34" charset="0"/>
                <a:cs typeface="Segoe UI" panose="020B0502040204020203" pitchFamily="34" charset="0"/>
              </a:rPr>
              <a:t> to </a:t>
            </a:r>
            <a:r>
              <a:rPr lang="de-DE" sz="1600" err="1">
                <a:latin typeface="Segoe UI" panose="020B0502040204020203" pitchFamily="34" charset="0"/>
                <a:cs typeface="Segoe UI" panose="020B0502040204020203" pitchFamily="34" charset="0"/>
              </a:rPr>
              <a:t>others</a:t>
            </a:r>
            <a:r>
              <a:rPr lang="de-DE" sz="1600">
                <a:latin typeface="Segoe UI" panose="020B0502040204020203" pitchFamily="34" charset="0"/>
                <a:cs typeface="Segoe UI" panose="020B0502040204020203" pitchFamily="34" charset="0"/>
              </a:rPr>
              <a:t>.</a:t>
            </a:r>
          </a:p>
          <a:p>
            <a:endParaRPr lang="de-DE" sz="1600">
              <a:latin typeface="Segoe UI" panose="020B0502040204020203" pitchFamily="34" charset="0"/>
              <a:cs typeface="Segoe UI" panose="020B0502040204020203" pitchFamily="34" charset="0"/>
            </a:endParaRPr>
          </a:p>
          <a:p>
            <a:r>
              <a:rPr lang="de-DE" sz="1600" err="1">
                <a:latin typeface="Segoe UI" panose="020B0502040204020203" pitchFamily="34" charset="0"/>
                <a:cs typeface="Segoe UI" panose="020B0502040204020203" pitchFamily="34" charset="0"/>
              </a:rPr>
              <a:t>You</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decide</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if</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you</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want</a:t>
            </a:r>
            <a:r>
              <a:rPr lang="de-DE" sz="1600">
                <a:latin typeface="Segoe UI" panose="020B0502040204020203" pitchFamily="34" charset="0"/>
                <a:cs typeface="Segoe UI" panose="020B0502040204020203" pitchFamily="34" charset="0"/>
              </a:rPr>
              <a:t> to </a:t>
            </a:r>
            <a:r>
              <a:rPr lang="de-DE" sz="1600" err="1">
                <a:latin typeface="Segoe UI" panose="020B0502040204020203" pitchFamily="34" charset="0"/>
                <a:cs typeface="Segoe UI" panose="020B0502040204020203" pitchFamily="34" charset="0"/>
              </a:rPr>
              <a:t>share</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your</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agent</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or</a:t>
            </a:r>
            <a:r>
              <a:rPr lang="de-DE" sz="1600">
                <a:latin typeface="Segoe UI" panose="020B0502040204020203" pitchFamily="34" charset="0"/>
                <a:cs typeface="Segoe UI" panose="020B0502040204020203" pitchFamily="34" charset="0"/>
              </a:rPr>
              <a:t> not.</a:t>
            </a:r>
          </a:p>
          <a:p>
            <a:endParaRPr lang="de-DE" sz="1600">
              <a:latin typeface="Segoe UI" panose="020B0502040204020203" pitchFamily="34" charset="0"/>
              <a:cs typeface="Segoe UI" panose="020B0502040204020203" pitchFamily="34" charset="0"/>
            </a:endParaRPr>
          </a:p>
          <a:p>
            <a:r>
              <a:rPr lang="de-DE" sz="1600">
                <a:latin typeface="Segoe UI" panose="020B0502040204020203" pitchFamily="34" charset="0"/>
                <a:cs typeface="Segoe UI" panose="020B0502040204020203" pitchFamily="34" charset="0"/>
              </a:rPr>
              <a:t>And </a:t>
            </a:r>
            <a:r>
              <a:rPr lang="de-DE" sz="1600" err="1">
                <a:latin typeface="Segoe UI" panose="020B0502040204020203" pitchFamily="34" charset="0"/>
                <a:cs typeface="Segoe UI" panose="020B0502040204020203" pitchFamily="34" charset="0"/>
              </a:rPr>
              <a:t>you</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decide</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with</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whom</a:t>
            </a:r>
            <a:r>
              <a:rPr lang="de-DE" sz="1600">
                <a:latin typeface="Segoe UI" panose="020B0502040204020203" pitchFamily="34" charset="0"/>
                <a:cs typeface="Segoe UI" panose="020B0502040204020203" pitchFamily="34" charset="0"/>
              </a:rPr>
              <a:t>. Just </a:t>
            </a:r>
            <a:r>
              <a:rPr lang="de-DE" sz="1600" err="1">
                <a:latin typeface="Segoe UI" panose="020B0502040204020203" pitchFamily="34" charset="0"/>
                <a:cs typeface="Segoe UI" panose="020B0502040204020203" pitchFamily="34" charset="0"/>
              </a:rPr>
              <a:t>some</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very</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selected</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colleagues</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or</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your</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whole</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organization</a:t>
            </a:r>
            <a:r>
              <a:rPr lang="de-DE" sz="1600">
                <a:latin typeface="Segoe UI" panose="020B0502040204020203" pitchFamily="34" charset="0"/>
                <a:cs typeface="Segoe UI" panose="020B0502040204020203" pitchFamily="34" charset="0"/>
              </a:rPr>
              <a:t>.</a:t>
            </a:r>
          </a:p>
          <a:p>
            <a:endParaRPr lang="de-DE" sz="1600">
              <a:latin typeface="Segoe UI" panose="020B0502040204020203" pitchFamily="34" charset="0"/>
              <a:cs typeface="Segoe UI" panose="020B0502040204020203" pitchFamily="34" charset="0"/>
            </a:endParaRPr>
          </a:p>
          <a:p>
            <a:r>
              <a:rPr lang="de-DE" sz="1600">
                <a:latin typeface="Segoe UI" panose="020B0502040204020203" pitchFamily="34" charset="0"/>
                <a:cs typeface="Segoe UI" panose="020B0502040204020203" pitchFamily="34" charset="0"/>
              </a:rPr>
              <a:t>Just </a:t>
            </a:r>
            <a:r>
              <a:rPr lang="de-DE" sz="1600" err="1">
                <a:latin typeface="Segoe UI" panose="020B0502040204020203" pitchFamily="34" charset="0"/>
                <a:cs typeface="Segoe UI" panose="020B0502040204020203" pitchFamily="34" charset="0"/>
              </a:rPr>
              <a:t>click</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the</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ellipses</a:t>
            </a:r>
            <a:r>
              <a:rPr lang="de-DE" sz="1600">
                <a:latin typeface="Segoe UI" panose="020B0502040204020203" pitchFamily="34" charset="0"/>
                <a:cs typeface="Segoe UI" panose="020B0502040204020203" pitchFamily="34" charset="0"/>
              </a:rPr>
              <a:t> – </a:t>
            </a:r>
            <a:r>
              <a:rPr lang="de-DE" sz="1600" err="1">
                <a:latin typeface="Segoe UI" panose="020B0502040204020203" pitchFamily="34" charset="0"/>
                <a:cs typeface="Segoe UI" panose="020B0502040204020203" pitchFamily="34" charset="0"/>
              </a:rPr>
              <a:t>which</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would</a:t>
            </a:r>
            <a:r>
              <a:rPr lang="de-DE" sz="1600">
                <a:latin typeface="Segoe UI" panose="020B0502040204020203" pitchFamily="34" charset="0"/>
                <a:cs typeface="Segoe UI" panose="020B0502040204020203" pitchFamily="34" charset="0"/>
              </a:rPr>
              <a:t> also </a:t>
            </a:r>
            <a:r>
              <a:rPr lang="de-DE" sz="1600" err="1">
                <a:latin typeface="Segoe UI" panose="020B0502040204020203" pitchFamily="34" charset="0"/>
                <a:cs typeface="Segoe UI" panose="020B0502040204020203" pitchFamily="34" charset="0"/>
              </a:rPr>
              <a:t>always</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give</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you</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the</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possibility</a:t>
            </a:r>
            <a:r>
              <a:rPr lang="de-DE" sz="1600">
                <a:latin typeface="Segoe UI" panose="020B0502040204020203" pitchFamily="34" charset="0"/>
                <a:cs typeface="Segoe UI" panose="020B0502040204020203" pitchFamily="34" charset="0"/>
              </a:rPr>
              <a:t> to </a:t>
            </a:r>
            <a:r>
              <a:rPr lang="de-DE" sz="1600" err="1">
                <a:latin typeface="Segoe UI" panose="020B0502040204020203" pitchFamily="34" charset="0"/>
                <a:cs typeface="Segoe UI" panose="020B0502040204020203" pitchFamily="34" charset="0"/>
              </a:rPr>
              <a:t>edit</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your</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agent</a:t>
            </a:r>
            <a:r>
              <a:rPr lang="de-DE" sz="1600">
                <a:latin typeface="Segoe UI" panose="020B0502040204020203" pitchFamily="34" charset="0"/>
                <a:cs typeface="Segoe UI" panose="020B0502040204020203" pitchFamily="34" charset="0"/>
              </a:rPr>
              <a:t>. And </a:t>
            </a:r>
            <a:r>
              <a:rPr lang="de-DE" sz="1600" err="1">
                <a:latin typeface="Segoe UI" panose="020B0502040204020203" pitchFamily="34" charset="0"/>
                <a:cs typeface="Segoe UI" panose="020B0502040204020203" pitchFamily="34" charset="0"/>
              </a:rPr>
              <a:t>if</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you</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don‘t</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want</a:t>
            </a:r>
            <a:r>
              <a:rPr lang="de-DE" sz="1600">
                <a:latin typeface="Segoe UI" panose="020B0502040204020203" pitchFamily="34" charset="0"/>
                <a:cs typeface="Segoe UI" panose="020B0502040204020203" pitchFamily="34" charset="0"/>
              </a:rPr>
              <a:t> to </a:t>
            </a:r>
            <a:r>
              <a:rPr lang="de-DE" sz="1600" err="1">
                <a:latin typeface="Segoe UI" panose="020B0502040204020203" pitchFamily="34" charset="0"/>
                <a:cs typeface="Segoe UI" panose="020B0502040204020203" pitchFamily="34" charset="0"/>
              </a:rPr>
              <a:t>share</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anymore</a:t>
            </a:r>
            <a:r>
              <a:rPr lang="de-DE" sz="1600">
                <a:latin typeface="Segoe UI" panose="020B0502040204020203" pitchFamily="34" charset="0"/>
                <a:cs typeface="Segoe UI" panose="020B0502040204020203" pitchFamily="34" charset="0"/>
              </a:rPr>
              <a:t> – </a:t>
            </a:r>
            <a:r>
              <a:rPr lang="de-DE" sz="1600" err="1">
                <a:latin typeface="Segoe UI" panose="020B0502040204020203" pitchFamily="34" charset="0"/>
                <a:cs typeface="Segoe UI" panose="020B0502040204020203" pitchFamily="34" charset="0"/>
              </a:rPr>
              <a:t>take</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the</a:t>
            </a:r>
            <a:r>
              <a:rPr lang="de-DE" sz="1600">
                <a:latin typeface="Segoe UI" panose="020B0502040204020203" pitchFamily="34" charset="0"/>
                <a:cs typeface="Segoe UI" panose="020B0502040204020203" pitchFamily="34" charset="0"/>
              </a:rPr>
              <a:t> same </a:t>
            </a:r>
            <a:r>
              <a:rPr lang="de-DE" sz="1600" err="1">
                <a:latin typeface="Segoe UI" panose="020B0502040204020203" pitchFamily="34" charset="0"/>
                <a:cs typeface="Segoe UI" panose="020B0502040204020203" pitchFamily="34" charset="0"/>
              </a:rPr>
              <a:t>path</a:t>
            </a:r>
            <a:r>
              <a:rPr lang="de-DE" sz="1600">
                <a:latin typeface="Segoe UI" panose="020B0502040204020203" pitchFamily="34" charset="0"/>
                <a:cs typeface="Segoe UI" panose="020B0502040204020203" pitchFamily="34" charset="0"/>
              </a:rPr>
              <a:t> to </a:t>
            </a:r>
            <a:r>
              <a:rPr lang="de-DE" sz="1600" err="1">
                <a:latin typeface="Segoe UI" panose="020B0502040204020203" pitchFamily="34" charset="0"/>
                <a:cs typeface="Segoe UI" panose="020B0502040204020203" pitchFamily="34" charset="0"/>
              </a:rPr>
              <a:t>revoke</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sharing</a:t>
            </a:r>
            <a:r>
              <a:rPr lang="de-DE" sz="1600">
                <a:latin typeface="Segoe UI" panose="020B0502040204020203" pitchFamily="34" charset="0"/>
                <a:cs typeface="Segoe UI" panose="020B0502040204020203" pitchFamily="34" charset="0"/>
              </a:rPr>
              <a:t>.</a:t>
            </a:r>
          </a:p>
          <a:p>
            <a:endParaRPr lang="de-DE" sz="1600">
              <a:latin typeface="Segoe UI" panose="020B0502040204020203" pitchFamily="34" charset="0"/>
              <a:cs typeface="Segoe UI" panose="020B0502040204020203" pitchFamily="34" charset="0"/>
            </a:endParaRPr>
          </a:p>
          <a:p>
            <a:r>
              <a:rPr lang="de-DE" sz="1600" err="1">
                <a:latin typeface="Segoe UI" panose="020B0502040204020203" pitchFamily="34" charset="0"/>
                <a:cs typeface="Segoe UI" panose="020B0502040204020203" pitchFamily="34" charset="0"/>
              </a:rPr>
              <a:t>Your</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administrator</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might</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have</a:t>
            </a:r>
            <a:r>
              <a:rPr lang="de-DE" sz="1600">
                <a:latin typeface="Segoe UI" panose="020B0502040204020203" pitchFamily="34" charset="0"/>
                <a:cs typeface="Segoe UI" panose="020B0502040204020203" pitchFamily="34" charset="0"/>
              </a:rPr>
              <a:t> limited </a:t>
            </a:r>
            <a:r>
              <a:rPr lang="de-DE" sz="1600" err="1">
                <a:latin typeface="Segoe UI" panose="020B0502040204020203" pitchFamily="34" charset="0"/>
                <a:cs typeface="Segoe UI" panose="020B0502040204020203" pitchFamily="34" charset="0"/>
              </a:rPr>
              <a:t>or</a:t>
            </a:r>
            <a:r>
              <a:rPr lang="de-DE" sz="1600">
                <a:latin typeface="Segoe UI" panose="020B0502040204020203" pitchFamily="34" charset="0"/>
                <a:cs typeface="Segoe UI" panose="020B0502040204020203" pitchFamily="34" charset="0"/>
              </a:rPr>
              <a:t> disabled </a:t>
            </a:r>
            <a:r>
              <a:rPr lang="de-DE" sz="1600" err="1">
                <a:latin typeface="Segoe UI" panose="020B0502040204020203" pitchFamily="34" charset="0"/>
                <a:cs typeface="Segoe UI" panose="020B0502040204020203" pitchFamily="34" charset="0"/>
              </a:rPr>
              <a:t>sharing</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options</a:t>
            </a:r>
            <a:r>
              <a:rPr lang="de-DE" sz="1600">
                <a:latin typeface="Segoe UI" panose="020B0502040204020203" pitchFamily="34" charset="0"/>
                <a:cs typeface="Segoe UI" panose="020B0502040204020203" pitchFamily="34" charset="0"/>
              </a:rPr>
              <a:t>.</a:t>
            </a:r>
          </a:p>
        </p:txBody>
      </p:sp>
      <p:pic>
        <p:nvPicPr>
          <p:cNvPr id="4" name="Grafik 3" descr="Ein Bild, das Text, Screenshot, Software, Multimedia-Software enthält.&#10;&#10;KI-generierte Inhalte können fehlerhaft sein.">
            <a:extLst>
              <a:ext uri="{FF2B5EF4-FFF2-40B4-BE49-F238E27FC236}">
                <a16:creationId xmlns:a16="http://schemas.microsoft.com/office/drawing/2014/main" id="{BD26A70D-95C8-8BD0-82CD-99897AF0B47D}"/>
              </a:ext>
            </a:extLst>
          </p:cNvPr>
          <p:cNvPicPr>
            <a:picLocks noChangeAspect="1"/>
          </p:cNvPicPr>
          <p:nvPr/>
        </p:nvPicPr>
        <p:blipFill>
          <a:blip r:embed="rId5"/>
          <a:stretch>
            <a:fillRect/>
          </a:stretch>
        </p:blipFill>
        <p:spPr>
          <a:xfrm>
            <a:off x="765406" y="955600"/>
            <a:ext cx="2643275" cy="2473399"/>
          </a:xfrm>
          <a:prstGeom prst="rect">
            <a:avLst/>
          </a:prstGeom>
          <a:ln>
            <a:noFill/>
          </a:ln>
          <a:effectLst>
            <a:outerShdw blurRad="292100" dist="139700" dir="2700000" algn="tl" rotWithShape="0">
              <a:srgbClr val="333333">
                <a:alpha val="65000"/>
              </a:srgbClr>
            </a:outerShdw>
          </a:effectLst>
        </p:spPr>
      </p:pic>
      <p:sp>
        <p:nvSpPr>
          <p:cNvPr id="5" name="Ellipse 4">
            <a:extLst>
              <a:ext uri="{FF2B5EF4-FFF2-40B4-BE49-F238E27FC236}">
                <a16:creationId xmlns:a16="http://schemas.microsoft.com/office/drawing/2014/main" id="{5571FCE0-AE3C-9AF5-F8ED-7D685105467A}"/>
              </a:ext>
            </a:extLst>
          </p:cNvPr>
          <p:cNvSpPr/>
          <p:nvPr/>
        </p:nvSpPr>
        <p:spPr>
          <a:xfrm>
            <a:off x="1977241" y="2584982"/>
            <a:ext cx="929894" cy="370125"/>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7" name="Grafik 6" descr="Ein Bild, das Text, Screenshot, Software, Multimedia-Software enthält.&#10;&#10;KI-generierte Inhalte können fehlerhaft sein.">
            <a:extLst>
              <a:ext uri="{FF2B5EF4-FFF2-40B4-BE49-F238E27FC236}">
                <a16:creationId xmlns:a16="http://schemas.microsoft.com/office/drawing/2014/main" id="{9BA54A54-0EED-5A53-2F83-C5C17062B5FD}"/>
              </a:ext>
            </a:extLst>
          </p:cNvPr>
          <p:cNvPicPr>
            <a:picLocks noChangeAspect="1"/>
          </p:cNvPicPr>
          <p:nvPr/>
        </p:nvPicPr>
        <p:blipFill>
          <a:blip r:embed="rId6"/>
          <a:stretch>
            <a:fillRect/>
          </a:stretch>
        </p:blipFill>
        <p:spPr>
          <a:xfrm>
            <a:off x="765406" y="3870368"/>
            <a:ext cx="3641867" cy="2178805"/>
          </a:xfrm>
          <a:prstGeom prst="rect">
            <a:avLst/>
          </a:prstGeom>
          <a:ln>
            <a:noFill/>
          </a:ln>
          <a:effectLst>
            <a:outerShdw blurRad="292100" dist="139700" dir="2700000" algn="tl" rotWithShape="0">
              <a:srgbClr val="333333">
                <a:alpha val="65000"/>
              </a:srgbClr>
            </a:outerShdw>
          </a:effectLst>
        </p:spPr>
      </p:pic>
    </p:spTree>
    <p:custDataLst>
      <p:tags r:id="rId1"/>
    </p:custDataLst>
    <p:extLst>
      <p:ext uri="{BB962C8B-B14F-4D97-AF65-F5344CB8AC3E}">
        <p14:creationId xmlns:p14="http://schemas.microsoft.com/office/powerpoint/2010/main" val="250534316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36C91-A7A6-B9D5-E175-74A2772AA831}"/>
            </a:ext>
          </a:extLst>
        </p:cNvPr>
        <p:cNvGrpSpPr/>
        <p:nvPr/>
      </p:nvGrpSpPr>
      <p:grpSpPr>
        <a:xfrm>
          <a:off x="0" y="0"/>
          <a:ext cx="0" cy="0"/>
          <a:chOff x="0" y="0"/>
          <a:chExt cx="0" cy="0"/>
        </a:xfrm>
      </p:grpSpPr>
      <p:sp>
        <p:nvSpPr>
          <p:cNvPr id="15" name="Titel 14">
            <a:extLst>
              <a:ext uri="{FF2B5EF4-FFF2-40B4-BE49-F238E27FC236}">
                <a16:creationId xmlns:a16="http://schemas.microsoft.com/office/drawing/2014/main" id="{BD678DED-8935-B642-22CA-1D70C73CD393}"/>
              </a:ext>
            </a:extLst>
          </p:cNvPr>
          <p:cNvSpPr>
            <a:spLocks noGrp="1"/>
          </p:cNvSpPr>
          <p:nvPr>
            <p:ph type="title"/>
          </p:nvPr>
        </p:nvSpPr>
        <p:spPr>
          <a:xfrm>
            <a:off x="5382483" y="322912"/>
            <a:ext cx="5431971" cy="846301"/>
          </a:xfrm>
        </p:spPr>
        <p:txBody>
          <a:bodyPr/>
          <a:lstStyle/>
          <a:p>
            <a:r>
              <a:rPr lang="de-DE"/>
              <a:t>Module 4 </a:t>
            </a:r>
            <a:r>
              <a:rPr lang="de-DE" err="1"/>
              <a:t>recap</a:t>
            </a:r>
            <a:endParaRPr lang="de-DE"/>
          </a:p>
        </p:txBody>
      </p:sp>
      <p:sp>
        <p:nvSpPr>
          <p:cNvPr id="12" name="Textfeld 11">
            <a:extLst>
              <a:ext uri="{FF2B5EF4-FFF2-40B4-BE49-F238E27FC236}">
                <a16:creationId xmlns:a16="http://schemas.microsoft.com/office/drawing/2014/main" id="{65FCE21B-F1D3-10CA-CC33-BCEEB07549FD}"/>
              </a:ext>
            </a:extLst>
          </p:cNvPr>
          <p:cNvSpPr txBox="1"/>
          <p:nvPr/>
        </p:nvSpPr>
        <p:spPr>
          <a:xfrm>
            <a:off x="5241349" y="1413063"/>
            <a:ext cx="6441305" cy="4770537"/>
          </a:xfrm>
          <a:prstGeom prst="rect">
            <a:avLst/>
          </a:prstGeom>
          <a:noFill/>
        </p:spPr>
        <p:txBody>
          <a:bodyPr wrap="square">
            <a:spAutoFit/>
          </a:bodyPr>
          <a:lstStyle/>
          <a:p>
            <a:r>
              <a:rPr lang="en-US" sz="1600" b="0" i="0">
                <a:effectLst/>
                <a:latin typeface="Segoe UI" panose="020B0502040204020203" pitchFamily="34" charset="0"/>
              </a:rPr>
              <a:t>What a blaze – you made it, you did it! We hope you enjoyed the time. Now that you are more than ready to go – have a great time and joyful journey with Microsoft 365 Copilot Chat as Safe AI at work!</a:t>
            </a:r>
          </a:p>
          <a:p>
            <a:endParaRPr lang="en-US" sz="1600">
              <a:latin typeface="Segoe UI" panose="020B0502040204020203" pitchFamily="34" charset="0"/>
            </a:endParaRPr>
          </a:p>
          <a:p>
            <a:r>
              <a:rPr lang="en-US" sz="1600">
                <a:latin typeface="Segoe UI" panose="020B0502040204020203" pitchFamily="34" charset="0"/>
              </a:rPr>
              <a:t>If you just can’t stop and want to deepen the topics, use the additional links provided on the respective sites.</a:t>
            </a:r>
          </a:p>
          <a:p>
            <a:endParaRPr lang="en-US" sz="1600">
              <a:latin typeface="Segoe UI" panose="020B0502040204020203" pitchFamily="34" charset="0"/>
            </a:endParaRPr>
          </a:p>
          <a:p>
            <a:r>
              <a:rPr lang="en-US" sz="1600">
                <a:latin typeface="Segoe UI" panose="020B0502040204020203" pitchFamily="34" charset="0"/>
              </a:rPr>
              <a:t>As a bonus, we also want you to know these valuable resources to further fuel your journey (external links):</a:t>
            </a:r>
          </a:p>
          <a:p>
            <a:endParaRPr lang="en-US" sz="1600" b="0" i="0">
              <a:effectLst/>
              <a:latin typeface="Segoe UI" panose="020B0502040204020203" pitchFamily="34" charset="0"/>
            </a:endParaRPr>
          </a:p>
          <a:p>
            <a:pPr marL="285750" indent="-285750">
              <a:buFont typeface="Arial" panose="020B0604020202020204" pitchFamily="34" charset="0"/>
              <a:buChar char="•"/>
            </a:pPr>
            <a:r>
              <a:rPr lang="en-US" sz="1600">
                <a:latin typeface="Segoe UI" panose="020B0502040204020203" pitchFamily="34" charset="0"/>
                <a:hlinkClick r:id="rId4"/>
              </a:rPr>
              <a:t>Declarative Agent example </a:t>
            </a:r>
            <a:r>
              <a:rPr lang="en-US" sz="1600">
                <a:latin typeface="Segoe UI" panose="020B0502040204020203" pitchFamily="34" charset="0"/>
              </a:rPr>
              <a:t>which uses almost full 8.000 characters, including sources and </a:t>
            </a:r>
            <a:r>
              <a:rPr lang="en-US" sz="1600" err="1">
                <a:latin typeface="Segoe UI" panose="020B0502040204020203" pitchFamily="34" charset="0"/>
              </a:rPr>
              <a:t>howto</a:t>
            </a:r>
            <a:r>
              <a:rPr lang="en-US" sz="1600">
                <a:latin typeface="Segoe UI" panose="020B0502040204020203" pitchFamily="34" charset="0"/>
              </a:rPr>
              <a:t> video</a:t>
            </a:r>
          </a:p>
          <a:p>
            <a:pPr marL="285750" indent="-285750">
              <a:buFont typeface="Arial" panose="020B0604020202020204" pitchFamily="34" charset="0"/>
              <a:buChar char="•"/>
            </a:pPr>
            <a:r>
              <a:rPr lang="en-US" sz="1600">
                <a:latin typeface="Segoe UI" panose="020B0502040204020203" pitchFamily="34" charset="0"/>
                <a:hlinkClick r:id="rId5"/>
              </a:rPr>
              <a:t>Get started with Agent Builder</a:t>
            </a:r>
            <a:endParaRPr lang="en-US" sz="1600">
              <a:latin typeface="Segoe UI" panose="020B0502040204020203" pitchFamily="34" charset="0"/>
            </a:endParaRPr>
          </a:p>
          <a:p>
            <a:pPr marL="285750" indent="-285750">
              <a:buFont typeface="Arial" panose="020B0604020202020204" pitchFamily="34" charset="0"/>
              <a:buChar char="•"/>
            </a:pPr>
            <a:r>
              <a:rPr lang="en-US" sz="1600" b="0" i="0">
                <a:effectLst/>
                <a:latin typeface="Segoe UI" panose="020B0502040204020203" pitchFamily="34" charset="0"/>
              </a:rPr>
              <a:t>Beyond </a:t>
            </a:r>
            <a:r>
              <a:rPr lang="en-US" sz="1600">
                <a:latin typeface="Segoe UI" panose="020B0502040204020203" pitchFamily="34" charset="0"/>
              </a:rPr>
              <a:t>agent builder</a:t>
            </a:r>
          </a:p>
          <a:p>
            <a:pPr marL="742950" lvl="1" indent="-285750">
              <a:buFont typeface="Arial" panose="020B0604020202020204" pitchFamily="34" charset="0"/>
              <a:buChar char="•"/>
            </a:pPr>
            <a:r>
              <a:rPr lang="en-US" sz="1600">
                <a:latin typeface="Segoe UI" panose="020B0502040204020203" pitchFamily="34" charset="0"/>
                <a:hlinkClick r:id="rId6"/>
              </a:rPr>
              <a:t>Get started with Copilot Studio</a:t>
            </a:r>
            <a:endParaRPr lang="en-US" sz="1600">
              <a:latin typeface="Segoe UI" panose="020B0502040204020203" pitchFamily="34" charset="0"/>
              <a:hlinkClick r:id="rId7"/>
            </a:endParaRPr>
          </a:p>
          <a:p>
            <a:pPr marL="742950" lvl="1" indent="-285750">
              <a:buFont typeface="Arial" panose="020B0604020202020204" pitchFamily="34" charset="0"/>
              <a:buChar char="•"/>
            </a:pPr>
            <a:r>
              <a:rPr lang="en-US" sz="1600">
                <a:latin typeface="Segoe UI" panose="020B0502040204020203" pitchFamily="34" charset="0"/>
                <a:hlinkClick r:id="rId7"/>
              </a:rPr>
              <a:t>Create your first agent with Copilot Studio</a:t>
            </a:r>
            <a:endParaRPr lang="en-US" sz="1600" b="0" i="0">
              <a:effectLst/>
              <a:latin typeface="Segoe UI" panose="020B0502040204020203" pitchFamily="34" charset="0"/>
            </a:endParaRPr>
          </a:p>
          <a:p>
            <a:endParaRPr lang="en-US" sz="1600">
              <a:latin typeface="Segoe UI" panose="020B0502040204020203" pitchFamily="34" charset="0"/>
            </a:endParaRPr>
          </a:p>
          <a:p>
            <a:r>
              <a:rPr lang="en-US" sz="1600" b="0" i="0">
                <a:effectLst/>
                <a:latin typeface="Segoe UI" panose="020B0502040204020203" pitchFamily="34" charset="0"/>
              </a:rPr>
              <a:t>Only one more step and we close this session.</a:t>
            </a:r>
          </a:p>
          <a:p>
            <a:pPr marL="285750" indent="-285750">
              <a:buFont typeface="Arial" panose="020B0604020202020204" pitchFamily="34" charset="0"/>
              <a:buChar char="•"/>
            </a:pPr>
            <a:endParaRPr lang="en-US" sz="1600" b="0" i="0">
              <a:effectLst/>
              <a:latin typeface="Segoe UI" panose="020B0502040204020203" pitchFamily="34" charset="0"/>
            </a:endParaRPr>
          </a:p>
        </p:txBody>
      </p:sp>
      <p:sp>
        <p:nvSpPr>
          <p:cNvPr id="3" name="Textfeld 2">
            <a:extLst>
              <a:ext uri="{FF2B5EF4-FFF2-40B4-BE49-F238E27FC236}">
                <a16:creationId xmlns:a16="http://schemas.microsoft.com/office/drawing/2014/main" id="{D284CB47-B252-9049-8BD5-93ED0A0F4FE7}"/>
              </a:ext>
            </a:extLst>
          </p:cNvPr>
          <p:cNvSpPr txBox="1"/>
          <p:nvPr/>
        </p:nvSpPr>
        <p:spPr>
          <a:xfrm>
            <a:off x="926511" y="1968079"/>
            <a:ext cx="3688830" cy="3154710"/>
          </a:xfrm>
          <a:prstGeom prst="rect">
            <a:avLst/>
          </a:prstGeom>
          <a:noFill/>
        </p:spPr>
        <p:txBody>
          <a:bodyPr wrap="none" rtlCol="0">
            <a:spAutoFit/>
          </a:bodyPr>
          <a:lstStyle/>
          <a:p>
            <a:r>
              <a:rPr lang="de-DE" sz="19900"/>
              <a:t>🎉</a:t>
            </a:r>
          </a:p>
        </p:txBody>
      </p:sp>
    </p:spTree>
    <p:custDataLst>
      <p:tags r:id="rId1"/>
    </p:custDataLst>
    <p:extLst>
      <p:ext uri="{BB962C8B-B14F-4D97-AF65-F5344CB8AC3E}">
        <p14:creationId xmlns:p14="http://schemas.microsoft.com/office/powerpoint/2010/main" val="56283913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0DAE1-6A5D-BE65-BF9B-F772116ED931}"/>
            </a:ext>
          </a:extLst>
        </p:cNvPr>
        <p:cNvGrpSpPr/>
        <p:nvPr/>
      </p:nvGrpSpPr>
      <p:grpSpPr>
        <a:xfrm>
          <a:off x="0" y="0"/>
          <a:ext cx="0" cy="0"/>
          <a:chOff x="0" y="0"/>
          <a:chExt cx="0" cy="0"/>
        </a:xfrm>
      </p:grpSpPr>
      <p:sp>
        <p:nvSpPr>
          <p:cNvPr id="16" name="Titel 15">
            <a:extLst>
              <a:ext uri="{FF2B5EF4-FFF2-40B4-BE49-F238E27FC236}">
                <a16:creationId xmlns:a16="http://schemas.microsoft.com/office/drawing/2014/main" id="{A9E58DAA-6D0B-D35D-75B7-0CEA68C8FAC9}"/>
              </a:ext>
            </a:extLst>
          </p:cNvPr>
          <p:cNvSpPr>
            <a:spLocks noGrp="1"/>
          </p:cNvSpPr>
          <p:nvPr>
            <p:ph type="title"/>
          </p:nvPr>
        </p:nvSpPr>
        <p:spPr/>
        <p:txBody>
          <a:bodyPr/>
          <a:lstStyle/>
          <a:p>
            <a:r>
              <a:rPr lang="de-DE" b="1" err="1"/>
              <a:t>closing</a:t>
            </a:r>
            <a:endParaRPr lang="de-DE" b="1"/>
          </a:p>
        </p:txBody>
      </p:sp>
      <p:sp>
        <p:nvSpPr>
          <p:cNvPr id="18" name="Textplatzhalter 6">
            <a:extLst>
              <a:ext uri="{FF2B5EF4-FFF2-40B4-BE49-F238E27FC236}">
                <a16:creationId xmlns:a16="http://schemas.microsoft.com/office/drawing/2014/main" id="{C7EF901D-AC30-24F9-F08D-975BC967A231}"/>
              </a:ext>
            </a:extLst>
          </p:cNvPr>
          <p:cNvSpPr txBox="1">
            <a:spLocks/>
          </p:cNvSpPr>
          <p:nvPr/>
        </p:nvSpPr>
        <p:spPr>
          <a:xfrm>
            <a:off x="1370239" y="2925260"/>
            <a:ext cx="7781712" cy="2316215"/>
          </a:xfrm>
          <a:prstGeom prst="rect">
            <a:avLst/>
          </a:prstGeom>
        </p:spPr>
        <p:txBody>
          <a:bodyPr rtlCol="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de-DE" sz="1600">
              <a:latin typeface="Segoe UI" panose="020B0502040204020203" pitchFamily="34" charset="0"/>
              <a:cs typeface="Segoe UI" panose="020B0502040204020203" pitchFamily="34" charset="0"/>
            </a:endParaRPr>
          </a:p>
          <a:p>
            <a:pPr marL="0" indent="0">
              <a:buNone/>
            </a:pPr>
            <a:r>
              <a:rPr lang="de-DE" sz="1600" err="1">
                <a:latin typeface="Segoe UI" panose="020B0502040204020203" pitchFamily="34" charset="0"/>
                <a:cs typeface="Segoe UI" panose="020B0502040204020203" pitchFamily="34" charset="0"/>
              </a:rPr>
              <a:t>We‘re</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done</a:t>
            </a:r>
            <a:r>
              <a:rPr lang="de-DE" sz="1600">
                <a:latin typeface="Segoe UI" panose="020B0502040204020203" pitchFamily="34" charset="0"/>
                <a:cs typeface="Segoe UI" panose="020B0502040204020203" pitchFamily="34" charset="0"/>
              </a:rPr>
              <a:t>! Time to </a:t>
            </a:r>
            <a:r>
              <a:rPr lang="de-DE" sz="1600" err="1">
                <a:latin typeface="Segoe UI" panose="020B0502040204020203" pitchFamily="34" charset="0"/>
                <a:cs typeface="Segoe UI" panose="020B0502040204020203" pitchFamily="34" charset="0"/>
              </a:rPr>
              <a:t>celebrate</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yourself</a:t>
            </a:r>
            <a:r>
              <a:rPr lang="de-DE" sz="1600">
                <a:latin typeface="Segoe UI" panose="020B0502040204020203" pitchFamily="34" charset="0"/>
                <a:cs typeface="Segoe UI" panose="020B0502040204020203" pitchFamily="34" charset="0"/>
              </a:rPr>
              <a:t>!</a:t>
            </a:r>
          </a:p>
          <a:p>
            <a:pPr marL="0" indent="0">
              <a:buNone/>
            </a:pPr>
            <a:endParaRPr lang="de-DE" sz="1600">
              <a:latin typeface="Segoe UI" panose="020B0502040204020203" pitchFamily="34" charset="0"/>
              <a:cs typeface="Segoe UI" panose="020B0502040204020203" pitchFamily="34" charset="0"/>
            </a:endParaRPr>
          </a:p>
          <a:p>
            <a:pPr marL="0" indent="0">
              <a:buNone/>
            </a:pPr>
            <a:r>
              <a:rPr lang="de-DE" sz="1600">
                <a:latin typeface="Segoe UI" panose="020B0502040204020203" pitchFamily="34" charset="0"/>
                <a:cs typeface="Segoe UI" panose="020B0502040204020203" pitchFamily="34" charset="0"/>
              </a:rPr>
              <a:t>Open Copilot Chat and </a:t>
            </a:r>
            <a:r>
              <a:rPr lang="de-DE" sz="1600" err="1">
                <a:latin typeface="Segoe UI" panose="020B0502040204020203" pitchFamily="34" charset="0"/>
                <a:cs typeface="Segoe UI" panose="020B0502040204020203" pitchFamily="34" charset="0"/>
              </a:rPr>
              <a:t>create</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yourself</a:t>
            </a:r>
            <a:r>
              <a:rPr lang="de-DE" sz="1600">
                <a:latin typeface="Segoe UI" panose="020B0502040204020203" pitchFamily="34" charset="0"/>
                <a:cs typeface="Segoe UI" panose="020B0502040204020203" pitchFamily="34" charset="0"/>
              </a:rPr>
              <a:t> an </a:t>
            </a:r>
            <a:r>
              <a:rPr lang="de-DE" sz="1600" err="1">
                <a:latin typeface="Segoe UI" panose="020B0502040204020203" pitchFamily="34" charset="0"/>
                <a:cs typeface="Segoe UI" panose="020B0502040204020203" pitchFamily="34" charset="0"/>
              </a:rPr>
              <a:t>achievement</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badge</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You</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maybe</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want</a:t>
            </a:r>
            <a:r>
              <a:rPr lang="de-DE" sz="1600">
                <a:latin typeface="Segoe UI" panose="020B0502040204020203" pitchFamily="34" charset="0"/>
                <a:cs typeface="Segoe UI" panose="020B0502040204020203" pitchFamily="34" charset="0"/>
              </a:rPr>
              <a:t> to </a:t>
            </a:r>
            <a:r>
              <a:rPr lang="de-DE" sz="1600" err="1">
                <a:latin typeface="Segoe UI" panose="020B0502040204020203" pitchFamily="34" charset="0"/>
                <a:cs typeface="Segoe UI" panose="020B0502040204020203" pitchFamily="34" charset="0"/>
              </a:rPr>
              <a:t>incorporate</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your</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organization</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or</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your</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name</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have</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fun</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make</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it</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yours</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share</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with</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pride</a:t>
            </a:r>
            <a:r>
              <a:rPr lang="de-DE" sz="1600">
                <a:latin typeface="Segoe UI" panose="020B0502040204020203" pitchFamily="34" charset="0"/>
                <a:cs typeface="Segoe UI" panose="020B0502040204020203" pitchFamily="34" charset="0"/>
              </a:rPr>
              <a:t>.</a:t>
            </a:r>
          </a:p>
          <a:p>
            <a:pPr marL="0" indent="0">
              <a:buNone/>
            </a:pPr>
            <a:endParaRPr lang="de-DE" sz="1600">
              <a:latin typeface="Segoe UI" panose="020B0502040204020203" pitchFamily="34" charset="0"/>
              <a:cs typeface="Segoe UI" panose="020B0502040204020203" pitchFamily="34" charset="0"/>
            </a:endParaRPr>
          </a:p>
          <a:p>
            <a:pPr marL="0" indent="0">
              <a:buNone/>
            </a:pPr>
            <a:r>
              <a:rPr lang="de-DE" sz="1600" err="1">
                <a:latin typeface="Segoe UI" panose="020B0502040204020203" pitchFamily="34" charset="0"/>
                <a:cs typeface="Segoe UI" panose="020B0502040204020203" pitchFamily="34" charset="0"/>
              </a:rPr>
              <a:t>Only</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one</a:t>
            </a:r>
            <a:r>
              <a:rPr lang="de-DE" sz="1600">
                <a:latin typeface="Segoe UI" panose="020B0502040204020203" pitchFamily="34" charset="0"/>
                <a:cs typeface="Segoe UI" panose="020B0502040204020203" pitchFamily="34" charset="0"/>
              </a:rPr>
              <a:t> last </a:t>
            </a:r>
            <a:r>
              <a:rPr lang="de-DE" sz="1600" err="1">
                <a:latin typeface="Segoe UI" panose="020B0502040204020203" pitchFamily="34" charset="0"/>
                <a:cs typeface="Segoe UI" panose="020B0502040204020203" pitchFamily="34" charset="0"/>
              </a:rPr>
              <a:t>thing</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if</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you</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want</a:t>
            </a:r>
            <a:r>
              <a:rPr lang="de-DE" sz="1600">
                <a:latin typeface="Segoe UI" panose="020B0502040204020203" pitchFamily="34" charset="0"/>
                <a:cs typeface="Segoe UI" panose="020B0502040204020203" pitchFamily="34" charset="0"/>
              </a:rPr>
              <a:t> to </a:t>
            </a:r>
            <a:r>
              <a:rPr lang="de-DE" sz="1600" err="1">
                <a:latin typeface="Segoe UI" panose="020B0502040204020203" pitchFamily="34" charset="0"/>
                <a:cs typeface="Segoe UI" panose="020B0502040204020203" pitchFamily="34" charset="0"/>
              </a:rPr>
              <a:t>stay</a:t>
            </a:r>
            <a:r>
              <a:rPr lang="de-DE" sz="1600">
                <a:latin typeface="Segoe UI" panose="020B0502040204020203" pitchFamily="34" charset="0"/>
                <a:cs typeface="Segoe UI" panose="020B0502040204020203" pitchFamily="34" charset="0"/>
              </a:rPr>
              <a:t> </a:t>
            </a:r>
            <a:r>
              <a:rPr lang="de-DE" sz="1600" err="1">
                <a:latin typeface="Segoe UI" panose="020B0502040204020203" pitchFamily="34" charset="0"/>
                <a:cs typeface="Segoe UI" panose="020B0502040204020203" pitchFamily="34" charset="0"/>
              </a:rPr>
              <a:t>up</a:t>
            </a:r>
            <a:r>
              <a:rPr lang="de-DE" sz="1600">
                <a:latin typeface="Segoe UI" panose="020B0502040204020203" pitchFamily="34" charset="0"/>
                <a:cs typeface="Segoe UI" panose="020B0502040204020203" pitchFamily="34" charset="0"/>
              </a:rPr>
              <a:t> to date, follow </a:t>
            </a:r>
            <a:r>
              <a:rPr lang="de-DE" sz="1600" err="1">
                <a:latin typeface="Segoe UI" panose="020B0502040204020203" pitchFamily="34" charset="0"/>
                <a:cs typeface="Segoe UI" panose="020B0502040204020203" pitchFamily="34" charset="0"/>
              </a:rPr>
              <a:t>the</a:t>
            </a:r>
            <a:r>
              <a:rPr lang="de-DE" sz="1600">
                <a:latin typeface="Segoe UI" panose="020B0502040204020203" pitchFamily="34" charset="0"/>
                <a:cs typeface="Segoe UI" panose="020B0502040204020203" pitchFamily="34" charset="0"/>
              </a:rPr>
              <a:t> 👉 </a:t>
            </a:r>
            <a:r>
              <a:rPr lang="de-DE" sz="1600">
                <a:latin typeface="Segoe UI" panose="020B0502040204020203" pitchFamily="34" charset="0"/>
                <a:cs typeface="Segoe UI" panose="020B0502040204020203" pitchFamily="34" charset="0"/>
                <a:hlinkClick r:id="rId4"/>
              </a:rPr>
              <a:t>Copilot Blog</a:t>
            </a:r>
            <a:r>
              <a:rPr lang="de-DE" sz="1600">
                <a:latin typeface="Segoe UI" panose="020B0502040204020203" pitchFamily="34" charset="0"/>
                <a:cs typeface="Segoe UI" panose="020B0502040204020203" pitchFamily="34" charset="0"/>
              </a:rPr>
              <a:t> </a:t>
            </a:r>
          </a:p>
          <a:p>
            <a:pPr marL="0" indent="0">
              <a:buNone/>
            </a:pPr>
            <a:endParaRPr lang="de-DE" sz="1600">
              <a:latin typeface="Segoe UI" panose="020B0502040204020203" pitchFamily="34" charset="0"/>
              <a:cs typeface="Segoe UI" panose="020B0502040204020203" pitchFamily="34" charset="0"/>
            </a:endParaRPr>
          </a:p>
          <a:p>
            <a:pPr marL="0" indent="0">
              <a:buNone/>
            </a:pPr>
            <a:r>
              <a:rPr lang="de-DE" sz="1600">
                <a:latin typeface="Segoe UI" panose="020B0502040204020203" pitchFamily="34" charset="0"/>
                <a:cs typeface="Segoe UI" panose="020B0502040204020203" pitchFamily="34" charset="0"/>
              </a:rPr>
              <a:t>Cheers! </a:t>
            </a:r>
          </a:p>
        </p:txBody>
      </p:sp>
      <p:pic>
        <p:nvPicPr>
          <p:cNvPr id="5" name="Grafik 4" descr="Ein Bild, das Text, Emblem, Symbol, Gold enthält.&#10;&#10;KI-generierte Inhalte können fehlerhaft sein.">
            <a:extLst>
              <a:ext uri="{FF2B5EF4-FFF2-40B4-BE49-F238E27FC236}">
                <a16:creationId xmlns:a16="http://schemas.microsoft.com/office/drawing/2014/main" id="{8A16877F-92BA-6CC6-416F-A8929E583D41}"/>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imgEffect>
                  </a14:imgLayer>
                </a14:imgProps>
              </a:ext>
            </a:extLst>
          </a:blip>
          <a:stretch>
            <a:fillRect/>
          </a:stretch>
        </p:blipFill>
        <p:spPr>
          <a:xfrm>
            <a:off x="7436930" y="-369078"/>
            <a:ext cx="5420977" cy="3613984"/>
          </a:xfrm>
          <a:prstGeom prst="rect">
            <a:avLst/>
          </a:prstGeom>
        </p:spPr>
      </p:pic>
    </p:spTree>
    <p:custDataLst>
      <p:tags r:id="rId1"/>
    </p:custDataLst>
    <p:extLst>
      <p:ext uri="{BB962C8B-B14F-4D97-AF65-F5344CB8AC3E}">
        <p14:creationId xmlns:p14="http://schemas.microsoft.com/office/powerpoint/2010/main" val="385565676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PROJECT_FOLDER_UPDATED" val="1"/>
  <p:tag name="ISPRING_PROJECT_VERSION" val="9.3"/>
  <p:tag name="FLASHSPRING_ZOOM_TAG" val="73"/>
  <p:tag name="ISPRING_PRESENTATION_TITLE" val="Safe AI with Copilot Chat Learning Path"/>
  <p:tag name="ISPRING_FIRST_PUBLISH" val="1"/>
  <p:tag name="ISPRING_LMS_API_VERSION" val="SCORM 2004 (4th edition)"/>
  <p:tag name="ISPRING_ULTRA_SCORM_COURSE_ID" val="DEE98DE4-AFAE-4F9F-87DD-5FA11A29C5CD"/>
  <p:tag name="ISPRING_CMI5_LAUNCH_METHOD" val="any window"/>
  <p:tag name="ISPRING_SCORM_REPORT_STATUS" val="0"/>
  <p:tag name="ISPRINGCLOUDFOLDERID" val="1"/>
  <p:tag name="ISPRINGONLINEFOLDERID" val="1"/>
  <p:tag name="ISPRING-SUITE_ISPRING_CURRENT_GRADING_VERSION" val="v2"/>
  <p:tag name="ISPRING_SCREEN_RECS_UPDATED" val="C:\Users\fakupfer\OneDrive\fakupfer_microsoft_com\Documents\Dokumente\FY26\Copilot Chat\FY26 Learning Path\FY26 CPC Learning Path EN\Safe AI with Copilot Chat Learning Path en\"/>
  <p:tag name="ISPRING_UUID" val="{567400C3-E9E4-4B7E-8C9C-171E350F61A3}"/>
  <p:tag name="ISPRING_RESOURCE_FOLDER" val="C:\Users\fakupfer\OneDrive\fakupfer_microsoft_com\Documents\Dokumente\FY26\Copilot Chat\FY26 Learning Path\FY26 CPC Learning Path EN\Safe AI with Copilot Chat Learning Path en\"/>
  <p:tag name="ISPRING_PRESENTATION_PATH" val="C:\Users\fakupfer\OneDrive\fakupfer_microsoft_com\Documents\Dokumente\FY26\Copilot Chat\FY26 Learning Path\FY26 CPC Learning Path EN\Safe AI with Copilot Chat Learning Path en.pptx"/>
  <p:tag name="ISPRING-SUITE_ISPRING_GRADING_SETTINGS_V2" val="{&quot;alternatives&quot;:[{&quot;slides&quot;:{&quot;slides_to_view&quot;:{&quot;percent&quot;:100},&quot;group_id&quot;:&quot;all slides&quot;},&quot;name&quot;:&quot;&quot;}]}"/>
  <p:tag name="ISPRING_PRESENTATION_INFO_2" val="&lt;?xml version=&quot;1.0&quot; encoding=&quot;UTF-8&quot; standalone=&quot;no&quot; ?&gt;&#10;&lt;presentation2&gt;&#10;&#10;  &lt;slides&gt;&#10;    &lt;slide id=&quot;{31851EF2-50F5-49F3-9F00-CB160474F0A8}&quot; pptId=&quot;256&quot;/&gt;&#10;    &lt;slide id=&quot;{4250DE1F-B4B0-482A-AC94-2D43356A308E}&quot; pptId=&quot;277&quot;/&gt;&#10;    &lt;slide id=&quot;{368CFDB4-7B0D-483E-AC79-5EF7293318CF}&quot; pptId=&quot;261&quot;/&gt;&#10;    &lt;slide id=&quot;{8EF80312-2C8B-4363-B094-CB4356BE229D}&quot; pptId=&quot;295&quot;/&gt;&#10;    &lt;slide id=&quot;{40D6CD48-8160-4164-A430-A3D6E0DD642E}&quot; pptId=&quot;300&quot;/&gt;&#10;    &lt;slide id=&quot;{65E80AF5-B379-408F-B30B-0D488D2A8A3C}&quot; pptId=&quot;307&quot;/&gt;&#10;    &lt;slide id=&quot;{1E5B7649-006F-48EA-96C7-9BF35D6B7CF3}&quot; pptId=&quot;308&quot;/&gt;&#10;    &lt;slide id=&quot;{61B69D92-15D3-41DF-B850-7C1D6B82FAEE}&quot; pptId=&quot;309&quot;/&gt;&#10;    &lt;slide id=&quot;{1485DCE1-8C38-42CB-B8A8-12AFF0383969}&quot; pptId=&quot;319&quot;/&gt;&#10;    &lt;slide id=&quot;{3EC6EE01-C37E-46FA-9803-B409AA2F703F}&quot; pptId=&quot;310&quot;/&gt;&#10;    &lt;slide id=&quot;{97EC2C01-A919-4434-A702-70BF6BBB8424}&quot; pptId=&quot;311&quot;/&gt;&#10;    &lt;slide id=&quot;{A9750F75-6058-43BB-B0B7-38D41CC28C20}&quot; pptId=&quot;312&quot;/&gt;&#10;    &lt;slide id=&quot;{BF524485-097B-4D3F-8925-E9C0EA27ED77}&quot; pptId=&quot;314&quot;/&gt;&#10;    &lt;slide id=&quot;{2F348069-9CC8-40B0-BA11-41659344A3E6}&quot; pptId=&quot;313&quot;/&gt;&#10;    &lt;slide id=&quot;{377AB374-29F4-4BEC-8C7F-1503877247BC}&quot; pptId=&quot;315&quot;/&gt;&#10;    &lt;slide id=&quot;{F4A65B89-47C3-4F7C-B8DB-C248F6030D3C}&quot; pptId=&quot;316&quot;/&gt;&#10;    &lt;slide id=&quot;{A17948F9-745F-4199-9EDD-225D61452310}&quot; pptId=&quot;320&quot;/&gt;&#10;    &lt;slide id=&quot;{DDB64495-BF03-49E7-B031-2E153E514086}&quot; pptId=&quot;318&quot;/&gt;&#10;    &lt;slide id=&quot;{AB6E9740-7518-48AC-8BAE-36004B4A4404}&quot; pptId=&quot;296&quot;/&gt;&#10;    &lt;slide id=&quot;{8D2DE55A-C342-41C4-9984-6A5B72930270}&quot; pptId=&quot;329&quot;/&gt;&#10;    &lt;slide id=&quot;{F6C23C20-848B-4E19-A8ED-6FCD6A55A3E9}&quot; pptId=&quot;327&quot;/&gt;&#10;    &lt;slide id=&quot;{1B7688E0-DCF8-45F8-8877-18969869AA9B}&quot; pptId=&quot;335&quot;/&gt;&#10;    &lt;slide id=&quot;{A41D4F81-EF17-48BC-9143-209C44AB86D9}&quot; pptId=&quot;336&quot;/&gt;&#10;    &lt;slide id=&quot;{BA3D5E8F-F58E-4DD1-ADF4-A50E44F5748C}&quot; pptId=&quot;333&quot;/&gt;&#10;    &lt;slide id=&quot;{0FD9D233-C82D-45AA-A9C4-86DAEDC19B91}&quot; pptId=&quot;337&quot;/&gt;&#10;    &lt;slide id=&quot;{97CCF420-2EEA-4C72-AC25-39F580DE767C}&quot; pptId=&quot;351&quot;/&gt;&#10;    &lt;slide id=&quot;{9F4BBB06-274D-4DE0-B79A-C202ED18AB69}&quot; pptId=&quot;353&quot;/&gt;&#10;    &lt;slide id=&quot;{FF3287A9-9B6A-462A-8E35-B68878DAF803}&quot; pptId=&quot;352&quot;/&gt;&#10;    &lt;slide id=&quot;{A30422D5-0BB4-4CBB-B953-6EBF63BB0305}&quot; pptId=&quot;321&quot;/&gt;&#10;    &lt;slide id=&quot;{08B87C4D-058F-408D-8049-1DE540ACB3A5}&quot; pptId=&quot;297&quot;/&gt;&#10;    &lt;slide id=&quot;{D7DA3A51-7C1D-467D-817B-84CAC0F4E3C0}&quot; pptId=&quot;334&quot;/&gt;&#10;    &lt;slide id=&quot;{050221DE-9680-4274-A8B2-8C4D62CC74F2}&quot; pptId=&quot;355&quot;/&gt;&#10;    &lt;slide id=&quot;{C940C509-369B-4386-A40C-8151834FF040}&quot; pptId=&quot;331&quot;/&gt;&#10;    &lt;slide id=&quot;{6852583D-EBBC-4A91-A1BB-26DADC6D5230}&quot; pptId=&quot;354&quot;/&gt;&#10;    &lt;slide id=&quot;{1E176692-8CEC-4092-9A92-0E5BAA8E4CA1}&quot; pptId=&quot;350&quot;/&gt;&#10;    &lt;slide id=&quot;{E3ECAF3E-EEAA-478E-9ACE-4793C35CB8B2}&quot; pptId=&quot;356&quot;/&gt;&#10;    &lt;slide id=&quot;{98CF818B-629F-41E5-B2DF-2FC123F52735}&quot; pptId=&quot;323&quot;/&gt;&#10;    &lt;slide id=&quot;{FFE34598-77D7-4DF1-91FF-601CDE459E81}&quot; pptId=&quot;298&quot;/&gt;&#10;    &lt;slide id=&quot;{BF054A02-0C4A-4219-867D-4FD35680BDAC}&quot; pptId=&quot;344&quot;/&gt;&#10;    &lt;slide id=&quot;{095D142E-2982-4E07-8761-5139AC31B450}&quot; pptId=&quot;345&quot;/&gt;&#10;    &lt;slide id=&quot;{867B12A3-EF2A-4477-B5C2-914A7920BA3B}&quot; pptId=&quot;349&quot;/&gt;&#10;    &lt;slide id=&quot;{BE635DFF-0675-4473-A22E-6B1EAF7E7AAB}&quot; pptId=&quot;348&quot;/&gt;&#10;    &lt;slide id=&quot;{FD501467-4D19-4C43-9975-6068B6F028F0}&quot; pptId=&quot;346&quot;/&gt;&#10;    &lt;slide id=&quot;{EE49A59C-723F-46C8-A48A-BCD88022FB04}&quot; pptId=&quot;358&quot;/&gt;&#10;    &lt;slide id=&quot;{8F0DCDE5-D684-457A-AF23-02A0BA2EBA3F}&quot; pptId=&quot;359&quot;/&gt;&#10;    &lt;slide id=&quot;{13B54EC8-B973-4263-94E8-7A7EC3BCBE9E}&quot; pptId=&quot;360&quot;/&gt;&#10;    &lt;slide id=&quot;{3F5B0F61-3199-44BB-9F6C-991A80C60183}&quot; pptId=&quot;347&quot;/&gt;&#10;    &lt;slide id=&quot;{A91E8CE6-76BA-4802-AAB3-3732991F2043}&quot; pptId=&quot;325&quot;/&gt;&#10;    &lt;slide id=&quot;{89747C79-CB63-400E-8B05-60BC6DAE8A48}&quot; pptId=&quot;299&quot;/&gt;&#10;  &lt;/slides&gt;&#10;&#10;  &lt;narration&gt;&#10;    &lt;audioTracks&gt;&#10;      &lt;audioTrack duration=&quot;15925&quot; muted=&quot;false&quot; name=&quot;0.0.1 welcome (2)&quot; resource=&quot;eb9c1a7b&quot; slideId=&quot;{31851EF2-50F5-49F3-9F00-CB160474F0A8}&quot; startTime=&quot;0&quot; stepIndex=&quot;0&quot; volume=&quot;1&quot;&gt;&#10;        &lt;audio channels=&quot;1&quot; format=&quot;s16&quot; sampleRate=&quot;16000&quot;/&gt;&#10;      &lt;/audioTrack&gt;&#10;      &lt;audioTrack duration=&quot;31838&quot; muted=&quot;false&quot; name=&quot;0.0.2 Introduction&quot; resource=&quot;112e3407&quot; slideId=&quot;{4250DE1F-B4B0-482A-AC94-2D43356A308E}&quot; startTime=&quot;0&quot; stepIndex=&quot;0&quot; volume=&quot;1&quot;&gt;&#10;        &lt;audio channels=&quot;1&quot; format=&quot;s16&quot; sampleRate=&quot;16000&quot;/&gt;&#10;      &lt;/audioTrack&gt;&#10;      &lt;audioTrack duration=&quot;49263&quot; muted=&quot;false&quot; name=&quot;0.0.3 module overview&quot; resource=&quot;b6f6f971&quot; slideId=&quot;{368CFDB4-7B0D-483E-AC79-5EF7293318CF}&quot; startTime=&quot;0&quot; stepIndex=&quot;0&quot; volume=&quot;1&quot;&gt;&#10;        &lt;audio channels=&quot;1&quot; format=&quot;s16&quot; sampleRate=&quot;16000&quot;/&gt;&#10;      &lt;/audioTrack&gt;&#10;      &lt;audioTrack duration=&quot;12913&quot; muted=&quot;false&quot; name=&quot;1.1.1 welcome to module 1&quot; resource=&quot;2a7cc47b&quot; slideId=&quot;{8EF80312-2C8B-4363-B094-CB4356BE229D}&quot; startTime=&quot;0&quot; stepIndex=&quot;0&quot; volume=&quot;1&quot;&gt;&#10;        &lt;audio channels=&quot;1&quot; format=&quot;s16&quot; sampleRate=&quot;16000&quot;/&gt;&#10;      &lt;/audioTrack&gt;&#10;      &lt;audioTrack duration=&quot;49613&quot; muted=&quot;false&quot; name=&quot;1.1.2 what is generative AI&quot; resource=&quot;873a6c5e&quot; slideId=&quot;{40D6CD48-8160-4164-A430-A3D6E0DD642E}&quot; startTime=&quot;0&quot; stepIndex=&quot;0&quot; volume=&quot;1&quot;&gt;&#10;        &lt;audio channels=&quot;1&quot; format=&quot;s16&quot; sampleRate=&quot;16000&quot;/&gt;&#10;      &lt;/audioTrack&gt;&#10;      &lt;audioTrack duration=&quot;54600&quot; muted=&quot;false&quot; name=&quot;1.1.3 responsible AI&quot; resource=&quot;826a3be9&quot; slideId=&quot;{65E80AF5-B379-408F-B30B-0D488D2A8A3C}&quot; startTime=&quot;0&quot; stepIndex=&quot;0&quot; volume=&quot;1&quot;&gt;&#10;        &lt;audio channels=&quot;1&quot; format=&quot;s16&quot; sampleRate=&quot;16000&quot;/&gt;&#10;      &lt;/audioTrack&gt;&#10;      &lt;audioTrack duration=&quot;54813&quot; muted=&quot;false&quot; name=&quot;1.1.4 safe AI&quot; resource=&quot;c055fd8c&quot; slideId=&quot;{1E5B7649-006F-48EA-96C7-9BF35D6B7CF3}&quot; startTime=&quot;0&quot; stepIndex=&quot;0&quot; volume=&quot;1&quot;&gt;&#10;        &lt;audio channels=&quot;1&quot; format=&quot;s16&quot; sampleRate=&quot;16000&quot;/&gt;&#10;      &lt;/audioTrack&gt;&#10;      &lt;audioTrack duration=&quot;54900&quot; muted=&quot;false&quot; name=&quot;1.1.5 accessibility in copilot&quot; resource=&quot;52b30b1d&quot; slideId=&quot;{61B69D92-15D3-41DF-B850-7C1D6B82FAEE}&quot; startTime=&quot;0&quot; stepIndex=&quot;0&quot; volume=&quot;1&quot;&gt;&#10;        &lt;audio channels=&quot;1&quot; format=&quot;s16&quot; sampleRate=&quot;16000&quot;/&gt;&#10;      &lt;/audioTrack&gt;&#10;      &lt;audioTrack duration=&quot;41075&quot; muted=&quot;false&quot; name=&quot;1.1.7 before we start&quot; resource=&quot;7320c8aa&quot; slideId=&quot;{1485DCE1-8C38-42CB-B8A8-12AFF0383969}&quot; startTime=&quot;0&quot; stepIndex=&quot;0&quot; volume=&quot;1&quot;&gt;&#10;        &lt;audio channels=&quot;1&quot; format=&quot;s16&quot; sampleRate=&quot;16000&quot;/&gt;&#10;      &lt;/audioTrack&gt;&#10;      &lt;audioTrack duration=&quot;41213&quot; muted=&quot;false&quot; name=&quot;1.1.6 what gen ai can do for you&quot; resource=&quot;d1a703f2&quot; slideId=&quot;{3EC6EE01-C37E-46FA-9803-B409AA2F703F}&quot; startTime=&quot;0&quot; stepIndex=&quot;0&quot; volume=&quot;1&quot;&gt;&#10;        &lt;audio channels=&quot;1&quot; format=&quot;s16&quot; sampleRate=&quot;16000&quot;/&gt;&#10;      &lt;/audioTrack&gt;&#10;      &lt;audioTrack duration=&quot;54775&quot; muted=&quot;false&quot; name=&quot;1.2.1 get started with copilot chat&quot; resource=&quot;aa2d1239&quot; slideId=&quot;{97EC2C01-A919-4434-A702-70BF6BBB8424}&quot; startTime=&quot;0&quot; stepIndex=&quot;0&quot; volume=&quot;1&quot;&gt;&#10;        &lt;audio channels=&quot;1&quot; format=&quot;s16&quot; sampleRate=&quot;16000&quot;/&gt;&#10;      &lt;/audioTrack&gt;&#10;      &lt;audioTrack duration=&quot;38825&quot; muted=&quot;false&quot; name=&quot;1.2.2 Overview of Copilot Chat&quot; resource=&quot;d145d164&quot; slideId=&quot;{A9750F75-6058-43BB-B0B7-38D41CC28C20}&quot; startTime=&quot;0&quot; stepIndex=&quot;0&quot; volume=&quot;1&quot;&gt;&#10;        &lt;audio channels=&quot;1&quot; format=&quot;s16&quot; sampleRate=&quot;16000&quot;/&gt;&#10;      &lt;/audioTrack&gt;&#10;      &lt;audioTrack duration=&quot;27775&quot; muted=&quot;false&quot; name=&quot;1.2.3 closer view on copilot&quot; resource=&quot;9900ac21&quot; slideId=&quot;{BF524485-097B-4D3F-8925-E9C0EA27ED77}&quot; startTime=&quot;0&quot; stepIndex=&quot;0&quot; volume=&quot;1&quot;&gt;&#10;        &lt;audio channels=&quot;1&quot; format=&quot;s16&quot; sampleRate=&quot;16000&quot;/&gt;&#10;      &lt;/audioTrack&gt;&#10;      &lt;audioTrack duration=&quot;40675&quot; muted=&quot;false&quot; name=&quot;1.2.4 first interaction with copilot&quot; resource=&quot;9ed3e481&quot; slideId=&quot;{2F348069-9CC8-40B0-BA11-41659344A3E6}&quot; startTime=&quot;0&quot; stepIndex=&quot;0&quot; volume=&quot;1&quot;&gt;&#10;        &lt;audio channels=&quot;1&quot; format=&quot;s16&quot; sampleRate=&quot;16000&quot;/&gt;&#10;      &lt;/audioTrack&gt;&#10;      &lt;audioTrack duration=&quot;50213&quot; muted=&quot;false&quot; name=&quot;1.2.5 be precise and specific&quot; resource=&quot;bddfd6e7&quot; slideId=&quot;{377AB374-29F4-4BEC-8C7F-1503877247BC}&quot; startTime=&quot;0&quot; stepIndex=&quot;0&quot; volume=&quot;1&quot;&gt;&#10;        &lt;audio channels=&quot;1&quot; format=&quot;s16&quot; sampleRate=&quot;16000&quot;/&gt;&#10;      &lt;/audioTrack&gt;&#10;      &lt;audioTrack duration=&quot;46313&quot; muted=&quot;false&quot; name=&quot;1.2.6 improve the first prompt&quot; resource=&quot;b864dd40&quot; slideId=&quot;{F4A65B89-47C3-4F7C-B8DB-C248F6030D3C}&quot; startTime=&quot;0&quot; stepIndex=&quot;0&quot; volume=&quot;1&quot;&gt;&#10;        &lt;audio channels=&quot;1&quot; format=&quot;s16&quot; sampleRate=&quot;16000&quot;/&gt;&#10;      &lt;/audioTrack&gt;&#10;      &lt;audioTrack duration=&quot;52038&quot; muted=&quot;false&quot; name=&quot;1.3.1 recap&quot; resource=&quot;4d86a72e&quot; slideId=&quot;{A17948F9-745F-4199-9EDD-225D61452310}&quot; startTime=&quot;0&quot; stepIndex=&quot;0&quot; volume=&quot;1&quot;&gt;&#10;        &lt;audio channels=&quot;1&quot; format=&quot;s16&quot; sampleRate=&quot;16000&quot;/&gt;&#10;      &lt;/audioTrack&gt;&#10;      &lt;audioTrack duration=&quot;36325&quot; muted=&quot;false&quot; name=&quot;1.3.2 additional resources&quot; resource=&quot;df9946f2&quot; slideId=&quot;{DDB64495-BF03-49E7-B031-2E153E514086}&quot; startTime=&quot;0&quot; stepIndex=&quot;0&quot; volume=&quot;1&quot;&gt;&#10;        &lt;audio channels=&quot;1&quot; format=&quot;s16&quot; sampleRate=&quot;16000&quot;/&gt;&#10;      &lt;/audioTrack&gt;&#10;      &lt;audioTrack duration=&quot;21788&quot; muted=&quot;false&quot; name=&quot;2.1.1 welcome to module 2&quot; resource=&quot;967f8adb&quot; slideId=&quot;{AB6E9740-7518-48AC-8BAE-36004B4A4404}&quot; startTime=&quot;0&quot; stepIndex=&quot;0&quot; volume=&quot;1&quot;&gt;&#10;        &lt;audio channels=&quot;1&quot; format=&quot;s16&quot; sampleRate=&quot;16000&quot;/&gt;&#10;      &lt;/audioTrack&gt;&#10;      &lt;audioTrack duration=&quot;44285&quot; muted=&quot;false&quot; name=&quot;2.1.2 Copilot in edge&quot; resource=&quot;6c361280&quot; slideId=&quot;{8D2DE55A-C342-41C4-9984-6A5B72930270}&quot; startTime=&quot;0&quot; stepIndex=&quot;0&quot; volume=&quot;1&quot;&gt;&#10;        &lt;audio channels=&quot;1&quot; format=&quot;s16&quot; sampleRate=&quot;16000&quot;/&gt;&#10;      &lt;/audioTrack&gt;&#10;      &lt;audioTrack duration=&quot;56861&quot; muted=&quot;false&quot; name=&quot;2.1.3 Copilot app and mobile&quot; resource=&quot;88db8d6f&quot; slideId=&quot;{F6C23C20-848B-4E19-A8ED-6FCD6A55A3E9}&quot; startTime=&quot;0&quot; stepIndex=&quot;0&quot; volume=&quot;1&quot;&gt;&#10;        &lt;audio channels=&quot;1&quot; format=&quot;s16&quot; sampleRate=&quot;16000&quot;/&gt;&#10;      &lt;/audioTrack&gt;&#10;      &lt;audioTrack duration=&quot;44083&quot; muted=&quot;false&quot; name=&quot;2.1.4 talk to copilot chat&quot; resource=&quot;7291bac8&quot; slideId=&quot;{1B7688E0-DCF8-45F8-8877-18969869AA9B}&quot; startTime=&quot;0&quot; stepIndex=&quot;0&quot; volume=&quot;1&quot;&gt;&#10;        &lt;audio channels=&quot;1&quot; format=&quot;s16&quot; sampleRate=&quot;16000&quot;/&gt;&#10;      &lt;/audioTrack&gt;&#10;      &lt;audioTrack duration=&quot;45013&quot; muted=&quot;false&quot; name=&quot;2.1.5 revisit chat history&quot; resource=&quot;8c5b330f&quot; slideId=&quot;{A41D4F81-EF17-48BC-9143-209C44AB86D9}&quot; startTime=&quot;0&quot; stepIndex=&quot;0&quot; volume=&quot;1&quot;&gt;&#10;        &lt;audio channels=&quot;1&quot; format=&quot;s16&quot; sampleRate=&quot;16000&quot;/&gt;&#10;      &lt;/audioTrack&gt;&#10;      &lt;audioTrack duration=&quot;52349&quot; muted=&quot;false&quot; name=&quot;2.1.6 create&quot; resource=&quot;6381181c&quot; slideId=&quot;{BA3D5E8F-F58E-4DD1-ADF4-A50E44F5748C}&quot; startTime=&quot;0&quot; stepIndex=&quot;0&quot; volume=&quot;1&quot;&gt;&#10;        &lt;audio channels=&quot;1&quot; format=&quot;s16&quot; sampleRate=&quot;16000&quot;/&gt;&#10;      &lt;/audioTrack&gt;&#10;      &lt;audioTrack duration=&quot;39388&quot; muted=&quot;false&quot; name=&quot;2.2.1 prompt gallery&quot; resource=&quot;25356ef1&quot; slideId=&quot;{0FD9D233-C82D-45AA-A9C4-86DAEDC19B91}&quot; startTime=&quot;0&quot; stepIndex=&quot;0&quot; volume=&quot;1&quot;&gt;&#10;        &lt;audio channels=&quot;1&quot; format=&quot;s16&quot; sampleRate=&quot;16000&quot;/&gt;&#10;      &lt;/audioTrack&gt;&#10;      &lt;audioTrack duration=&quot;30375&quot; muted=&quot;false&quot; name=&quot;2.2.2 prompt handling&quot; resource=&quot;776ca21f&quot; slideId=&quot;{97CCF420-2EEA-4C72-AC25-39F580DE767C}&quot; startTime=&quot;0&quot; stepIndex=&quot;0&quot; volume=&quot;1&quot;&gt;&#10;        &lt;audio channels=&quot;1&quot; format=&quot;s16&quot; sampleRate=&quot;16000&quot;/&gt;&#10;      &lt;/audioTrack&gt;&#10;      &lt;audioTrack duration=&quot;43450&quot; muted=&quot;false&quot; name=&quot;2.2.3 prompt coach&quot; resource=&quot;bd7874d0&quot; slideId=&quot;{9F4BBB06-274D-4DE0-B79A-C202ED18AB69}&quot; startTime=&quot;0&quot; stepIndex=&quot;0&quot; volume=&quot;1&quot;&gt;&#10;        &lt;audio channels=&quot;1&quot; format=&quot;s16&quot; sampleRate=&quot;16000&quot;/&gt;&#10;      &lt;/audioTrack&gt;&#10;      &lt;audioTrack duration=&quot;41988&quot; muted=&quot;false&quot; name=&quot;2.2.4 idea coach&quot; resource=&quot;9ff61991&quot; slideId=&quot;{FF3287A9-9B6A-462A-8E35-B68878DAF803}&quot; startTime=&quot;0&quot; stepIndex=&quot;0&quot; volume=&quot;1&quot;&gt;&#10;        &lt;audio channels=&quot;1&quot; format=&quot;s16&quot; sampleRate=&quot;16000&quot;/&gt;&#10;      &lt;/audioTrack&gt;&#10;      &lt;audioTrack duration=&quot;51313&quot; muted=&quot;false&quot; name=&quot;2.3.1 recap&quot; resource=&quot;db5f6e68&quot; slideId=&quot;{A30422D5-0BB4-4CBB-B953-6EBF63BB0305}&quot; startTime=&quot;0&quot; stepIndex=&quot;0&quot; volume=&quot;1&quot;&gt;&#10;        &lt;audio channels=&quot;1&quot; format=&quot;s16&quot; sampleRate=&quot;16000&quot;/&gt;&#10;      &lt;/audioTrack&gt;&#10;      &lt;audioTrack duration=&quot;24738&quot; muted=&quot;false&quot; name=&quot;3.1.1 welcome to module 3&quot; resource=&quot;78b92a2e&quot; slideId=&quot;{08B87C4D-058F-408D-8049-1DE540ACB3A5}&quot; startTime=&quot;0&quot; stepIndex=&quot;0&quot; volume=&quot;1&quot;&gt;&#10;        &lt;audio channels=&quot;1&quot; format=&quot;s16&quot; sampleRate=&quot;16000&quot;/&gt;&#10;      &lt;/audioTrack&gt;&#10;      &lt;audioTrack duration=&quot;51050&quot; muted=&quot;false&quot; name=&quot;3.1.2 draft content&quot; resource=&quot;96857d88&quot; slideId=&quot;{D7DA3A51-7C1D-467D-817B-84CAC0F4E3C0}&quot; startTime=&quot;0&quot; stepIndex=&quot;0&quot; volume=&quot;1&quot;&gt;&#10;        &lt;audio channels=&quot;1&quot; format=&quot;s16&quot; sampleRate=&quot;16000&quot;/&gt;&#10;      &lt;/audioTrack&gt;&#10;      &lt;audioTrack duration=&quot;46413&quot; muted=&quot;false&quot; name=&quot;3.1.3 add content&quot; resource=&quot;d4fb25b0&quot; slideId=&quot;{050221DE-9680-4274-A8B2-8C4D62CC74F2}&quot; startTime=&quot;0&quot; stepIndex=&quot;0&quot; volume=&quot;1&quot;&gt;&#10;        &lt;audio channels=&quot;1&quot; format=&quot;s16&quot; sampleRate=&quot;16000&quot;/&gt;&#10;      &lt;/audioTrack&gt;&#10;      &lt;audioTrack duration=&quot;45763&quot; muted=&quot;false&quot; name=&quot;3.1.4 infographic&quot; resource=&quot;da4b5fa8&quot; slideId=&quot;{C940C509-369B-4386-A40C-8151834FF040}&quot; startTime=&quot;0&quot; stepIndex=&quot;0&quot; volume=&quot;1&quot;&gt;&#10;        &lt;audio channels=&quot;1&quot; format=&quot;s16&quot; sampleRate=&quot;16000&quot;/&gt;&#10;      &lt;/audioTrack&gt;&#10;      &lt;audioTrack duration=&quot;38475&quot; muted=&quot;false&quot; name=&quot;3.1.5 visualize data&quot; resource=&quot;dd4ff7c9&quot; slideId=&quot;{6852583D-EBBC-4A91-A1BB-26DADC6D5230}&quot; startTime=&quot;0&quot; stepIndex=&quot;0&quot; volume=&quot;1&quot;&gt;&#10;        &lt;audio channels=&quot;1&quot; format=&quot;s16&quot; sampleRate=&quot;16000&quot;/&gt;&#10;      &lt;/audioTrack&gt;&#10;      &lt;audioTrack duration=&quot;33825&quot; muted=&quot;false&quot; name=&quot;3.2.1 share results&quot; resource=&quot;7fe1f87a&quot; slideId=&quot;{1E176692-8CEC-4092-9A92-0E5BAA8E4CA1}&quot; startTime=&quot;0&quot; stepIndex=&quot;0&quot; volume=&quot;1&quot;&gt;&#10;        &lt;audio channels=&quot;1&quot; format=&quot;s16&quot; sampleRate=&quot;16000&quot;/&gt;&#10;      &lt;/audioTrack&gt;&#10;      &lt;audioTrack duration=&quot;40188&quot; muted=&quot;false&quot; name=&quot;3.2.2 pages&quot; resource=&quot;25304b82&quot; slideId=&quot;{E3ECAF3E-EEAA-478E-9ACE-4793C35CB8B2}&quot; startTime=&quot;0&quot; stepIndex=&quot;0&quot; volume=&quot;1&quot;&gt;&#10;        &lt;audio channels=&quot;1&quot; format=&quot;s16&quot; sampleRate=&quot;16000&quot;/&gt;&#10;      &lt;/audioTrack&gt;&#10;      &lt;audioTrack duration=&quot;54438&quot; muted=&quot;false&quot; name=&quot;3.3.1 recap&quot; resource=&quot;63520c8c&quot; slideId=&quot;{98CF818B-629F-41E5-B2DF-2FC123F52735}&quot; startTime=&quot;0&quot; stepIndex=&quot;0&quot; volume=&quot;1&quot;&gt;&#10;        &lt;audio channels=&quot;1&quot; format=&quot;s16&quot; sampleRate=&quot;16000&quot;/&gt;&#10;      &lt;/audioTrack&gt;&#10;      &lt;audioTrack duration=&quot;26138&quot; muted=&quot;false&quot; name=&quot;4.1.1 welcome to module 4&quot; resource=&quot;a3f49a84&quot; slideId=&quot;{FFE34598-77D7-4DF1-91FF-601CDE459E81}&quot; startTime=&quot;0&quot; stepIndex=&quot;0&quot; volume=&quot;1&quot;&gt;&#10;        &lt;audio channels=&quot;1&quot; format=&quot;s16&quot; sampleRate=&quot;16000&quot;/&gt;&#10;      &lt;/audioTrack&gt;&#10;      &lt;audioTrack duration=&quot;47788&quot; muted=&quot;false&quot; name=&quot;4.1.2 extending copilot chat&quot; resource=&quot;b5e511f2&quot; slideId=&quot;{BF054A02-0C4A-4219-867D-4FD35680BDAC}&quot; startTime=&quot;0&quot; stepIndex=&quot;0&quot; volume=&quot;1&quot;&gt;&#10;        &lt;audio channels=&quot;1&quot; format=&quot;s16&quot; sampleRate=&quot;16000&quot;/&gt;&#10;      &lt;/audioTrack&gt;&#10;      &lt;audioTrack duration=&quot;22375&quot; muted=&quot;false&quot; name=&quot;4.1.3 find addtl agents&quot; resource=&quot;9ad3da85&quot; slideId=&quot;{095D142E-2982-4E07-8761-5139AC31B450}&quot; startTime=&quot;0&quot; stepIndex=&quot;0&quot; volume=&quot;1&quot;&gt;&#10;        &lt;audio channels=&quot;1&quot; format=&quot;s16&quot; sampleRate=&quot;16000&quot;/&gt;&#10;      &lt;/audioTrack&gt;&#10;      &lt;audioTrack duration=&quot;47200&quot; muted=&quot;false&quot; name=&quot;4.1.4 different agent types&quot; resource=&quot;a2bd6884&quot; slideId=&quot;{867B12A3-EF2A-4477-B5C2-914A7920BA3B}&quot; startTime=&quot;0&quot; stepIndex=&quot;0&quot; volume=&quot;1&quot;&gt;&#10;        &lt;audio channels=&quot;1&quot; format=&quot;s16&quot; sampleRate=&quot;16000&quot;/&gt;&#10;      &lt;/audioTrack&gt;&#10;      &lt;audioTrack duration=&quot;33313&quot; muted=&quot;false&quot; name=&quot;4.1.5 limitations&quot; resource=&quot;14c4624f&quot; slideId=&quot;{BE635DFF-0675-4473-A22E-6B1EAF7E7AAB}&quot; startTime=&quot;0&quot; stepIndex=&quot;0&quot; volume=&quot;1&quot;&gt;&#10;        &lt;audio channels=&quot;1&quot; format=&quot;s16&quot; sampleRate=&quot;16000&quot;/&gt;&#10;      &lt;/audioTrack&gt;&#10;      &lt;audioTrack duration=&quot;39950&quot; muted=&quot;false&quot; name=&quot;4.2.1 create your own agent&quot; resource=&quot;d9075753&quot; slideId=&quot;{FD501467-4D19-4C43-9975-6068B6F028F0}&quot; startTime=&quot;0&quot; stepIndex=&quot;0&quot; volume=&quot;1&quot;&gt;&#10;        &lt;audio channels=&quot;1&quot; format=&quot;s16&quot; sampleRate=&quot;16000&quot;/&gt;&#10;      &lt;/audioTrack&gt;&#10;      &lt;audioTrack duration=&quot;32900&quot; muted=&quot;false&quot; name=&quot;4.2.2 agent builder&quot; resource=&quot;c3a33455&quot; slideId=&quot;{EE49A59C-723F-46C8-A48A-BCD88022FB04}&quot; startTime=&quot;0&quot; stepIndex=&quot;0&quot; volume=&quot;1&quot;&gt;&#10;        &lt;audio channels=&quot;1&quot; format=&quot;s16&quot; sampleRate=&quot;16000&quot;/&gt;&#10;      &lt;/audioTrack&gt;&#10;      &lt;audioTrack duration=&quot;26763&quot; muted=&quot;false&quot; name=&quot;4.2.3 describe your agent&quot; resource=&quot;0fbe0229&quot; slideId=&quot;{8F0DCDE5-D684-457A-AF23-02A0BA2EBA3F}&quot; startTime=&quot;0&quot; stepIndex=&quot;0&quot; volume=&quot;1&quot;&gt;&#10;        &lt;audio channels=&quot;1&quot; format=&quot;s16&quot; sampleRate=&quot;16000&quot;/&gt;&#10;      &lt;/audioTrack&gt;&#10;      &lt;audioTrack duration=&quot;35188&quot; muted=&quot;false&quot; name=&quot;4.2.4 configure your agent&quot; resource=&quot;ad9b103f&quot; slideId=&quot;{13B54EC8-B973-4263-94E8-7A7EC3BCBE9E}&quot; startTime=&quot;0&quot; stepIndex=&quot;0&quot; volume=&quot;1&quot;&gt;&#10;        &lt;audio channels=&quot;1&quot; format=&quot;s16&quot; sampleRate=&quot;16000&quot;/&gt;&#10;      &lt;/audioTrack&gt;&#10;      &lt;audioTrack duration=&quot;44563&quot; muted=&quot;false&quot; name=&quot;4.2.5 share your agent&quot; resource=&quot;94e68aa1&quot; slideId=&quot;{3F5B0F61-3199-44BB-9F6C-991A80C60183}&quot; startTime=&quot;0&quot; stepIndex=&quot;0&quot; volume=&quot;1&quot;&gt;&#10;        &lt;audio channels=&quot;1&quot; format=&quot;s16&quot; sampleRate=&quot;16000&quot;/&gt;&#10;      &lt;/audioTrack&gt;&#10;      &lt;audioTrack duration=&quot;54838&quot; muted=&quot;false&quot; name=&quot;4.3.1 module 4 recap&quot; resource=&quot;012fdbbb&quot; slideId=&quot;{A91E8CE6-76BA-4802-AAB3-3732991F2043}&quot; startTime=&quot;0&quot; stepIndex=&quot;0&quot; volume=&quot;1&quot;&gt;&#10;        &lt;audio channels=&quot;1&quot; format=&quot;s16&quot; sampleRate=&quot;16000&quot;/&gt;&#10;      &lt;/audioTrack&gt;&#10;      &lt;audioTrack duration=&quot;23438&quot; muted=&quot;false&quot; name=&quot;5.1.1 closing&quot; resource=&quot;43102e88&quot; slideId=&quot;{89747C79-CB63-400E-8B05-60BC6DAE8A48}&quot; startTime=&quot;0&quot; stepIndex=&quot;0&quot; volume=&quot;1&quot;&gt;&#10;        &lt;audio channels=&quot;1&quot; format=&quot;s16&quot; sampleRate=&quot;16000&quot;/&gt;&#10;      &lt;/audioTrack&gt;&#10;    &lt;/audioTracks&gt;&#10;    &lt;videoTracks/&gt;&#10;  &lt;/narration&gt;&#10;&#10;&lt;/presentation2&gt;&#10;"/>
  <p:tag name="ISPRING_SCORM_ENDPOINT" val="&lt;endpoint&gt;&lt;enable&gt;0&lt;/enable&gt;&lt;lrs&gt;https://&lt;/lrs&gt;&lt;auth&gt;0&lt;/auth&gt;&lt;login&gt;&lt;/login&gt;&lt;password&gt;&lt;/password&gt;&lt;key&gt;&lt;/key&gt;&lt;name&gt;&lt;/name&gt;&lt;email&gt;&lt;/email&gt;&lt;/endpoint&gt;&#10;"/>
  <p:tag name="ISPRING_OUTPUT_FOLDER" val="[[&quot;\u0010\uFFFD\\6{9E9D7133-10B7-4FE3-88EF-EC0F6005E61A}&quot;,&quot;C:\\Users\\fakupfer\\OneDrive - Microsoft\\Dokumente\\FY26\\Copilot Chat\\FY26 Learning Path\\FY26 CPC Learning Path EN\\v1.0 SCORM&quot;]]"/>
  <p:tag name="ISPRING_PUBLISH_SETTINGS" val="{&quot;commonSettings&quot;:{&quot;webSettings&quot;:{&quot;useMobileViewer&quot;:&quot;T_FALSE&quot;},&quot;lmsSettings&quot;:{&quot;useMobileViewer&quot;:&quot;T_FALSE&quot;},&quot;cloudSettings&quot;:{&quot;useMobileViewer&quot;:&quot;T_FALSE&quot;},&quot;ispringLmsSettings&quot;:{&quot;useMobileViewer&quot;:&quot;T_FALSE&quot;},&quot;playerId&quot;:&quot;universal&quot;,&quot;studioSettings&quot;:{&quot;useMobileViewer&quot;:&quot;T_FALSE&quot;}},&quot;advancedSettings&quot;:{&quot;enableTextAllocation&quot;:&quot;T_TRUE&quot;,&quot;viewingFromLocalDrive&quot;:&quot;T_TRUE&quot;,&quot;contentScale&quot;:75,&quot;contentScaleMode&quot;:&quot;FIT_TO_WINDOW&quot;},&quot;accessibilitySettings&quot;:{&quot;enabled&quot;:&quot;T_TRUE&quot;,&quot;language&quot;:&quot;EN&quot;,&quot;invertReadingOrder&quot;:&quot;T_FALSE&quot;},&quot;compressionSettings&quot;:{&quot;imageSettings&quot;:{&quot;jpegQuality&quot;:70,&quot;optimizeImageForResolution&quot;:&quot;T_FALSE&quot;},&quot;audioQuality&quot;:70,&quot;videoQuality&quot;:65},&quot;protectionSettings&quot;:{&quot;watermarkEnabled&quot;:&quot;T_FALSE&quot;,&quot;watermarkPosition&quot;:&quot;MIDDLE_CENTER&quot;,&quot;openWatermarkUrl&quot;:&quot;T_FALSE&quot;,&quot;openWatermarkWebPageInNewWindow&quot;:&quot;T_FALSE&quot;,&quot;displayAfterEnabled&quot;:&quot;T_FALSE&quot;,&quot;displayUntilEnabled&quot;:&quot;T_FALSE&quot;,&quot;domainRestrictionEnabled&quot;:&quot;T_FALSE&quot;,&quot;enablePassword&quot;:&quot;T_FALSE&quot;},&quot;videoSettings&quot;:{&quot;videoCompressionSettings&quot;:{&quot;audioQuality&quot;:70,&quot;videoQuality&quot;:75},&quot;secondsOnEachSlide&quot;:5,&quot;hostingSettings&quot;:{}},&quot;ispringOnlineSettings&quot;:{&quot;onlineDestinationFolderId&quot;:&quot;1&quot;},&quot;cloudSettings&quot;:{&quot;onlineDestinationFolderId&quot;:&quot;1&quot;},&quot;publishDestination&quot;:&quot;LMS&quot;,&quot;wordSettings&quot;:{&quot;printCopies&quot;:1},&quot;studioSettings&quot;:{&quot;onlineDestinationFolderId&quot;:&quot;0&quot;,&quot;uploadSources&quot;:true}}"/>
</p:tagLst>
</file>

<file path=ppt/tags/tag2.xml><?xml version="1.0" encoding="utf-8"?>
<p:tagLst xmlns:a="http://schemas.openxmlformats.org/drawingml/2006/main" xmlns:r="http://schemas.openxmlformats.org/officeDocument/2006/relationships" xmlns:p="http://schemas.openxmlformats.org/presentationml/2006/main">
  <p:tag name="GENSWF_ADVANCE_TIME" val="15.925"/>
  <p:tag name="GENSWF_SLIDE_UID" val="{23BA87D1-26E5-4F17-8779-5E5E6121BD8B}:256"/>
  <p:tag name="ISPRING_CUSTOM_TIMING_USED" val="1"/>
  <p:tag name="ISPRING_SLIDE_ID_2" val="{31851EF2-50F5-49F3-9F00-CB160474F0A8}"/>
</p:tagLst>
</file>

<file path=ppt/tags/tag3.xml><?xml version="1.0" encoding="utf-8"?>
<p:tagLst xmlns:a="http://schemas.openxmlformats.org/drawingml/2006/main" xmlns:r="http://schemas.openxmlformats.org/officeDocument/2006/relationships" xmlns:p="http://schemas.openxmlformats.org/presentationml/2006/main">
  <p:tag name="GENSWF_ADVANCE_TIME" val="31.838"/>
  <p:tag name="GENSWF_SLIDE_UID" val="{FC888B23-0B16-4F00-A7F6-A3B12C616CA3}:277"/>
  <p:tag name="ISPRING_CUSTOM_TIMING_USED" val="1"/>
  <p:tag name="ISPRING_SLIDE_ID_2" val="{4250DE1F-B4B0-482A-AC94-2D43356A308E}"/>
</p:tagLst>
</file>

<file path=ppt/tags/tag4.xml><?xml version="1.0" encoding="utf-8"?>
<p:tagLst xmlns:a="http://schemas.openxmlformats.org/drawingml/2006/main" xmlns:r="http://schemas.openxmlformats.org/officeDocument/2006/relationships" xmlns:p="http://schemas.openxmlformats.org/presentationml/2006/main">
  <p:tag name="GENSWF_ADVANCE_TIME" val="49.263"/>
  <p:tag name="GENSWF_SLIDE_UID" val="{608E2E00-542D-453C-9061-9E6DD760BF76}:261"/>
  <p:tag name="ISPRING_CUSTOM_TIMING_USED" val="1"/>
  <p:tag name="ISPRING_SLIDE_ID_2" val="{368CFDB4-7B0D-483E-AC79-5EF7293318CF}"/>
</p:tagLst>
</file>

<file path=ppt/tags/tag5.xml><?xml version="1.0" encoding="utf-8"?>
<p:tagLst xmlns:a="http://schemas.openxmlformats.org/drawingml/2006/main" xmlns:r="http://schemas.openxmlformats.org/officeDocument/2006/relationships" xmlns:p="http://schemas.openxmlformats.org/presentationml/2006/main">
  <p:tag name="GENSWF_ADVANCE_TIME" val="12.913"/>
  <p:tag name="GENSWF_SLIDE_UID" val="{C14BD9BD-B335-4238-B4F3-EEF6215B2BC8}:295"/>
  <p:tag name="ISPRING_CUSTOM_TIMING_USED" val="1"/>
  <p:tag name="ISPRING_SLIDE_ID_2" val="{8EF80312-2C8B-4363-B094-CB4356BE229D}"/>
</p:tagLst>
</file>

<file path=ppt/tags/tag6.xml><?xml version="1.0" encoding="utf-8"?>
<p:tagLst xmlns:a="http://schemas.openxmlformats.org/drawingml/2006/main" xmlns:r="http://schemas.openxmlformats.org/officeDocument/2006/relationships" xmlns:p="http://schemas.openxmlformats.org/presentationml/2006/main">
  <p:tag name="GENSWF_ADVANCE_TIME" val="49.613"/>
  <p:tag name="GENSWF_SLIDE_UID" val="{9E7650F6-39A1-411D-B308-0FFA6C6A8FF4}:300"/>
  <p:tag name="ISPRING_CUSTOM_TIMING_USED" val="1"/>
  <p:tag name="ISPRING_SLIDE_ID_2" val="{40D6CD48-8160-4164-A430-A3D6E0DD642E}"/>
</p:tagLst>
</file>

<file path=ppt/tags/tag7.xml><?xml version="1.0" encoding="utf-8"?>
<p:tagLst xmlns:a="http://schemas.openxmlformats.org/drawingml/2006/main" xmlns:r="http://schemas.openxmlformats.org/officeDocument/2006/relationships" xmlns:p="http://schemas.openxmlformats.org/presentationml/2006/main">
  <p:tag name="GENSWF_ADVANCE_TIME" val="54.600"/>
  <p:tag name="GENSWF_SLIDE_UID" val="{C11C216B-D62C-4357-815A-E6B4E0353FFB}:307"/>
  <p:tag name="ISPRING_CUSTOM_TIMING_USED" val="1"/>
  <p:tag name="ISPRING_SLIDE_ID_2" val="{65E80AF5-B379-408F-B30B-0D488D2A8A3C}"/>
</p:tagLst>
</file>

<file path=ppt/tags/tag8.xml><?xml version="1.0" encoding="utf-8"?>
<p:tagLst xmlns:a="http://schemas.openxmlformats.org/drawingml/2006/main" xmlns:r="http://schemas.openxmlformats.org/officeDocument/2006/relationships" xmlns:p="http://schemas.openxmlformats.org/presentationml/2006/main">
  <p:tag name="GENSWF_ADVANCE_TIME" val="54.813"/>
  <p:tag name="GENSWF_SLIDE_UID" val="{84A16E24-304E-4854-A4B8-4268A3BFB90D}:308"/>
  <p:tag name="ISPRING_CUSTOM_TIMING_USED" val="1"/>
  <p:tag name="ISPRING_SLIDE_ID_2" val="{1E5B7649-006F-48EA-96C7-9BF35D6B7CF3}"/>
</p:tagLst>
</file>

<file path=ppt/tags/tag9.xml><?xml version="1.0" encoding="utf-8"?>
<p:tagLst xmlns:a="http://schemas.openxmlformats.org/drawingml/2006/main" xmlns:r="http://schemas.openxmlformats.org/officeDocument/2006/relationships" xmlns:p="http://schemas.openxmlformats.org/presentationml/2006/main">
  <p:tag name="GENSWF_ADVANCE_TIME" val="54.900"/>
  <p:tag name="GENSWF_SLIDE_UID" val="{E75E1BF7-E6F4-4BCA-B5CA-1A20B39C8540}:309"/>
  <p:tag name="ISPRING_CUSTOM_TIMING_USED" val="1"/>
  <p:tag name="ISPRING_SLIDE_ID_2" val="{61B69D92-15D3-41DF-B850-7C1D6B82FAEE}"/>
</p:tagLst>
</file>

<file path=ppt/tags/tag10.xml><?xml version="1.0" encoding="utf-8"?>
<p:tagLst xmlns:a="http://schemas.openxmlformats.org/drawingml/2006/main" xmlns:r="http://schemas.openxmlformats.org/officeDocument/2006/relationships" xmlns:p="http://schemas.openxmlformats.org/presentationml/2006/main">
  <p:tag name="GENSWF_ADVANCE_TIME" val="41.082"/>
  <p:tag name="GENSWF_SLIDE_UID" val="{430D6847-3FF7-474A-BE44-17776BD2680D}:319"/>
  <p:tag name="ISPRING_CUSTOM_TIMING_USED" val="1"/>
  <p:tag name="ISPRING_SLIDE_ID_2" val="{1485DCE1-8C38-42CB-B8A8-12AFF0383969}"/>
</p:tagLst>
</file>

<file path=ppt/tags/tag11.xml><?xml version="1.0" encoding="utf-8"?>
<p:tagLst xmlns:a="http://schemas.openxmlformats.org/drawingml/2006/main" xmlns:r="http://schemas.openxmlformats.org/officeDocument/2006/relationships" xmlns:p="http://schemas.openxmlformats.org/presentationml/2006/main">
  <p:tag name="GENSWF_ADVANCE_TIME" val="41.213"/>
  <p:tag name="GENSWF_SLIDE_UID" val="{C77449D7-F9F6-442F-A5EE-DAB478F1AC43}:310"/>
  <p:tag name="ISPRING_CUSTOM_TIMING_USED" val="1"/>
  <p:tag name="ISPRING_SLIDE_ID_2" val="{3EC6EE01-C37E-46FA-9803-B409AA2F703F}"/>
</p:tagLst>
</file>

<file path=ppt/tags/tag12.xml><?xml version="1.0" encoding="utf-8"?>
<p:tagLst xmlns:a="http://schemas.openxmlformats.org/drawingml/2006/main" xmlns:r="http://schemas.openxmlformats.org/officeDocument/2006/relationships" xmlns:p="http://schemas.openxmlformats.org/presentationml/2006/main">
  <p:tag name="GENSWF_ADVANCE_TIME" val="54.775"/>
  <p:tag name="GENSWF_SLIDE_UID" val="{C01D0D8F-F861-4B32-98E8-87DDDB169491}:311"/>
  <p:tag name="ISPRING_CUSTOM_TIMING_USED" val="1"/>
  <p:tag name="ISPRING_SLIDE_ID_2" val="{97EC2C01-A919-4434-A702-70BF6BBB8424}"/>
</p:tagLst>
</file>

<file path=ppt/tags/tag13.xml><?xml version="1.0" encoding="utf-8"?>
<p:tagLst xmlns:a="http://schemas.openxmlformats.org/drawingml/2006/main" xmlns:r="http://schemas.openxmlformats.org/officeDocument/2006/relationships" xmlns:p="http://schemas.openxmlformats.org/presentationml/2006/main">
  <p:tag name="GENSWF_ADVANCE_TIME" val="38.825"/>
  <p:tag name="GENSWF_SLIDE_UID" val="{28524774-36C6-449E-ADF4-C9ED97657BA9}:312"/>
  <p:tag name="ISPRING_CUSTOM_TIMING_USED" val="1"/>
  <p:tag name="ISPRING_SLIDE_ID_2" val="{A9750F75-6058-43BB-B0B7-38D41CC28C20}"/>
</p:tagLst>
</file>

<file path=ppt/tags/tag14.xml><?xml version="1.0" encoding="utf-8"?>
<p:tagLst xmlns:a="http://schemas.openxmlformats.org/drawingml/2006/main" xmlns:r="http://schemas.openxmlformats.org/officeDocument/2006/relationships" xmlns:p="http://schemas.openxmlformats.org/presentationml/2006/main">
  <p:tag name="GENSWF_ADVANCE_TIME" val="27.775"/>
  <p:tag name="GENSWF_SLIDE_UID" val="{E1FFE44E-D8A5-4CB7-ACC2-004DD8F84E0C}:314"/>
  <p:tag name="ISPRING_CUSTOM_TIMING_USED" val="1"/>
  <p:tag name="ISPRING_SLIDE_ID_2" val="{BF524485-097B-4D3F-8925-E9C0EA27ED77}"/>
</p:tagLst>
</file>

<file path=ppt/tags/tag15.xml><?xml version="1.0" encoding="utf-8"?>
<p:tagLst xmlns:a="http://schemas.openxmlformats.org/drawingml/2006/main" xmlns:r="http://schemas.openxmlformats.org/officeDocument/2006/relationships" xmlns:p="http://schemas.openxmlformats.org/presentationml/2006/main">
  <p:tag name="GENSWF_ADVANCE_TIME" val="40.675"/>
  <p:tag name="GENSWF_SLIDE_UID" val="{E5CEB330-9A02-4843-9A46-D46CAD7707F2}:313"/>
  <p:tag name="ISPRING_CUSTOM_TIMING_USED" val="1"/>
  <p:tag name="ISPRING_SLIDE_ID_2" val="{2F348069-9CC8-40B0-BA11-41659344A3E6}"/>
</p:tagLst>
</file>

<file path=ppt/tags/tag16.xml><?xml version="1.0" encoding="utf-8"?>
<p:tagLst xmlns:a="http://schemas.openxmlformats.org/drawingml/2006/main" xmlns:r="http://schemas.openxmlformats.org/officeDocument/2006/relationships" xmlns:p="http://schemas.openxmlformats.org/presentationml/2006/main">
  <p:tag name="GENSWF_ADVANCE_TIME" val="50.213"/>
  <p:tag name="GENSWF_SLIDE_UID" val="{9963BE03-6933-497B-9A78-5DE8C7668B9F}:315"/>
  <p:tag name="ISPRING_CUSTOM_TIMING_USED" val="1"/>
  <p:tag name="ISPRING_SLIDE_ID_2" val="{377AB374-29F4-4BEC-8C7F-1503877247BC}"/>
</p:tagLst>
</file>

<file path=ppt/tags/tag17.xml><?xml version="1.0" encoding="utf-8"?>
<p:tagLst xmlns:a="http://schemas.openxmlformats.org/drawingml/2006/main" xmlns:r="http://schemas.openxmlformats.org/officeDocument/2006/relationships" xmlns:p="http://schemas.openxmlformats.org/presentationml/2006/main">
  <p:tag name="GENSWF_ADVANCE_TIME" val="46.313"/>
  <p:tag name="GENSWF_SLIDE_UID" val="{710C52B8-DAA4-4B3D-8B6B-5A09B4D277BB}:316"/>
  <p:tag name="ISPRING_CUSTOM_TIMING_USED" val="1"/>
  <p:tag name="ISPRING_SLIDE_ID_2" val="{F4A65B89-47C3-4F7C-B8DB-C248F6030D3C}"/>
</p:tagLst>
</file>

<file path=ppt/tags/tag18.xml><?xml version="1.0" encoding="utf-8"?>
<p:tagLst xmlns:a="http://schemas.openxmlformats.org/drawingml/2006/main" xmlns:r="http://schemas.openxmlformats.org/officeDocument/2006/relationships" xmlns:p="http://schemas.openxmlformats.org/presentationml/2006/main">
  <p:tag name="GENSWF_ADVANCE_TIME" val="52.038"/>
  <p:tag name="GENSWF_SLIDE_UID" val="{78B8790A-2571-4D88-8884-F1C6EDA6B915}:320"/>
  <p:tag name="ISPRING_CUSTOM_TIMING_USED" val="1"/>
  <p:tag name="ISPRING_SLIDE_ID_2" val="{A17948F9-745F-4199-9EDD-225D61452310}"/>
</p:tagLst>
</file>

<file path=ppt/tags/tag19.xml><?xml version="1.0" encoding="utf-8"?>
<p:tagLst xmlns:a="http://schemas.openxmlformats.org/drawingml/2006/main" xmlns:r="http://schemas.openxmlformats.org/officeDocument/2006/relationships" xmlns:p="http://schemas.openxmlformats.org/presentationml/2006/main">
  <p:tag name="GENSWF_ADVANCE_TIME" val="36.325"/>
  <p:tag name="GENSWF_SLIDE_UID" val="{62493363-3180-41D2-BB76-08AB9EE5C113}:318"/>
  <p:tag name="ISPRING_CUSTOM_TIMING_USED" val="1"/>
  <p:tag name="ISPRING_SLIDE_ID_2" val="{DDB64495-BF03-49E7-B031-2E153E514086}"/>
</p:tagLst>
</file>

<file path=ppt/tags/tag20.xml><?xml version="1.0" encoding="utf-8"?>
<p:tagLst xmlns:a="http://schemas.openxmlformats.org/drawingml/2006/main" xmlns:r="http://schemas.openxmlformats.org/officeDocument/2006/relationships" xmlns:p="http://schemas.openxmlformats.org/presentationml/2006/main">
  <p:tag name="GENSWF_ADVANCE_TIME" val="21.788"/>
  <p:tag name="GENSWF_SLIDE_UID" val="{1DFDC6C6-F9D9-4084-AC70-F98A608321BF}:296"/>
  <p:tag name="ISPRING_CUSTOM_TIMING_USED" val="1"/>
  <p:tag name="ISPRING_SLIDE_ID_2" val="{AB6E9740-7518-48AC-8BAE-36004B4A4404}"/>
</p:tagLst>
</file>

<file path=ppt/tags/tag21.xml><?xml version="1.0" encoding="utf-8"?>
<p:tagLst xmlns:a="http://schemas.openxmlformats.org/drawingml/2006/main" xmlns:r="http://schemas.openxmlformats.org/officeDocument/2006/relationships" xmlns:p="http://schemas.openxmlformats.org/presentationml/2006/main">
  <p:tag name="GENSWF_ADVANCE_TIME" val="49.613"/>
  <p:tag name="GENSWF_SLIDE_UID" val="{807A78F5-0DF5-492F-8453-2873EEA22927}:329"/>
  <p:tag name="ISPRING_CUSTOM_TIMING_USED" val="1"/>
  <p:tag name="ISPRING_SLIDE_ID_2" val="{8D2DE55A-C342-41C4-9984-6A5B72930270}"/>
</p:tagLst>
</file>

<file path=ppt/tags/tag22.xml><?xml version="1.0" encoding="utf-8"?>
<p:tagLst xmlns:a="http://schemas.openxmlformats.org/drawingml/2006/main" xmlns:r="http://schemas.openxmlformats.org/officeDocument/2006/relationships" xmlns:p="http://schemas.openxmlformats.org/presentationml/2006/main">
  <p:tag name="GENSWF_ADVANCE_TIME" val="56.861"/>
  <p:tag name="GENSWF_SLIDE_UID" val="{583EA693-B710-4176-A1AB-97C014FB17B2}:327"/>
  <p:tag name="ISPRING_CUSTOM_TIMING_USED" val="1"/>
  <p:tag name="ISPRING_SLIDE_ID_2" val="{F6C23C20-848B-4E19-A8ED-6FCD6A55A3E9}"/>
</p:tagLst>
</file>

<file path=ppt/tags/tag23.xml><?xml version="1.0" encoding="utf-8"?>
<p:tagLst xmlns:a="http://schemas.openxmlformats.org/drawingml/2006/main" xmlns:r="http://schemas.openxmlformats.org/officeDocument/2006/relationships" xmlns:p="http://schemas.openxmlformats.org/presentationml/2006/main">
  <p:tag name="GENSWF_ADVANCE_TIME" val="49.613"/>
  <p:tag name="GENSWF_SLIDE_UID" val="{A508A2DD-29E2-42A0-AFCB-C327D91EF0CB}:335"/>
  <p:tag name="ISPRING_CUSTOM_TIMING_USED" val="1"/>
  <p:tag name="ISPRING_SLIDE_ID_2" val="{1B7688E0-DCF8-45F8-8877-18969869AA9B}"/>
</p:tagLst>
</file>

<file path=ppt/tags/tag24.xml><?xml version="1.0" encoding="utf-8"?>
<p:tagLst xmlns:a="http://schemas.openxmlformats.org/drawingml/2006/main" xmlns:r="http://schemas.openxmlformats.org/officeDocument/2006/relationships" xmlns:p="http://schemas.openxmlformats.org/presentationml/2006/main">
  <p:tag name="GENSWF_ADVANCE_TIME" val="49.613"/>
  <p:tag name="GENSWF_SLIDE_UID" val="{F112CDC6-2BE9-4C8E-9C57-BD513CF4F65E}:336"/>
  <p:tag name="ISPRING_CUSTOM_TIMING_USED" val="1"/>
  <p:tag name="ISPRING_SLIDE_ID_2" val="{A41D4F81-EF17-48BC-9143-209C44AB86D9}"/>
</p:tagLst>
</file>

<file path=ppt/tags/tag25.xml><?xml version="1.0" encoding="utf-8"?>
<p:tagLst xmlns:a="http://schemas.openxmlformats.org/drawingml/2006/main" xmlns:r="http://schemas.openxmlformats.org/officeDocument/2006/relationships" xmlns:p="http://schemas.openxmlformats.org/presentationml/2006/main">
  <p:tag name="GENSWF_ADVANCE_TIME" val="52.349"/>
  <p:tag name="GENSWF_SLIDE_UID" val="{77E5E8AB-9A97-4F88-BDD2-0C5BDEAAA684}:333"/>
  <p:tag name="ISPRING_CUSTOM_TIMING_USED" val="1"/>
  <p:tag name="ISPRING_SLIDE_ID_2" val="{BA3D5E8F-F58E-4DD1-ADF4-A50E44F5748C}"/>
</p:tagLst>
</file>

<file path=ppt/tags/tag26.xml><?xml version="1.0" encoding="utf-8"?>
<p:tagLst xmlns:a="http://schemas.openxmlformats.org/drawingml/2006/main" xmlns:r="http://schemas.openxmlformats.org/officeDocument/2006/relationships" xmlns:p="http://schemas.openxmlformats.org/presentationml/2006/main">
  <p:tag name="GENSWF_ADVANCE_TIME" val="49.613"/>
  <p:tag name="GENSWF_SLIDE_UID" val="{CE794BA3-D283-4D0C-8E14-AF4442A90714}:337"/>
  <p:tag name="ISPRING_CUSTOM_TIMING_USED" val="1"/>
  <p:tag name="ISPRING_SLIDE_ID_2" val="{0FD9D233-C82D-45AA-A9C4-86DAEDC19B91}"/>
</p:tagLst>
</file>

<file path=ppt/tags/tag27.xml><?xml version="1.0" encoding="utf-8"?>
<p:tagLst xmlns:a="http://schemas.openxmlformats.org/drawingml/2006/main" xmlns:r="http://schemas.openxmlformats.org/officeDocument/2006/relationships" xmlns:p="http://schemas.openxmlformats.org/presentationml/2006/main">
  <p:tag name="GENSWF_ADVANCE_TIME" val="49.613"/>
  <p:tag name="GENSWF_SLIDE_UID" val="{E51B647D-E3FF-4918-B418-457BF3F7B574}:351"/>
  <p:tag name="ISPRING_CUSTOM_TIMING_USED" val="1"/>
  <p:tag name="ISPRING_SLIDE_ID_2" val="{97CCF420-2EEA-4C72-AC25-39F580DE767C}"/>
</p:tagLst>
</file>

<file path=ppt/tags/tag28.xml><?xml version="1.0" encoding="utf-8"?>
<p:tagLst xmlns:a="http://schemas.openxmlformats.org/drawingml/2006/main" xmlns:r="http://schemas.openxmlformats.org/officeDocument/2006/relationships" xmlns:p="http://schemas.openxmlformats.org/presentationml/2006/main">
  <p:tag name="GENSWF_ADVANCE_TIME" val="49.613"/>
  <p:tag name="GENSWF_SLIDE_UID" val="{963634E9-2EC4-4471-847F-1AF8C9AEFAB4}:353"/>
  <p:tag name="ISPRING_CUSTOM_TIMING_USED" val="1"/>
  <p:tag name="ISPRING_SLIDE_ID_2" val="{9F4BBB06-274D-4DE0-B79A-C202ED18AB69}"/>
</p:tagLst>
</file>

<file path=ppt/tags/tag29.xml><?xml version="1.0" encoding="utf-8"?>
<p:tagLst xmlns:a="http://schemas.openxmlformats.org/drawingml/2006/main" xmlns:r="http://schemas.openxmlformats.org/officeDocument/2006/relationships" xmlns:p="http://schemas.openxmlformats.org/presentationml/2006/main">
  <p:tag name="GENSWF_ADVANCE_TIME" val="49.613"/>
  <p:tag name="GENSWF_SLIDE_UID" val="{6BD21D1D-C0D0-45F9-AEC0-2E559882A320}:352"/>
  <p:tag name="ISPRING_CUSTOM_TIMING_USED" val="1"/>
  <p:tag name="ISPRING_SLIDE_ID_2" val="{FF3287A9-9B6A-462A-8E35-B68878DAF803}"/>
</p:tagLst>
</file>

<file path=ppt/tags/tag30.xml><?xml version="1.0" encoding="utf-8"?>
<p:tagLst xmlns:a="http://schemas.openxmlformats.org/drawingml/2006/main" xmlns:r="http://schemas.openxmlformats.org/officeDocument/2006/relationships" xmlns:p="http://schemas.openxmlformats.org/presentationml/2006/main">
  <p:tag name="GENSWF_ADVANCE_TIME" val="51.313"/>
  <p:tag name="GENSWF_SLIDE_UID" val="{23BD5183-3F1F-43D8-86F3-E6ED0A1D086B}:321"/>
  <p:tag name="ISPRING_CUSTOM_TIMING_USED" val="1"/>
  <p:tag name="ISPRING_SLIDE_ID_2" val="{A30422D5-0BB4-4CBB-B953-6EBF63BB0305}"/>
</p:tagLst>
</file>

<file path=ppt/tags/tag31.xml><?xml version="1.0" encoding="utf-8"?>
<p:tagLst xmlns:a="http://schemas.openxmlformats.org/drawingml/2006/main" xmlns:r="http://schemas.openxmlformats.org/officeDocument/2006/relationships" xmlns:p="http://schemas.openxmlformats.org/presentationml/2006/main">
  <p:tag name="GENSWF_ADVANCE_TIME" val="24.738"/>
  <p:tag name="GENSWF_SLIDE_UID" val="{5D47199A-6B8E-46A7-B0F2-FBA16910885D}:297"/>
  <p:tag name="ISPRING_CUSTOM_TIMING_USED" val="1"/>
  <p:tag name="ISPRING_SLIDE_ID_2" val="{08B87C4D-058F-408D-8049-1DE540ACB3A5}"/>
</p:tagLst>
</file>

<file path=ppt/tags/tag32.xml><?xml version="1.0" encoding="utf-8"?>
<p:tagLst xmlns:a="http://schemas.openxmlformats.org/drawingml/2006/main" xmlns:r="http://schemas.openxmlformats.org/officeDocument/2006/relationships" xmlns:p="http://schemas.openxmlformats.org/presentationml/2006/main">
  <p:tag name="GENSWF_ADVANCE_TIME" val="51.050"/>
  <p:tag name="GENSWF_SLIDE_UID" val="{8CF2D62E-512A-4C94-81E2-1FC8AA8AD230}:334"/>
  <p:tag name="ISPRING_CUSTOM_TIMING_USED" val="1"/>
  <p:tag name="ISPRING_SLIDE_ID_2" val="{D7DA3A51-7C1D-467D-817B-84CAC0F4E3C0}"/>
</p:tagLst>
</file>

<file path=ppt/tags/tag33.xml><?xml version="1.0" encoding="utf-8"?>
<p:tagLst xmlns:a="http://schemas.openxmlformats.org/drawingml/2006/main" xmlns:r="http://schemas.openxmlformats.org/officeDocument/2006/relationships" xmlns:p="http://schemas.openxmlformats.org/presentationml/2006/main">
  <p:tag name="GENSWF_ADVANCE_TIME" val="49.613"/>
  <p:tag name="GENSWF_SLIDE_UID" val="{D6DD83CF-EB2E-46AB-A2D3-086788588960}:355"/>
  <p:tag name="ISPRING_CUSTOM_TIMING_USED" val="1"/>
  <p:tag name="ISPRING_SLIDE_ID_2" val="{050221DE-9680-4274-A8B2-8C4D62CC74F2}"/>
</p:tagLst>
</file>

<file path=ppt/tags/tag34.xml><?xml version="1.0" encoding="utf-8"?>
<p:tagLst xmlns:a="http://schemas.openxmlformats.org/drawingml/2006/main" xmlns:r="http://schemas.openxmlformats.org/officeDocument/2006/relationships" xmlns:p="http://schemas.openxmlformats.org/presentationml/2006/main">
  <p:tag name="GENSWF_ADVANCE_TIME" val="49.613"/>
  <p:tag name="GENSWF_SLIDE_UID" val="{AD9C6ACF-721C-4390-A1C5-0084B589DC93}:331"/>
  <p:tag name="ISPRING_CUSTOM_TIMING_USED" val="1"/>
  <p:tag name="ISPRING_SLIDE_ID_2" val="{C940C509-369B-4386-A40C-8151834FF040}"/>
</p:tagLst>
</file>

<file path=ppt/tags/tag35.xml><?xml version="1.0" encoding="utf-8"?>
<p:tagLst xmlns:a="http://schemas.openxmlformats.org/drawingml/2006/main" xmlns:r="http://schemas.openxmlformats.org/officeDocument/2006/relationships" xmlns:p="http://schemas.openxmlformats.org/presentationml/2006/main">
  <p:tag name="GENSWF_ADVANCE_TIME" val="49.613"/>
  <p:tag name="GENSWF_SLIDE_UID" val="{63C971A2-D963-471E-BAD7-2B1594971E8E}:354"/>
  <p:tag name="ISPRING_CUSTOM_TIMING_USED" val="1"/>
  <p:tag name="ISPRING_SLIDE_ID_2" val="{6852583D-EBBC-4A91-A1BB-26DADC6D5230}"/>
</p:tagLst>
</file>

<file path=ppt/tags/tag36.xml><?xml version="1.0" encoding="utf-8"?>
<p:tagLst xmlns:a="http://schemas.openxmlformats.org/drawingml/2006/main" xmlns:r="http://schemas.openxmlformats.org/officeDocument/2006/relationships" xmlns:p="http://schemas.openxmlformats.org/presentationml/2006/main">
  <p:tag name="GENSWF_ADVANCE_TIME" val="49.613"/>
  <p:tag name="GENSWF_SLIDE_UID" val="{6BC10CEE-E581-4A24-BD87-60D577F5130B}:350"/>
  <p:tag name="ISPRING_CUSTOM_TIMING_USED" val="1"/>
  <p:tag name="ISPRING_SLIDE_ID_2" val="{1E176692-8CEC-4092-9A92-0E5BAA8E4CA1}"/>
</p:tagLst>
</file>

<file path=ppt/tags/tag37.xml><?xml version="1.0" encoding="utf-8"?>
<p:tagLst xmlns:a="http://schemas.openxmlformats.org/drawingml/2006/main" xmlns:r="http://schemas.openxmlformats.org/officeDocument/2006/relationships" xmlns:p="http://schemas.openxmlformats.org/presentationml/2006/main">
  <p:tag name="GENSWF_ADVANCE_TIME" val="49.613"/>
  <p:tag name="GENSWF_SLIDE_UID" val="{BE5CA48F-5C45-47DF-8317-3A5A4E6B6E62}:356"/>
  <p:tag name="ISPRING_CUSTOM_TIMING_USED" val="1"/>
  <p:tag name="ISPRING_SLIDE_ID_2" val="{E3ECAF3E-EEAA-478E-9ACE-4793C35CB8B2}"/>
</p:tagLst>
</file>

<file path=ppt/tags/tag38.xml><?xml version="1.0" encoding="utf-8"?>
<p:tagLst xmlns:a="http://schemas.openxmlformats.org/drawingml/2006/main" xmlns:r="http://schemas.openxmlformats.org/officeDocument/2006/relationships" xmlns:p="http://schemas.openxmlformats.org/presentationml/2006/main">
  <p:tag name="GENSWF_ADVANCE_TIME" val="54.438"/>
  <p:tag name="GENSWF_SLIDE_UID" val="{71112452-4720-43DF-A2B0-A708CEFEF837}:323"/>
  <p:tag name="ISPRING_CUSTOM_TIMING_USED" val="1"/>
  <p:tag name="ISPRING_SLIDE_ID_2" val="{98CF818B-629F-41E5-B2DF-2FC123F52735}"/>
</p:tagLst>
</file>

<file path=ppt/tags/tag39.xml><?xml version="1.0" encoding="utf-8"?>
<p:tagLst xmlns:a="http://schemas.openxmlformats.org/drawingml/2006/main" xmlns:r="http://schemas.openxmlformats.org/officeDocument/2006/relationships" xmlns:p="http://schemas.openxmlformats.org/presentationml/2006/main">
  <p:tag name="GENSWF_ADVANCE_TIME" val="26.138"/>
  <p:tag name="GENSWF_SLIDE_UID" val="{719D1313-A09A-430A-97E4-520B16EBC9A5}:298"/>
  <p:tag name="ISPRING_CUSTOM_TIMING_USED" val="1"/>
  <p:tag name="ISPRING_SLIDE_ID_2" val="{FFE34598-77D7-4DF1-91FF-601CDE459E81}"/>
</p:tagLst>
</file>

<file path=ppt/tags/tag40.xml><?xml version="1.0" encoding="utf-8"?>
<p:tagLst xmlns:a="http://schemas.openxmlformats.org/drawingml/2006/main" xmlns:r="http://schemas.openxmlformats.org/officeDocument/2006/relationships" xmlns:p="http://schemas.openxmlformats.org/presentationml/2006/main">
  <p:tag name="GENSWF_ADVANCE_TIME" val="49.613"/>
  <p:tag name="GENSWF_SLIDE_UID" val="{3B32929B-1AD1-4423-A381-7B446AE312B1}:344"/>
  <p:tag name="ISPRING_CUSTOM_TIMING_USED" val="1"/>
  <p:tag name="ISPRING_SLIDE_ID_2" val="{BF054A02-0C4A-4219-867D-4FD35680BDAC}"/>
</p:tagLst>
</file>

<file path=ppt/tags/tag41.xml><?xml version="1.0" encoding="utf-8"?>
<p:tagLst xmlns:a="http://schemas.openxmlformats.org/drawingml/2006/main" xmlns:r="http://schemas.openxmlformats.org/officeDocument/2006/relationships" xmlns:p="http://schemas.openxmlformats.org/presentationml/2006/main">
  <p:tag name="GENSWF_ADVANCE_TIME" val="49.613"/>
  <p:tag name="GENSWF_SLIDE_UID" val="{49036AF3-50DD-4B75-97E8-08613DDFC480}:345"/>
  <p:tag name="ISPRING_CUSTOM_TIMING_USED" val="1"/>
  <p:tag name="ISPRING_SLIDE_ID_2" val="{095D142E-2982-4E07-8761-5139AC31B450}"/>
</p:tagLst>
</file>

<file path=ppt/tags/tag42.xml><?xml version="1.0" encoding="utf-8"?>
<p:tagLst xmlns:a="http://schemas.openxmlformats.org/drawingml/2006/main" xmlns:r="http://schemas.openxmlformats.org/officeDocument/2006/relationships" xmlns:p="http://schemas.openxmlformats.org/presentationml/2006/main">
  <p:tag name="GENSWF_ADVANCE_TIME" val="49.613"/>
  <p:tag name="GENSWF_SLIDE_UID" val="{95F8A794-F9B4-4AB1-AC9D-47BCE52C6039}:349"/>
  <p:tag name="ISPRING_CUSTOM_TIMING_USED" val="1"/>
  <p:tag name="ISPRING_SLIDE_ID_2" val="{867B12A3-EF2A-4477-B5C2-914A7920BA3B}"/>
</p:tagLst>
</file>

<file path=ppt/tags/tag43.xml><?xml version="1.0" encoding="utf-8"?>
<p:tagLst xmlns:a="http://schemas.openxmlformats.org/drawingml/2006/main" xmlns:r="http://schemas.openxmlformats.org/officeDocument/2006/relationships" xmlns:p="http://schemas.openxmlformats.org/presentationml/2006/main">
  <p:tag name="GENSWF_ADVANCE_TIME" val="49.613"/>
  <p:tag name="GENSWF_SLIDE_UID" val="{33F9824C-BEEC-4C34-A5EF-B54D4AAE5D10}:348"/>
  <p:tag name="ISPRING_CUSTOM_TIMING_USED" val="1"/>
  <p:tag name="ISPRING_SLIDE_ID_2" val="{BE635DFF-0675-4473-A22E-6B1EAF7E7AAB}"/>
</p:tagLst>
</file>

<file path=ppt/tags/tag44.xml><?xml version="1.0" encoding="utf-8"?>
<p:tagLst xmlns:a="http://schemas.openxmlformats.org/drawingml/2006/main" xmlns:r="http://schemas.openxmlformats.org/officeDocument/2006/relationships" xmlns:p="http://schemas.openxmlformats.org/presentationml/2006/main">
  <p:tag name="GENSWF_ADVANCE_TIME" val="49.613"/>
  <p:tag name="GENSWF_SLIDE_UID" val="{C6E1036F-C66B-42A5-8E22-BA2AC637C436}:346"/>
  <p:tag name="ISPRING_CUSTOM_TIMING_USED" val="1"/>
  <p:tag name="ISPRING_SLIDE_ID_2" val="{FD501467-4D19-4C43-9975-6068B6F028F0}"/>
</p:tagLst>
</file>

<file path=ppt/tags/tag45.xml><?xml version="1.0" encoding="utf-8"?>
<p:tagLst xmlns:a="http://schemas.openxmlformats.org/drawingml/2006/main" xmlns:r="http://schemas.openxmlformats.org/officeDocument/2006/relationships" xmlns:p="http://schemas.openxmlformats.org/presentationml/2006/main">
  <p:tag name="GENSWF_ADVANCE_TIME" val="49.613"/>
  <p:tag name="GENSWF_SLIDE_UID" val="{A7B433CB-4EE5-4B13-9FD6-C70DB62567E0}:358"/>
  <p:tag name="ISPRING_CUSTOM_TIMING_USED" val="1"/>
  <p:tag name="ISPRING_SLIDE_ID_2" val="{EE49A59C-723F-46C8-A48A-BCD88022FB04}"/>
</p:tagLst>
</file>

<file path=ppt/tags/tag46.xml><?xml version="1.0" encoding="utf-8"?>
<p:tagLst xmlns:a="http://schemas.openxmlformats.org/drawingml/2006/main" xmlns:r="http://schemas.openxmlformats.org/officeDocument/2006/relationships" xmlns:p="http://schemas.openxmlformats.org/presentationml/2006/main">
  <p:tag name="GENSWF_ADVANCE_TIME" val="49.613"/>
  <p:tag name="GENSWF_SLIDE_UID" val="{2A3AD84E-4AB3-407B-97A5-0099872BFCCD}:359"/>
  <p:tag name="ISPRING_CUSTOM_TIMING_USED" val="1"/>
  <p:tag name="ISPRING_SLIDE_ID_2" val="{8F0DCDE5-D684-457A-AF23-02A0BA2EBA3F}"/>
</p:tagLst>
</file>

<file path=ppt/tags/tag47.xml><?xml version="1.0" encoding="utf-8"?>
<p:tagLst xmlns:a="http://schemas.openxmlformats.org/drawingml/2006/main" xmlns:r="http://schemas.openxmlformats.org/officeDocument/2006/relationships" xmlns:p="http://schemas.openxmlformats.org/presentationml/2006/main">
  <p:tag name="GENSWF_SLIDE_UID" val="{17AD9714-3A51-49A4-856A-13A94E518A39}:360"/>
  <p:tag name="ISPRING_CUSTOM_TIMING_USED" val="1"/>
  <p:tag name="GENSWF_ADVANCE_TIME" val="35.188"/>
  <p:tag name="ISPRING_SLIDE_ID_2" val="{13B54EC8-B973-4263-94E8-7A7EC3BCBE9E}"/>
</p:tagLst>
</file>

<file path=ppt/tags/tag48.xml><?xml version="1.0" encoding="utf-8"?>
<p:tagLst xmlns:a="http://schemas.openxmlformats.org/drawingml/2006/main" xmlns:r="http://schemas.openxmlformats.org/officeDocument/2006/relationships" xmlns:p="http://schemas.openxmlformats.org/presentationml/2006/main">
  <p:tag name="GENSWF_ADVANCE_TIME" val="49.613"/>
  <p:tag name="GENSWF_SLIDE_UID" val="{AB595755-6EC0-4578-AB27-8F1D0B711BB9}:347"/>
  <p:tag name="ISPRING_CUSTOM_TIMING_USED" val="1"/>
  <p:tag name="ISPRING_SLIDE_ID_2" val="{3F5B0F61-3199-44BB-9F6C-991A80C60183}"/>
</p:tagLst>
</file>

<file path=ppt/tags/tag49.xml><?xml version="1.0" encoding="utf-8"?>
<p:tagLst xmlns:a="http://schemas.openxmlformats.org/drawingml/2006/main" xmlns:r="http://schemas.openxmlformats.org/officeDocument/2006/relationships" xmlns:p="http://schemas.openxmlformats.org/presentationml/2006/main">
  <p:tag name="GENSWF_ADVANCE_TIME" val="54.838"/>
  <p:tag name="GENSWF_SLIDE_UID" val="{E14A4530-EAB9-4498-AD3C-33AF282B53A9}:325"/>
  <p:tag name="ISPRING_CUSTOM_TIMING_USED" val="1"/>
  <p:tag name="ISPRING_SLIDE_ID_2" val="{A91E8CE6-76BA-4802-AAB3-3732991F2043}"/>
</p:tagLst>
</file>

<file path=ppt/tags/tag50.xml><?xml version="1.0" encoding="utf-8"?>
<p:tagLst xmlns:a="http://schemas.openxmlformats.org/drawingml/2006/main" xmlns:r="http://schemas.openxmlformats.org/officeDocument/2006/relationships" xmlns:p="http://schemas.openxmlformats.org/presentationml/2006/main">
  <p:tag name="GENSWF_ADVANCE_TIME" val="23.438"/>
  <p:tag name="GENSWF_SLIDE_UID" val="{B9FEFDBF-881E-42CC-A1D4-FDAC53B05410}:299"/>
  <p:tag name="ISPRING_CUSTOM_TIMING_USED" val="1"/>
  <p:tag name="ISPRING_SLIDE_ID_2" val="{89747C79-CB63-400E-8B05-60BC6DAE8A48}"/>
</p:tagLst>
</file>

<file path=ppt/theme/theme1.xml><?xml version="1.0" encoding="utf-8"?>
<a:theme xmlns:a="http://schemas.openxmlformats.org/drawingml/2006/main" name="Monoline">
  <a:themeElements>
    <a:clrScheme name="Custom 167">
      <a:dk1>
        <a:sysClr val="windowText" lastClr="000000"/>
      </a:dk1>
      <a:lt1>
        <a:sysClr val="window" lastClr="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53329036_TF56180624_Win32" id="{AADAF5FC-F054-4702-9975-8306FA50864C}" vid="{E63F7C20-6624-42A5-8F8C-D0F0877C157C}"/>
    </a:ext>
  </a:extLst>
</a:theme>
</file>

<file path=ppt/theme/theme2.xml><?xml version="1.0" encoding="utf-8"?>
<a:theme xmlns:a="http://schemas.openxmlformats.org/drawingml/2006/main" name="Office-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4CF2EF3-001F-4BE9-81B3-86ECBBF9425F}">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7F97B18F-50BC-4F30-8373-93489E845F83}">
  <ds:schemaRefs>
    <ds:schemaRef ds:uri="16c05727-aa75-4e4a-9b5f-8a80a1165891"/>
    <ds:schemaRef ds:uri="230e9df3-be65-4c73-a93b-d1236ebd677e"/>
    <ds:schemaRef ds:uri="71af3243-3dd4-4a8d-8c0d-dd76da1f02a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42BC90D6-94CF-42F7-AAC4-9CF6824C54D5}">
  <ds:schemaRefs>
    <ds:schemaRef ds:uri="http://schemas.microsoft.com/sharepoint/v3/contenttype/forms"/>
  </ds:schemaRefs>
</ds:datastoreItem>
</file>

<file path=docMetadata/LabelInfo.xml><?xml version="1.0" encoding="utf-8"?>
<clbl:labelList xmlns:clbl="http://schemas.microsoft.com/office/2020/mipLabelMetadata">
  <clbl:label id="{87867195-f2b8-4ac2-b0b6-6bb73cb33af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Minimalistische helle Verkaufspräsentation</Template>
  <TotalTime>0</TotalTime>
  <Words>10366</Words>
  <Application>Microsoft Office PowerPoint</Application>
  <PresentationFormat>Breitbild</PresentationFormat>
  <Paragraphs>1023</Paragraphs>
  <Slides>49</Slides>
  <Notes>49</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49</vt:i4>
      </vt:variant>
    </vt:vector>
  </HeadingPairs>
  <TitlesOfParts>
    <vt:vector size="54" baseType="lpstr">
      <vt:lpstr>Arial</vt:lpstr>
      <vt:lpstr>Calibri</vt:lpstr>
      <vt:lpstr>Segoe UI</vt:lpstr>
      <vt:lpstr>Tenorite</vt:lpstr>
      <vt:lpstr>Monoline</vt:lpstr>
      <vt:lpstr>Welcome</vt:lpstr>
      <vt:lpstr>Introduction</vt:lpstr>
      <vt:lpstr>Module overview</vt:lpstr>
      <vt:lpstr>Module 1 - Explore</vt:lpstr>
      <vt:lpstr>What is generative ai</vt:lpstr>
      <vt:lpstr>Responsible ai</vt:lpstr>
      <vt:lpstr>Safe ai</vt:lpstr>
      <vt:lpstr>Accessibility &amp; Gen AI</vt:lpstr>
      <vt:lpstr>Before we start</vt:lpstr>
      <vt:lpstr>What Gen AI Can Do for you</vt:lpstr>
      <vt:lpstr>Get started with copilot chat</vt:lpstr>
      <vt:lpstr>Overview of copilot chat</vt:lpstr>
      <vt:lpstr>Closer view on copilot chat</vt:lpstr>
      <vt:lpstr>First interaction with copilot chat</vt:lpstr>
      <vt:lpstr>Be precise, be specific</vt:lpstr>
      <vt:lpstr>Improved Promts Improve Results</vt:lpstr>
      <vt:lpstr>Module 1 recap</vt:lpstr>
      <vt:lpstr>Module 1  additional resources</vt:lpstr>
      <vt:lpstr>Module 2 - Endavour</vt:lpstr>
      <vt:lpstr>Copilot in edge</vt:lpstr>
      <vt:lpstr>The M365 Copilot app  &amp; mobile</vt:lpstr>
      <vt:lpstr>Talk to copilot chat</vt:lpstr>
      <vt:lpstr>Revisit chat history</vt:lpstr>
      <vt:lpstr>Create</vt:lpstr>
      <vt:lpstr>Prompt Gallery</vt:lpstr>
      <vt:lpstr>prompt Handling and sharing</vt:lpstr>
      <vt:lpstr>Prompt coach</vt:lpstr>
      <vt:lpstr>Idea coach</vt:lpstr>
      <vt:lpstr>Module 2 recap</vt:lpstr>
      <vt:lpstr>Module 3 - Enrich</vt:lpstr>
      <vt:lpstr>Draft Content</vt:lpstr>
      <vt:lpstr>Add content</vt:lpstr>
      <vt:lpstr>Create InfoGraphics</vt:lpstr>
      <vt:lpstr>Visualize Data</vt:lpstr>
      <vt:lpstr>Share your results</vt:lpstr>
      <vt:lpstr>Copilot Pages</vt:lpstr>
      <vt:lpstr>Module 3 recap</vt:lpstr>
      <vt:lpstr>Module 4 - Expand</vt:lpstr>
      <vt:lpstr>Extending Copilot Chat</vt:lpstr>
      <vt:lpstr>Find additional agents</vt:lpstr>
      <vt:lpstr>Different agent types</vt:lpstr>
      <vt:lpstr>Limitations and mitigations</vt:lpstr>
      <vt:lpstr>Create your own agent</vt:lpstr>
      <vt:lpstr>The agent Builder</vt:lpstr>
      <vt:lpstr>Describe your agent</vt:lpstr>
      <vt:lpstr>Configure your agent</vt:lpstr>
      <vt:lpstr>Share your agent</vt:lpstr>
      <vt:lpstr>Module 4 recap</vt:lpstr>
      <vt:lpstr>closing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Safe AI with Copilot Chat Learning Path</dc:title>
  <dc:creator>Fabian Kupfer</dc:creator>
  <cp:lastModifiedBy>Fabian Kupfer</cp:lastModifiedBy>
  <cp:revision>9</cp:revision>
  <dcterms:created xsi:type="dcterms:W3CDTF">2025-11-14T12:19:09Z</dcterms:created>
  <dcterms:modified xsi:type="dcterms:W3CDTF">2025-11-24T18:43:36Z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